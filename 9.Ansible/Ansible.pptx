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13"/>
    <p:restoredTop sz="94637"/>
  </p:normalViewPr>
  <p:slideViewPr>
    <p:cSldViewPr snapToGrid="0">
      <p:cViewPr varScale="1">
        <p:scale>
          <a:sx n="147" d="100"/>
          <a:sy n="147" d="100"/>
        </p:scale>
        <p:origin x="216" y="10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tul Matkawala" userId="8fe240bc38c32bc7" providerId="LiveId" clId="{BB534352-A38E-5650-A641-A87F5789C4B8}"/>
    <pc:docChg chg="custSel modSld">
      <pc:chgData name="Atul Matkawala" userId="8fe240bc38c32bc7" providerId="LiveId" clId="{BB534352-A38E-5650-A641-A87F5789C4B8}" dt="2026-05-30T07:20:10.645" v="0" actId="26606"/>
      <pc:docMkLst>
        <pc:docMk/>
      </pc:docMkLst>
      <pc:sldChg chg="modSp mod">
        <pc:chgData name="Atul Matkawala" userId="8fe240bc38c32bc7" providerId="LiveId" clId="{BB534352-A38E-5650-A641-A87F5789C4B8}" dt="2026-05-30T07:20:10.645" v="0" actId="26606"/>
        <pc:sldMkLst>
          <pc:docMk/>
          <pc:sldMk cId="0" sldId="262"/>
        </pc:sldMkLst>
        <pc:spChg chg="mod">
          <ac:chgData name="Atul Matkawala" userId="8fe240bc38c32bc7" providerId="LiveId" clId="{BB534352-A38E-5650-A641-A87F5789C4B8}" dt="2026-05-30T07:20:10.645" v="0" actId="26606"/>
          <ac:spMkLst>
            <pc:docMk/>
            <pc:sldMk cId="0" sldId="262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6999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7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Ansible for DevOps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Beginner's Guide to IT Automation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011680" y="3108960"/>
            <a:ext cx="1645920" cy="41148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011680" y="31089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Agentless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931920" y="3108960"/>
            <a:ext cx="1645920" cy="41148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931920" y="31089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YAML-Based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52160" y="3108960"/>
            <a:ext cx="1645920" cy="41148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852160" y="31089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0233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Tutorial  |  2026</a:t>
            </a:r>
            <a:endParaRPr lang="en-US" sz="12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274320"/>
            <a:ext cx="731520" cy="7315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is Ansible?</a:t>
            </a:r>
            <a:endParaRPr lang="en-US" sz="3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3444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1430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is an open-source IT automation engine built by Red Hat. It automates provisioning, configuration management, application deployment, and orchestration — all without installing agents on target machines.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2148840"/>
            <a:ext cx="3749040" cy="1143000"/>
          </a:xfrm>
          <a:prstGeom prst="rect">
            <a:avLst/>
          </a:prstGeom>
          <a:solidFill>
            <a:srgbClr val="2A2A4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42316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880" y="2286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8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Agentless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325880" y="26517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SSH — no software needed on remote servers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754880" y="2148840"/>
            <a:ext cx="3749040" cy="1143000"/>
          </a:xfrm>
          <a:prstGeom prst="rect">
            <a:avLst/>
          </a:prstGeom>
          <a:solidFill>
            <a:srgbClr val="2A2A4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242316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40680" y="2286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8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YAML Playbooks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5440680" y="26517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 automation scripts in simple YAML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40080" y="3474720"/>
            <a:ext cx="3749040" cy="1143000"/>
          </a:xfrm>
          <a:prstGeom prst="rect">
            <a:avLst/>
          </a:prstGeom>
          <a:solidFill>
            <a:srgbClr val="2A2A4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74904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25880" y="3611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8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Idempotent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1325880" y="39776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10 times — same result every time, safely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754880" y="3474720"/>
            <a:ext cx="3749040" cy="1143000"/>
          </a:xfrm>
          <a:prstGeom prst="rect">
            <a:avLst/>
          </a:prstGeom>
          <a:solidFill>
            <a:srgbClr val="2A2A4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3749040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440680" y="3611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8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Extensible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5440680" y="39776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built-in modules plus custom ones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Ansible for DevOps?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8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8016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Infrastructure as Code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4630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your entire infrastructure in version-controlled YAML files. Reproducible, auditable, and shareable.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07568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8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80160" y="20756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CI/CD Integration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239572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naturally into pipelines — deploy apps, configure servers, and manage environments automatically.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008376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8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80160" y="30083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Cross-Platform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3328416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Linux, Windows, cloud services (AWS, Azure, GCP), network devices, and containers from one tool.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94106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8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80160" y="39410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 Learning Curve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4261104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programming needed. If you can read English, you can read an Ansible playbook.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Ansible Architecture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606040" cy="2011680"/>
          </a:xfrm>
          <a:prstGeom prst="rect">
            <a:avLst/>
          </a:prstGeom>
          <a:solidFill>
            <a:srgbClr val="2A2A4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3258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1965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 Node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94360" y="23317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machine where Ansible is installed. Runs playbooks and sends tasks via SSH.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37560" y="1143000"/>
            <a:ext cx="2606040" cy="2011680"/>
          </a:xfrm>
          <a:prstGeom prst="rect">
            <a:avLst/>
          </a:prstGeom>
          <a:solidFill>
            <a:srgbClr val="2A2A4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32588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74720" y="1965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Managed Nodes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474720" y="23317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servers being automated. No Ansible agent needed — just SSH access.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217920" y="1143000"/>
            <a:ext cx="2606040" cy="2011680"/>
          </a:xfrm>
          <a:prstGeom prst="rect">
            <a:avLst/>
          </a:prstGeom>
          <a:solidFill>
            <a:srgbClr val="2A2A4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132588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55080" y="1965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Inventory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355080" y="23317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file listing all managed hosts, grouped by role (web, db, etc.).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" y="3337560"/>
            <a:ext cx="2606040" cy="1463040"/>
          </a:xfrm>
          <a:prstGeom prst="rect">
            <a:avLst/>
          </a:prstGeom>
          <a:solidFill>
            <a:srgbClr val="32325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47472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97280" y="3474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097280" y="37947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units of code (apt, copy, service, etc.).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337560" y="3337560"/>
            <a:ext cx="2606040" cy="1463040"/>
          </a:xfrm>
          <a:prstGeom prst="rect">
            <a:avLst/>
          </a:prstGeom>
          <a:solidFill>
            <a:srgbClr val="32325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0440" y="347472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977640" y="3474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Playbooks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3977640" y="37947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files defining automation tasks in order.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217920" y="3337560"/>
            <a:ext cx="2606040" cy="1463040"/>
          </a:xfrm>
          <a:prstGeom prst="rect">
            <a:avLst/>
          </a:prstGeom>
          <a:solidFill>
            <a:srgbClr val="32325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3474720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858000" y="3474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Roles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6858000" y="37947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bundles of tasks, vars, templates, and handlers.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Ansible Works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02920" cy="502920"/>
          </a:xfrm>
          <a:prstGeom prst="ellipse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 a Playbook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4173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tasks in a YAML file — what should happen on which servers.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502920" cy="502920"/>
          </a:xfrm>
          <a:prstGeom prst="ellipse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 Inventory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0" y="14173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target servers in an inventory file (IPs or hostnames, grouped by role).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502920" cy="502920"/>
          </a:xfrm>
          <a:prstGeom prst="ellipse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2331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the Playbook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26517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with: ansible-playbook -i inventory playbook.yml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423160"/>
            <a:ext cx="502920" cy="502920"/>
          </a:xfrm>
          <a:prstGeom prst="ellipse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486400" y="2331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Connection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0" y="26517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connects to each managed node via SSH (no agent needed).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657600"/>
            <a:ext cx="502920" cy="502920"/>
          </a:xfrm>
          <a:prstGeom prst="ellipse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3566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 Modules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38862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Python modules to the remote machine, runs them, and returns results.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3657600"/>
            <a:ext cx="502920" cy="502920"/>
          </a:xfrm>
          <a:prstGeom prst="ellipse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4632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486400" y="3566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 Results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0" y="38862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success/failure/changed status for each task on each host.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 Up Ansible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only needs to be installed on the Control Node (your machine). Managed nodes just need SSH and Python.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3931920" cy="1371600"/>
          </a:xfrm>
          <a:prstGeom prst="rect">
            <a:avLst/>
          </a:prstGeom>
          <a:solidFill>
            <a:srgbClr val="2A2A4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Ubuntu / Debian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update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ansible -y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600200"/>
            <a:ext cx="3931920" cy="1371600"/>
          </a:xfrm>
          <a:prstGeom prst="rect">
            <a:avLst/>
          </a:prstGeom>
          <a:solidFill>
            <a:srgbClr val="2A2A4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0" y="1691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CentOS / RHEL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20574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yum install epel-release -y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yum install ansible -y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154680"/>
            <a:ext cx="3931920" cy="1371600"/>
          </a:xfrm>
          <a:prstGeom prst="rect">
            <a:avLst/>
          </a:prstGeom>
          <a:solidFill>
            <a:srgbClr val="2A2A4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3246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macOS (Homebrew)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6118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brew install ansible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3154680"/>
            <a:ext cx="3931920" cy="1371600"/>
          </a:xfrm>
          <a:prstGeom prst="rect">
            <a:avLst/>
          </a:prstGeom>
          <a:solidFill>
            <a:srgbClr val="2A2A4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3246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(pip)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36118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ansible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4617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Verify:  ansible --version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Inventory File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931920" cy="3200400"/>
          </a:xfrm>
          <a:prstGeom prst="rect">
            <a:avLst/>
          </a:prstGeom>
          <a:solidFill>
            <a:srgbClr val="2A2A4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 Format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[webservers]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192.168.1.10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192.168.1.11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[dbservers]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192.168.1.20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[all:vars]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ansible_user=admin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143000"/>
            <a:ext cx="3931920" cy="3200400"/>
          </a:xfrm>
          <a:prstGeom prst="rect">
            <a:avLst/>
          </a:prstGeom>
          <a:solidFill>
            <a:srgbClr val="2A2A4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0" y="1234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YAML Format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64592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0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vars: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ansible_user: admin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children: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webservers: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hosts: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192.168.1.10: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192.168.1.11: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dbservers: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hosts: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192.168.1.20: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location: /etc/ansible/hosts  |  Custom: use -i flag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Ad-Hoc Commands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one-liner commands for simple tasks — no playbook needed.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548640"/>
          </a:xfrm>
          <a:prstGeom prst="rect">
            <a:avLst/>
          </a:prstGeom>
          <a:solidFill>
            <a:srgbClr val="2A2A4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Ping all hosts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26080" y="146304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ansible all -m ping -i inventory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solidFill>
            <a:srgbClr val="32325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 uptime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26080" y="214884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ansible all -a "uptime" -i inventory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8229600" cy="548640"/>
          </a:xfrm>
          <a:prstGeom prst="rect">
            <a:avLst/>
          </a:prstGeom>
          <a:solidFill>
            <a:srgbClr val="2A2A4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 a package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6080" y="283464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ansible webservers -m apt -a "name=nginx state=present" -i inventory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solidFill>
            <a:srgbClr val="32325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3520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a file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26080" y="352044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ansible all -m copy -a "src=./app.conf dest=/etc/app.conf" -i inventory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solidFill>
            <a:srgbClr val="2A2A4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4206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Restart a service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26080" y="420624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ansible webservers -m service -a "name=nginx state=restarted" -i inventory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Syntax:  ansible &lt;hosts&gt; -m &lt;module&gt; -a "&lt;arguments&gt;" -i &lt;inventory&gt;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Playbook Basics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572000" cy="3657600"/>
          </a:xfrm>
          <a:prstGeom prst="rect">
            <a:avLst/>
          </a:prstGeom>
          <a:solidFill>
            <a:srgbClr val="2A2A4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Playbook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4206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Install and start Nginx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hosts: webservers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become: yes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tasks: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name: Install Nginx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apt: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name: nginx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state: present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name: Start Nginx service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service: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name: nginx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state: started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enabled: yes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0" y="1051560"/>
            <a:ext cx="3383280" cy="3657600"/>
          </a:xfrm>
          <a:prstGeom prst="rect">
            <a:avLst/>
          </a:prstGeom>
          <a:solidFill>
            <a:srgbClr val="32325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0" y="1143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Elements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0" y="15544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0" y="1783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 description of the play/task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0" y="2148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hosts: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0" y="2377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group from your inventory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0" y="27432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become: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0" y="2971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with sudo privileges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0" y="33375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0" y="3566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actions to perform in order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0" y="39319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0" y="4160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 end state (present, started, etc.)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Common Ansible Modules</a:t>
            </a:r>
            <a:endParaRPr lang="en-US" sz="3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32918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1E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Module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1E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Category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1E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What It Does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8FF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apt / yum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AAA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 Mgmt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0E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Install, update, or remove packages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8FF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copy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32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AAA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32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0E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 files from control node to managed nodes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32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8FF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template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AAA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0E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Jinja2 templates with variables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8FF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file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32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AAA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32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0E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 file/directory properties and permissions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32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8FF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service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AAA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0E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Start, stop, restart, or enable services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8FF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shell / command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32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AAA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32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0E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shell commands on remote hosts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32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8FF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AAA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0E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 user accounts on the 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8FF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lineinfile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32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AAA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32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0E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Ensure a particular line exists in a 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32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Variables &amp; Facts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3657600"/>
          </a:xfrm>
          <a:prstGeom prst="rect">
            <a:avLst/>
          </a:prstGeom>
          <a:solidFill>
            <a:srgbClr val="2A2A4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in playbooks: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http_port: 80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app_name: myapp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Show app name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debug: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msg: "App is {{ app_name }}"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group_vars/, host_vars/, -e flag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3931920" cy="3657600"/>
          </a:xfrm>
          <a:prstGeom prst="rect">
            <a:avLst/>
          </a:prstGeom>
          <a:solidFill>
            <a:srgbClr val="32325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0" y="1143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Facts (Auto-Gathered)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463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auto-collects system info: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73736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ansible_os_family: "Debian"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ansible_hostname: "web01"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ansible_default_ipv4: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address: "192.168.1.10"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ansible_memtotal_mb: 4096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32918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manually: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3566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ansible all -m setup -i inventory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Handlers are special tasks that only run when notified by another task. Perfect for restarting services after config changes.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8229600" cy="2926080"/>
          </a:xfrm>
          <a:prstGeom prst="rect">
            <a:avLst/>
          </a:prstGeom>
          <a:solidFill>
            <a:srgbClr val="2A2A4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7863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Deploy Nginx Config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hosts: webservers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become: yes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tasks: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name: Copy Nginx config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copy: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src: ./nginx.conf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dest: /etc/nginx/nginx.conf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notify: Restart Nginx        # &lt;-- triggers handler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handlers: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name: Restart Nginx          # &lt;-- runs only if notified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service: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name: nginx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state: restarted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Handlers run once at the end of the play, even if notified multiple times.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Ansible Roles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organize playbooks into reusable, shareable components with a standard directory structure.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114800" cy="3200400"/>
          </a:xfrm>
          <a:prstGeom prst="rect">
            <a:avLst/>
          </a:prstGeom>
          <a:solidFill>
            <a:srgbClr val="2A2A4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 Directory Structure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roles/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webserver/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tasks/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main.yml      # task definitions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handlers/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main.yml      # handler definitions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templates/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nginx.conf.j2 # Jinja2 templates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vars/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main.yml      # role variables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defaults/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main.yml      # default values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files/            # static files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463040"/>
            <a:ext cx="3840480" cy="1371600"/>
          </a:xfrm>
          <a:prstGeom prst="rect">
            <a:avLst/>
          </a:prstGeom>
          <a:solidFill>
            <a:srgbClr val="32325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a Role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0" y="18745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hosts: webservers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roles: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webserver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3017520"/>
            <a:ext cx="3840480" cy="1645920"/>
          </a:xfrm>
          <a:prstGeom prst="rect">
            <a:avLst/>
          </a:prstGeom>
          <a:solidFill>
            <a:srgbClr val="32325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0" y="3108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with Galaxy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34290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ansible-galaxy init webserver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community roles: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ansible-galaxy install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geerlingguy.nginx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Ansible Galaxy</a:t>
            </a:r>
            <a:endParaRPr lang="en-US" sz="3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9728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097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community hub for finding, sharing, and downloading pre-built Ansible roles and collections.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solidFill>
            <a:srgbClr val="2A2A4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1783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 roles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91840" y="17830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ansible-galaxy search nginx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2331720"/>
            <a:ext cx="8229600" cy="457200"/>
          </a:xfrm>
          <a:prstGeom prst="rect">
            <a:avLst/>
          </a:prstGeom>
          <a:solidFill>
            <a:srgbClr val="32325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0080" y="2377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 a role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91840" y="23774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ansible-galaxy install geerlingguy.docker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solidFill>
            <a:srgbClr val="2A2A4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0080" y="2971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 a collection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291840" y="29718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ansible-galaxy collection install community.general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solidFill>
            <a:srgbClr val="32325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0080" y="3566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your own role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291840" y="35661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ansible-galaxy init my_custom_role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solidFill>
            <a:srgbClr val="2A2A4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40080" y="4160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 installed roles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291840" y="41605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ansible-galaxy list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4008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at: galaxy.ansible.com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Ansible Best Practices</a:t>
            </a:r>
            <a:endParaRPr lang="en-US" sz="3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9728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Roles for Everything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14400" y="13716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playbooks clean — move logic into reusable roles.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09728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208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 Control Your Code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212080" y="13716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playbooks and inventory in Git for history and collaboration.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5740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4400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Variables, Not Hardcoding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914400" y="23317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playbooks flexible — use vars for ports, paths, and names.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057400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212080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Every Task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5212080" y="23317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task names make debugging 10x easier.</a:t>
            </a:r>
            <a:endParaRPr lang="en-US" sz="11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17520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1440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ansible-lint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914400" y="32918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issues early — lint your playbooks before running them.</a:t>
            </a:r>
            <a:endParaRPr lang="en-US" sz="11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017520"/>
            <a:ext cx="274320" cy="27432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21208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with --check Mode</a:t>
            </a:r>
            <a:endParaRPr lang="en-US" sz="1300" dirty="0"/>
          </a:p>
        </p:txBody>
      </p:sp>
      <p:sp>
        <p:nvSpPr>
          <p:cNvPr id="21" name="Text 13"/>
          <p:cNvSpPr/>
          <p:nvPr/>
        </p:nvSpPr>
        <p:spPr>
          <a:xfrm>
            <a:off x="5212080" y="32918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playbooks to see what would change without making changes.</a:t>
            </a:r>
            <a:endParaRPr lang="en-US" sz="11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977640"/>
            <a:ext cx="274320" cy="27432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914400" y="3931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Keep Secrets in Vault</a:t>
            </a:r>
            <a:endParaRPr lang="en-US" sz="1300" dirty="0"/>
          </a:p>
        </p:txBody>
      </p:sp>
      <p:sp>
        <p:nvSpPr>
          <p:cNvPr id="24" name="Text 15"/>
          <p:cNvSpPr/>
          <p:nvPr/>
        </p:nvSpPr>
        <p:spPr>
          <a:xfrm>
            <a:off x="914400" y="42519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ansible-vault to encrypt sensitive data like passwords and keys.</a:t>
            </a:r>
            <a:endParaRPr lang="en-US" sz="110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977640"/>
            <a:ext cx="274320" cy="27432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212080" y="3931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Tags for Selective Runs</a:t>
            </a:r>
            <a:endParaRPr lang="en-US" sz="1300" dirty="0"/>
          </a:p>
        </p:txBody>
      </p:sp>
      <p:sp>
        <p:nvSpPr>
          <p:cNvPr id="27" name="Text 17"/>
          <p:cNvSpPr/>
          <p:nvPr/>
        </p:nvSpPr>
        <p:spPr>
          <a:xfrm>
            <a:off x="5212080" y="42519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tasks so you can run only specific parts of a playbook.</a:t>
            </a:r>
            <a:endParaRPr lang="en-US" sz="1100" dirty="0"/>
          </a:p>
        </p:txBody>
      </p:sp>
      <p:sp>
        <p:nvSpPr>
          <p:cNvPr id="28" name="Text 18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5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8F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A8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Exercise 1: Ping Your Servers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Verify Ansible can connect to your managed nodes.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2A2A4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Create an inventory file named hosts.ini: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80160" y="18288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[testservers]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192.168.1.10 ansible_user=vagrant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Run the ping module: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26517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ansible all -m ping -i hosts.ini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971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Expected output: SUCCESS with "ping": "pong"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291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Try with verbose mode: ansible all -m ping -i hosts.ini -vvv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5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8F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A8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Exercise 2: Install a Package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Write your first playbook to install Nginx on a remote server.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3383280"/>
          </a:xfrm>
          <a:prstGeom prst="rect">
            <a:avLst/>
          </a:prstGeom>
          <a:solidFill>
            <a:srgbClr val="2A2A4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Create install_nginx.yml: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783080"/>
            <a:ext cx="6949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Install Nginx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hosts: testservers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become: yes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tasks: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name: Install Nginx package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apt: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name: nginx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state: present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4747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Run: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37947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ansible-playbook install_nginx.yml -i hosts.ini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41605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Verify: Run it again — notice "changed=0" (idempotent!)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5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8F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A8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Exercise 3: Copy Files &amp; Variables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Use variables and the copy module to deploy a config file.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3383280"/>
          </a:xfrm>
          <a:prstGeom prst="rect">
            <a:avLst/>
          </a:prstGeom>
          <a:solidFill>
            <a:srgbClr val="2A2A4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Create deploy_config.yml: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783080"/>
            <a:ext cx="6949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Deploy App Config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hosts: testservers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become: yes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config_dest: /etc/myapp/app.conf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tasks: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name: Create config directory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file: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path: /etc/myapp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state: directory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name: Copy config file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copy: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src: ./app.conf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dest: "{{ config_dest }}"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40080" y="4206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Create a local app.conf file, then run the playbook.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5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8F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A8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Exercises 4 &amp; 5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1874520"/>
          </a:xfrm>
          <a:prstGeom prst="rect">
            <a:avLst/>
          </a:prstGeom>
          <a:solidFill>
            <a:srgbClr val="2A2A4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Exercise 4: Manage a Service with Handlers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Create a playbook that copies a custom nginx.conf to /etc/nginx/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Add a handler that restarts Nginx when the config changes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Run the playbook twice — notice the handler only fires on the first run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Modify nginx.conf locally and run again to trigger the handler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8229600" cy="1874520"/>
          </a:xfrm>
          <a:prstGeom prst="rect">
            <a:avLst/>
          </a:prstGeom>
          <a:solidFill>
            <a:srgbClr val="2A2A4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Exercise 5: Create and Use a Role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429000"/>
            <a:ext cx="7863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Run: ansible-galaxy init roles/webserver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Move your Nginx install tasks into roles/webserver/tasks/main.yml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Move variables into roles/webserver/defaults/main.yml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Create a site.yml playbook using: roles: [webserver]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Run: ansible-playbook site.yml -i hosts.ini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You Learned Today</a:t>
            </a:r>
            <a:endParaRPr lang="en-US" sz="3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9728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0972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Ansible is and why it matters for DevOps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0876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15087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Control Node, Managed Nodes, Inventory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20240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51560" y="19202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Ansible on different operating systems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31720"/>
            <a:ext cx="274320" cy="2743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51560" y="23317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and running ad-hoc commands and playbooks</a:t>
            </a:r>
            <a:endParaRPr lang="en-US" sz="13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43200"/>
            <a:ext cx="274320" cy="27432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51560" y="27432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modules, variables, facts, and handlers</a:t>
            </a:r>
            <a:endParaRPr lang="en-US" sz="13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54680"/>
            <a:ext cx="274320" cy="27432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051560" y="31546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Organizing code with roles and Ansible Galaxy</a:t>
            </a:r>
            <a:endParaRPr lang="en-US" sz="130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611880"/>
            <a:ext cx="365760" cy="36576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143000" y="3657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8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Keep Exploring</a:t>
            </a:r>
            <a:endParaRPr lang="en-US" sz="1800" dirty="0"/>
          </a:p>
        </p:txBody>
      </p:sp>
      <p:sp>
        <p:nvSpPr>
          <p:cNvPr id="18" name="Text 9"/>
          <p:cNvSpPr/>
          <p:nvPr/>
        </p:nvSpPr>
        <p:spPr>
          <a:xfrm>
            <a:off x="1143000" y="406908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docs.ansible.com  —  Official documentation</a:t>
            </a:r>
            <a:endParaRPr lang="en-US" sz="1200" dirty="0"/>
          </a:p>
        </p:txBody>
      </p:sp>
      <p:sp>
        <p:nvSpPr>
          <p:cNvPr id="19" name="Text 10"/>
          <p:cNvSpPr/>
          <p:nvPr/>
        </p:nvSpPr>
        <p:spPr>
          <a:xfrm>
            <a:off x="1143000" y="438912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Vault  —  Encrypt secrets and passwords</a:t>
            </a:r>
            <a:endParaRPr lang="en-US" sz="1200" dirty="0"/>
          </a:p>
        </p:txBody>
      </p:sp>
      <p:sp>
        <p:nvSpPr>
          <p:cNvPr id="20" name="Text 11"/>
          <p:cNvSpPr/>
          <p:nvPr/>
        </p:nvSpPr>
        <p:spPr>
          <a:xfrm>
            <a:off x="1143000" y="470916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AWX / Ansible Tower  —  Web UI for managing Ansible at scale</a:t>
            </a:r>
            <a:endParaRPr lang="en-US" sz="1200" dirty="0"/>
          </a:p>
        </p:txBody>
      </p:sp>
      <p:sp>
        <p:nvSpPr>
          <p:cNvPr id="21" name="Text 1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5984</TotalTime>
  <Words>1998</Words>
  <Application>Microsoft Macintosh PowerPoint</Application>
  <PresentationFormat>On-screen Show (16:9)</PresentationFormat>
  <Paragraphs>370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Atul Matkawala</dc:creator>
  <cp:lastModifiedBy>Atul Matkawala</cp:lastModifiedBy>
  <cp:revision>1</cp:revision>
  <dcterms:created xsi:type="dcterms:W3CDTF">2026-05-26T03:35:58Z</dcterms:created>
  <dcterms:modified xsi:type="dcterms:W3CDTF">2026-05-30T07:20:20Z</dcterms:modified>
</cp:coreProperties>
</file>