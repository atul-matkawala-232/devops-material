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5" r:id="rId1"/>
  </p:sldMasterIdLst>
  <p:notesMasterIdLst>
    <p:notesMasterId r:id="rId11"/>
  </p:notesMasterIdLst>
  <p:sldIdLst>
    <p:sldId id="256" r:id="rId2"/>
    <p:sldId id="267" r:id="rId3"/>
    <p:sldId id="268" r:id="rId4"/>
    <p:sldId id="260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DBB3D-32FD-45B0-AF8E-53D908A8FE9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DF8B9-E433-4191-9357-CD146BF7F8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931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ADF8B9-E433-4191-9357-CD146BF7F80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193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303" y="709435"/>
            <a:ext cx="6477805" cy="1963916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6303" y="2673351"/>
            <a:ext cx="6477804" cy="8033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5343" y="246981"/>
            <a:ext cx="4457751" cy="2319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43295" y="101197"/>
            <a:ext cx="608264" cy="37768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666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921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75" y="1317097"/>
            <a:ext cx="6464295" cy="1537549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6875" y="2854647"/>
            <a:ext cx="646429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778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290" y="718528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6875" y="1624216"/>
            <a:ext cx="3483864" cy="2470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705" y="1628827"/>
            <a:ext cx="3483864" cy="2465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754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75" y="71500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875" y="1627296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6875" y="2230836"/>
            <a:ext cx="3483864" cy="1870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0753" y="1629886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0753" y="2228752"/>
            <a:ext cx="3483864" cy="18653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260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505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9621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19" y="714434"/>
            <a:ext cx="2456260" cy="1741632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2500" y="714434"/>
            <a:ext cx="4509353" cy="33789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219" y="2456065"/>
            <a:ext cx="2456260" cy="1634189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26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43" y="847135"/>
            <a:ext cx="4391154" cy="144315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185" y="2290291"/>
            <a:ext cx="4384865" cy="1572010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3975" y="4102393"/>
            <a:ext cx="4387204" cy="240092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43975" y="238981"/>
            <a:ext cx="3658364" cy="240698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32596" y="103056"/>
            <a:ext cx="608264" cy="37768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844095" y="482598"/>
            <a:ext cx="4409694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962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482598"/>
            <a:ext cx="7207758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813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3532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7702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6481709" y="2285187"/>
            <a:ext cx="3497580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2291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8825" y="1103198"/>
            <a:ext cx="3343275" cy="2218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B6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58825" y="3551636"/>
            <a:ext cx="4641850" cy="575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FB600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41501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4589502"/>
            <a:ext cx="9144000" cy="5572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351577"/>
            <a:ext cx="9144000" cy="4235268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4590952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7703" y="714994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7703" y="1628827"/>
            <a:ext cx="7202456" cy="2470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623" y="247778"/>
            <a:ext cx="188654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703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38558" y="103056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62065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3400" y="1352550"/>
            <a:ext cx="6481763" cy="141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00000"/>
              </a:lnSpc>
              <a:spcBef>
                <a:spcPts val="100"/>
              </a:spcBef>
            </a:pPr>
            <a:r>
              <a:rPr sz="6000" spc="36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What</a:t>
            </a:r>
            <a:r>
              <a:rPr sz="6000" spc="-40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6000" spc="8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is </a:t>
            </a:r>
            <a:r>
              <a:rPr sz="6000" spc="17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Ansible</a:t>
            </a:r>
            <a:r>
              <a:rPr sz="6000" spc="-409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6000" spc="26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?</a:t>
            </a:r>
            <a:endParaRPr sz="60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C1BAD9-50BA-C5F2-3F7D-44BE81C81D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0"/>
            <a:ext cx="2895600" cy="794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B7E510-9245-12CD-1821-CDB7836882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481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624E-2CC0-A9A9-1B58-8BA9DE3B61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416290"/>
            <a:ext cx="7513637" cy="131445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History of Automation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E4BC3-0E28-57AE-E149-52E4F6662B76}"/>
              </a:ext>
            </a:extLst>
          </p:cNvPr>
          <p:cNvSpPr txBox="1"/>
          <p:nvPr/>
        </p:nvSpPr>
        <p:spPr>
          <a:xfrm>
            <a:off x="938893" y="1276350"/>
            <a:ext cx="5638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r>
              <a:rPr lang="en-IN" u="sng" dirty="0">
                <a:latin typeface="Arial Black" panose="020B0A04020102020204" pitchFamily="34" charset="0"/>
              </a:rPr>
              <a:t>Perspective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1. Bash Scripting / Batch Scripting </a:t>
            </a:r>
            <a:br>
              <a:rPr lang="en-IN" dirty="0"/>
            </a:br>
            <a:r>
              <a:rPr lang="en-IN" dirty="0"/>
              <a:t>2. Python/ PERL/ Ruby </a:t>
            </a:r>
            <a:br>
              <a:rPr lang="en-IN" dirty="0"/>
            </a:br>
            <a:r>
              <a:rPr lang="en-IN" dirty="0"/>
              <a:t>3. </a:t>
            </a:r>
            <a:r>
              <a:rPr lang="en-IN" dirty="0" err="1"/>
              <a:t>Powershell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4. Puppet =&gt; pull model </a:t>
            </a:r>
            <a:br>
              <a:rPr lang="en-IN" dirty="0"/>
            </a:br>
            <a:r>
              <a:rPr lang="en-IN" dirty="0"/>
              <a:t>5. Salt Stack =&gt; pull </a:t>
            </a:r>
            <a:br>
              <a:rPr lang="en-IN" dirty="0"/>
            </a:br>
            <a:r>
              <a:rPr lang="en-IN" dirty="0"/>
              <a:t>6. Chef =&gt; pull </a:t>
            </a:r>
            <a:br>
              <a:rPr lang="en-IN" dirty="0"/>
            </a:br>
            <a:r>
              <a:rPr lang="en-IN" dirty="0"/>
              <a:t>7. Ansible =&gt; push </a:t>
            </a:r>
            <a:br>
              <a:rPr lang="en-IN" dirty="0"/>
            </a:br>
            <a:r>
              <a:rPr lang="en-IN" dirty="0"/>
              <a:t>8. Terraform Ansible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236F9A-E2DB-549B-15C3-46EAE44F82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0"/>
            <a:ext cx="794480" cy="7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1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object 14">
            <a:extLst>
              <a:ext uri="{FF2B5EF4-FFF2-40B4-BE49-F238E27FC236}">
                <a16:creationId xmlns:a16="http://schemas.microsoft.com/office/drawing/2014/main" id="{9CA31842-F43A-501B-53F7-F66592B62F94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20340" y="1925419"/>
            <a:ext cx="785269" cy="646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0" name="object 15">
            <a:extLst>
              <a:ext uri="{FF2B5EF4-FFF2-40B4-BE49-F238E27FC236}">
                <a16:creationId xmlns:a16="http://schemas.microsoft.com/office/drawing/2014/main" id="{C0D281FA-25CB-9FEE-9A3D-B2A0CE8D6129}"/>
              </a:ext>
            </a:extLst>
          </p:cNvPr>
          <p:cNvSpPr/>
          <p:nvPr/>
        </p:nvSpPr>
        <p:spPr>
          <a:xfrm>
            <a:off x="2938340" y="1924412"/>
            <a:ext cx="736281" cy="616996"/>
          </a:xfrm>
          <a:custGeom>
            <a:avLst/>
            <a:gdLst/>
            <a:ahLst/>
            <a:cxnLst/>
            <a:rect l="l" t="t" r="r" b="b"/>
            <a:pathLst>
              <a:path w="478154" h="434339">
                <a:moveTo>
                  <a:pt x="112280" y="287426"/>
                </a:moveTo>
                <a:lnTo>
                  <a:pt x="108419" y="284200"/>
                </a:lnTo>
                <a:lnTo>
                  <a:pt x="59994" y="284200"/>
                </a:lnTo>
                <a:lnTo>
                  <a:pt x="56629" y="284200"/>
                </a:lnTo>
                <a:lnTo>
                  <a:pt x="52730" y="287426"/>
                </a:lnTo>
                <a:lnTo>
                  <a:pt x="52730" y="297218"/>
                </a:lnTo>
                <a:lnTo>
                  <a:pt x="55651" y="300456"/>
                </a:lnTo>
                <a:lnTo>
                  <a:pt x="108419" y="300456"/>
                </a:lnTo>
                <a:lnTo>
                  <a:pt x="112280" y="297218"/>
                </a:lnTo>
                <a:lnTo>
                  <a:pt x="112280" y="287426"/>
                </a:lnTo>
                <a:close/>
              </a:path>
              <a:path w="478154" h="434339">
                <a:moveTo>
                  <a:pt x="112280" y="221284"/>
                </a:moveTo>
                <a:lnTo>
                  <a:pt x="108419" y="217462"/>
                </a:lnTo>
                <a:lnTo>
                  <a:pt x="59994" y="217462"/>
                </a:lnTo>
                <a:lnTo>
                  <a:pt x="56629" y="217462"/>
                </a:lnTo>
                <a:lnTo>
                  <a:pt x="52730" y="221284"/>
                </a:lnTo>
                <a:lnTo>
                  <a:pt x="52730" y="230492"/>
                </a:lnTo>
                <a:lnTo>
                  <a:pt x="55651" y="233768"/>
                </a:lnTo>
                <a:lnTo>
                  <a:pt x="108419" y="233768"/>
                </a:lnTo>
                <a:lnTo>
                  <a:pt x="112280" y="230492"/>
                </a:lnTo>
                <a:lnTo>
                  <a:pt x="112280" y="221284"/>
                </a:lnTo>
                <a:close/>
              </a:path>
              <a:path w="478154" h="434339">
                <a:moveTo>
                  <a:pt x="112280" y="154012"/>
                </a:moveTo>
                <a:lnTo>
                  <a:pt x="108419" y="150774"/>
                </a:lnTo>
                <a:lnTo>
                  <a:pt x="59994" y="150774"/>
                </a:lnTo>
                <a:lnTo>
                  <a:pt x="56629" y="150774"/>
                </a:lnTo>
                <a:lnTo>
                  <a:pt x="52730" y="154012"/>
                </a:lnTo>
                <a:lnTo>
                  <a:pt x="52730" y="163258"/>
                </a:lnTo>
                <a:lnTo>
                  <a:pt x="55651" y="167030"/>
                </a:lnTo>
                <a:lnTo>
                  <a:pt x="108419" y="167030"/>
                </a:lnTo>
                <a:lnTo>
                  <a:pt x="112280" y="163258"/>
                </a:lnTo>
                <a:lnTo>
                  <a:pt x="112280" y="154012"/>
                </a:lnTo>
                <a:close/>
              </a:path>
              <a:path w="478154" h="434339">
                <a:moveTo>
                  <a:pt x="112763" y="339496"/>
                </a:moveTo>
                <a:lnTo>
                  <a:pt x="109842" y="336804"/>
                </a:lnTo>
                <a:lnTo>
                  <a:pt x="108178" y="335165"/>
                </a:lnTo>
                <a:lnTo>
                  <a:pt x="106349" y="334352"/>
                </a:lnTo>
                <a:lnTo>
                  <a:pt x="104635" y="334352"/>
                </a:lnTo>
                <a:lnTo>
                  <a:pt x="102971" y="334352"/>
                </a:lnTo>
                <a:lnTo>
                  <a:pt x="101384" y="335165"/>
                </a:lnTo>
                <a:lnTo>
                  <a:pt x="100164" y="336804"/>
                </a:lnTo>
                <a:lnTo>
                  <a:pt x="75488" y="365010"/>
                </a:lnTo>
                <a:lnTo>
                  <a:pt x="63373" y="351434"/>
                </a:lnTo>
                <a:lnTo>
                  <a:pt x="61582" y="350608"/>
                </a:lnTo>
                <a:lnTo>
                  <a:pt x="58051" y="350608"/>
                </a:lnTo>
                <a:lnTo>
                  <a:pt x="56388" y="351434"/>
                </a:lnTo>
                <a:lnTo>
                  <a:pt x="55168" y="353072"/>
                </a:lnTo>
                <a:lnTo>
                  <a:pt x="52235" y="356857"/>
                </a:lnTo>
                <a:lnTo>
                  <a:pt x="52235" y="361226"/>
                </a:lnTo>
                <a:lnTo>
                  <a:pt x="55168" y="363918"/>
                </a:lnTo>
                <a:lnTo>
                  <a:pt x="71628" y="382358"/>
                </a:lnTo>
                <a:lnTo>
                  <a:pt x="73533" y="382905"/>
                </a:lnTo>
                <a:lnTo>
                  <a:pt x="76949" y="382905"/>
                </a:lnTo>
                <a:lnTo>
                  <a:pt x="78867" y="382358"/>
                </a:lnTo>
                <a:lnTo>
                  <a:pt x="80327" y="381266"/>
                </a:lnTo>
                <a:lnTo>
                  <a:pt x="109842" y="347649"/>
                </a:lnTo>
                <a:lnTo>
                  <a:pt x="112763" y="344373"/>
                </a:lnTo>
                <a:lnTo>
                  <a:pt x="112763" y="339496"/>
                </a:lnTo>
                <a:close/>
              </a:path>
              <a:path w="478154" h="434339">
                <a:moveTo>
                  <a:pt x="216839" y="354711"/>
                </a:moveTo>
                <a:lnTo>
                  <a:pt x="213423" y="351434"/>
                </a:lnTo>
                <a:lnTo>
                  <a:pt x="164553" y="351434"/>
                </a:lnTo>
                <a:lnTo>
                  <a:pt x="161150" y="351434"/>
                </a:lnTo>
                <a:lnTo>
                  <a:pt x="157276" y="354711"/>
                </a:lnTo>
                <a:lnTo>
                  <a:pt x="157276" y="363918"/>
                </a:lnTo>
                <a:lnTo>
                  <a:pt x="160655" y="367195"/>
                </a:lnTo>
                <a:lnTo>
                  <a:pt x="212940" y="367195"/>
                </a:lnTo>
                <a:lnTo>
                  <a:pt x="216839" y="363918"/>
                </a:lnTo>
                <a:lnTo>
                  <a:pt x="216839" y="354711"/>
                </a:lnTo>
                <a:close/>
              </a:path>
              <a:path w="478154" h="434339">
                <a:moveTo>
                  <a:pt x="216839" y="287426"/>
                </a:moveTo>
                <a:lnTo>
                  <a:pt x="213423" y="284200"/>
                </a:lnTo>
                <a:lnTo>
                  <a:pt x="164553" y="284200"/>
                </a:lnTo>
                <a:lnTo>
                  <a:pt x="161150" y="284200"/>
                </a:lnTo>
                <a:lnTo>
                  <a:pt x="157276" y="287426"/>
                </a:lnTo>
                <a:lnTo>
                  <a:pt x="157276" y="297218"/>
                </a:lnTo>
                <a:lnTo>
                  <a:pt x="160655" y="300456"/>
                </a:lnTo>
                <a:lnTo>
                  <a:pt x="212940" y="300456"/>
                </a:lnTo>
                <a:lnTo>
                  <a:pt x="216839" y="297218"/>
                </a:lnTo>
                <a:lnTo>
                  <a:pt x="216839" y="287426"/>
                </a:lnTo>
                <a:close/>
              </a:path>
              <a:path w="478154" h="434339">
                <a:moveTo>
                  <a:pt x="216839" y="206070"/>
                </a:moveTo>
                <a:lnTo>
                  <a:pt x="214401" y="202844"/>
                </a:lnTo>
                <a:lnTo>
                  <a:pt x="212940" y="201193"/>
                </a:lnTo>
                <a:lnTo>
                  <a:pt x="211150" y="200380"/>
                </a:lnTo>
                <a:lnTo>
                  <a:pt x="209359" y="200380"/>
                </a:lnTo>
                <a:lnTo>
                  <a:pt x="207606" y="200380"/>
                </a:lnTo>
                <a:lnTo>
                  <a:pt x="205943" y="201193"/>
                </a:lnTo>
                <a:lnTo>
                  <a:pt x="204724" y="202844"/>
                </a:lnTo>
                <a:lnTo>
                  <a:pt x="180047" y="230492"/>
                </a:lnTo>
                <a:lnTo>
                  <a:pt x="169887" y="219100"/>
                </a:lnTo>
                <a:lnTo>
                  <a:pt x="168173" y="217462"/>
                </a:lnTo>
                <a:lnTo>
                  <a:pt x="166344" y="216687"/>
                </a:lnTo>
                <a:lnTo>
                  <a:pt x="162979" y="216687"/>
                </a:lnTo>
                <a:lnTo>
                  <a:pt x="161391" y="217462"/>
                </a:lnTo>
                <a:lnTo>
                  <a:pt x="160210" y="219100"/>
                </a:lnTo>
                <a:lnTo>
                  <a:pt x="156794" y="222377"/>
                </a:lnTo>
                <a:lnTo>
                  <a:pt x="156794" y="227253"/>
                </a:lnTo>
                <a:lnTo>
                  <a:pt x="160210" y="229946"/>
                </a:lnTo>
                <a:lnTo>
                  <a:pt x="175209" y="246748"/>
                </a:lnTo>
                <a:lnTo>
                  <a:pt x="176149" y="248386"/>
                </a:lnTo>
                <a:lnTo>
                  <a:pt x="178092" y="248932"/>
                </a:lnTo>
                <a:lnTo>
                  <a:pt x="181965" y="248932"/>
                </a:lnTo>
                <a:lnTo>
                  <a:pt x="183426" y="248386"/>
                </a:lnTo>
                <a:lnTo>
                  <a:pt x="214401" y="213677"/>
                </a:lnTo>
                <a:lnTo>
                  <a:pt x="216839" y="210997"/>
                </a:lnTo>
                <a:lnTo>
                  <a:pt x="216839" y="206070"/>
                </a:lnTo>
                <a:close/>
              </a:path>
              <a:path w="478154" h="434339">
                <a:moveTo>
                  <a:pt x="216839" y="154012"/>
                </a:moveTo>
                <a:lnTo>
                  <a:pt x="213423" y="150774"/>
                </a:lnTo>
                <a:lnTo>
                  <a:pt x="164553" y="150774"/>
                </a:lnTo>
                <a:lnTo>
                  <a:pt x="161150" y="150774"/>
                </a:lnTo>
                <a:lnTo>
                  <a:pt x="157276" y="154012"/>
                </a:lnTo>
                <a:lnTo>
                  <a:pt x="157276" y="163258"/>
                </a:lnTo>
                <a:lnTo>
                  <a:pt x="160655" y="167030"/>
                </a:lnTo>
                <a:lnTo>
                  <a:pt x="212940" y="167030"/>
                </a:lnTo>
                <a:lnTo>
                  <a:pt x="216839" y="163258"/>
                </a:lnTo>
                <a:lnTo>
                  <a:pt x="216839" y="154012"/>
                </a:lnTo>
                <a:close/>
              </a:path>
              <a:path w="478154" h="434339">
                <a:moveTo>
                  <a:pt x="320865" y="354711"/>
                </a:moveTo>
                <a:lnTo>
                  <a:pt x="317982" y="351434"/>
                </a:lnTo>
                <a:lnTo>
                  <a:pt x="268630" y="351434"/>
                </a:lnTo>
                <a:lnTo>
                  <a:pt x="265214" y="351434"/>
                </a:lnTo>
                <a:lnTo>
                  <a:pt x="261353" y="354711"/>
                </a:lnTo>
                <a:lnTo>
                  <a:pt x="261353" y="363918"/>
                </a:lnTo>
                <a:lnTo>
                  <a:pt x="264731" y="367195"/>
                </a:lnTo>
                <a:lnTo>
                  <a:pt x="317004" y="367195"/>
                </a:lnTo>
                <a:lnTo>
                  <a:pt x="320865" y="363918"/>
                </a:lnTo>
                <a:lnTo>
                  <a:pt x="320865" y="354711"/>
                </a:lnTo>
                <a:close/>
              </a:path>
              <a:path w="478154" h="434339">
                <a:moveTo>
                  <a:pt x="320865" y="221284"/>
                </a:moveTo>
                <a:lnTo>
                  <a:pt x="317982" y="217462"/>
                </a:lnTo>
                <a:lnTo>
                  <a:pt x="268630" y="217462"/>
                </a:lnTo>
                <a:lnTo>
                  <a:pt x="265214" y="217462"/>
                </a:lnTo>
                <a:lnTo>
                  <a:pt x="261353" y="221284"/>
                </a:lnTo>
                <a:lnTo>
                  <a:pt x="261353" y="230492"/>
                </a:lnTo>
                <a:lnTo>
                  <a:pt x="264731" y="233768"/>
                </a:lnTo>
                <a:lnTo>
                  <a:pt x="317004" y="233768"/>
                </a:lnTo>
                <a:lnTo>
                  <a:pt x="320865" y="230492"/>
                </a:lnTo>
                <a:lnTo>
                  <a:pt x="320865" y="221284"/>
                </a:lnTo>
                <a:close/>
              </a:path>
              <a:path w="478154" h="434339">
                <a:moveTo>
                  <a:pt x="321360" y="272808"/>
                </a:moveTo>
                <a:lnTo>
                  <a:pt x="318465" y="270078"/>
                </a:lnTo>
                <a:lnTo>
                  <a:pt x="317004" y="268211"/>
                </a:lnTo>
                <a:lnTo>
                  <a:pt x="315175" y="267246"/>
                </a:lnTo>
                <a:lnTo>
                  <a:pt x="313436" y="267246"/>
                </a:lnTo>
                <a:lnTo>
                  <a:pt x="311683" y="267246"/>
                </a:lnTo>
                <a:lnTo>
                  <a:pt x="309968" y="268211"/>
                </a:lnTo>
                <a:lnTo>
                  <a:pt x="308800" y="270078"/>
                </a:lnTo>
                <a:lnTo>
                  <a:pt x="284124" y="297776"/>
                </a:lnTo>
                <a:lnTo>
                  <a:pt x="273913" y="286385"/>
                </a:lnTo>
                <a:lnTo>
                  <a:pt x="272249" y="284467"/>
                </a:lnTo>
                <a:lnTo>
                  <a:pt x="270421" y="283514"/>
                </a:lnTo>
                <a:lnTo>
                  <a:pt x="267042" y="283514"/>
                </a:lnTo>
                <a:lnTo>
                  <a:pt x="265455" y="284467"/>
                </a:lnTo>
                <a:lnTo>
                  <a:pt x="264236" y="286385"/>
                </a:lnTo>
                <a:lnTo>
                  <a:pt x="260870" y="289610"/>
                </a:lnTo>
                <a:lnTo>
                  <a:pt x="260870" y="294487"/>
                </a:lnTo>
                <a:lnTo>
                  <a:pt x="264236" y="297218"/>
                </a:lnTo>
                <a:lnTo>
                  <a:pt x="280212" y="315125"/>
                </a:lnTo>
                <a:lnTo>
                  <a:pt x="282168" y="316179"/>
                </a:lnTo>
                <a:lnTo>
                  <a:pt x="286029" y="316179"/>
                </a:lnTo>
                <a:lnTo>
                  <a:pt x="287489" y="315125"/>
                </a:lnTo>
                <a:lnTo>
                  <a:pt x="288963" y="314032"/>
                </a:lnTo>
                <a:lnTo>
                  <a:pt x="318465" y="280911"/>
                </a:lnTo>
                <a:lnTo>
                  <a:pt x="321360" y="278231"/>
                </a:lnTo>
                <a:lnTo>
                  <a:pt x="321360" y="272808"/>
                </a:lnTo>
                <a:close/>
              </a:path>
              <a:path w="478154" h="434339">
                <a:moveTo>
                  <a:pt x="321360" y="138836"/>
                </a:moveTo>
                <a:lnTo>
                  <a:pt x="318465" y="136105"/>
                </a:lnTo>
                <a:lnTo>
                  <a:pt x="317004" y="134505"/>
                </a:lnTo>
                <a:lnTo>
                  <a:pt x="315175" y="133692"/>
                </a:lnTo>
                <a:lnTo>
                  <a:pt x="313436" y="133692"/>
                </a:lnTo>
                <a:lnTo>
                  <a:pt x="311683" y="133692"/>
                </a:lnTo>
                <a:lnTo>
                  <a:pt x="309968" y="134505"/>
                </a:lnTo>
                <a:lnTo>
                  <a:pt x="308800" y="136105"/>
                </a:lnTo>
                <a:lnTo>
                  <a:pt x="284124" y="164350"/>
                </a:lnTo>
                <a:lnTo>
                  <a:pt x="273913" y="152412"/>
                </a:lnTo>
                <a:lnTo>
                  <a:pt x="272249" y="150774"/>
                </a:lnTo>
                <a:lnTo>
                  <a:pt x="270421" y="149948"/>
                </a:lnTo>
                <a:lnTo>
                  <a:pt x="267042" y="149948"/>
                </a:lnTo>
                <a:lnTo>
                  <a:pt x="265455" y="150774"/>
                </a:lnTo>
                <a:lnTo>
                  <a:pt x="264236" y="152412"/>
                </a:lnTo>
                <a:lnTo>
                  <a:pt x="260870" y="156197"/>
                </a:lnTo>
                <a:lnTo>
                  <a:pt x="260870" y="160515"/>
                </a:lnTo>
                <a:lnTo>
                  <a:pt x="264236" y="163258"/>
                </a:lnTo>
                <a:lnTo>
                  <a:pt x="279247" y="180606"/>
                </a:lnTo>
                <a:lnTo>
                  <a:pt x="280212" y="181698"/>
                </a:lnTo>
                <a:lnTo>
                  <a:pt x="282168" y="182245"/>
                </a:lnTo>
                <a:lnTo>
                  <a:pt x="286029" y="182245"/>
                </a:lnTo>
                <a:lnTo>
                  <a:pt x="287489" y="181698"/>
                </a:lnTo>
                <a:lnTo>
                  <a:pt x="288963" y="180606"/>
                </a:lnTo>
                <a:lnTo>
                  <a:pt x="318465" y="146989"/>
                </a:lnTo>
                <a:lnTo>
                  <a:pt x="321360" y="143713"/>
                </a:lnTo>
                <a:lnTo>
                  <a:pt x="321360" y="138836"/>
                </a:lnTo>
                <a:close/>
              </a:path>
              <a:path w="478154" h="434339">
                <a:moveTo>
                  <a:pt x="425424" y="354711"/>
                </a:moveTo>
                <a:lnTo>
                  <a:pt x="422059" y="351434"/>
                </a:lnTo>
                <a:lnTo>
                  <a:pt x="373634" y="351434"/>
                </a:lnTo>
                <a:lnTo>
                  <a:pt x="369773" y="351434"/>
                </a:lnTo>
                <a:lnTo>
                  <a:pt x="366395" y="354711"/>
                </a:lnTo>
                <a:lnTo>
                  <a:pt x="366395" y="363918"/>
                </a:lnTo>
                <a:lnTo>
                  <a:pt x="369290" y="367195"/>
                </a:lnTo>
                <a:lnTo>
                  <a:pt x="422059" y="367195"/>
                </a:lnTo>
                <a:lnTo>
                  <a:pt x="425424" y="363918"/>
                </a:lnTo>
                <a:lnTo>
                  <a:pt x="425424" y="354711"/>
                </a:lnTo>
                <a:close/>
              </a:path>
              <a:path w="478154" h="434339">
                <a:moveTo>
                  <a:pt x="425424" y="287426"/>
                </a:moveTo>
                <a:lnTo>
                  <a:pt x="422059" y="284200"/>
                </a:lnTo>
                <a:lnTo>
                  <a:pt x="373634" y="284200"/>
                </a:lnTo>
                <a:lnTo>
                  <a:pt x="369773" y="284200"/>
                </a:lnTo>
                <a:lnTo>
                  <a:pt x="366395" y="287426"/>
                </a:lnTo>
                <a:lnTo>
                  <a:pt x="366395" y="297218"/>
                </a:lnTo>
                <a:lnTo>
                  <a:pt x="369290" y="300456"/>
                </a:lnTo>
                <a:lnTo>
                  <a:pt x="422059" y="300456"/>
                </a:lnTo>
                <a:lnTo>
                  <a:pt x="425424" y="297218"/>
                </a:lnTo>
                <a:lnTo>
                  <a:pt x="425424" y="287426"/>
                </a:lnTo>
                <a:close/>
              </a:path>
              <a:path w="478154" h="434339">
                <a:moveTo>
                  <a:pt x="425424" y="154012"/>
                </a:moveTo>
                <a:lnTo>
                  <a:pt x="422059" y="150774"/>
                </a:lnTo>
                <a:lnTo>
                  <a:pt x="373634" y="150774"/>
                </a:lnTo>
                <a:lnTo>
                  <a:pt x="369773" y="150774"/>
                </a:lnTo>
                <a:lnTo>
                  <a:pt x="366395" y="154012"/>
                </a:lnTo>
                <a:lnTo>
                  <a:pt x="366395" y="163258"/>
                </a:lnTo>
                <a:lnTo>
                  <a:pt x="369290" y="167030"/>
                </a:lnTo>
                <a:lnTo>
                  <a:pt x="422059" y="167030"/>
                </a:lnTo>
                <a:lnTo>
                  <a:pt x="425424" y="163258"/>
                </a:lnTo>
                <a:lnTo>
                  <a:pt x="425424" y="154012"/>
                </a:lnTo>
                <a:close/>
              </a:path>
              <a:path w="478154" h="434339">
                <a:moveTo>
                  <a:pt x="426402" y="206070"/>
                </a:moveTo>
                <a:lnTo>
                  <a:pt x="423024" y="202844"/>
                </a:lnTo>
                <a:lnTo>
                  <a:pt x="421563" y="201193"/>
                </a:lnTo>
                <a:lnTo>
                  <a:pt x="419735" y="200380"/>
                </a:lnTo>
                <a:lnTo>
                  <a:pt x="417995" y="200380"/>
                </a:lnTo>
                <a:lnTo>
                  <a:pt x="416242" y="200380"/>
                </a:lnTo>
                <a:lnTo>
                  <a:pt x="414528" y="201193"/>
                </a:lnTo>
                <a:lnTo>
                  <a:pt x="413308" y="202844"/>
                </a:lnTo>
                <a:lnTo>
                  <a:pt x="388632" y="230492"/>
                </a:lnTo>
                <a:lnTo>
                  <a:pt x="378472" y="219100"/>
                </a:lnTo>
                <a:lnTo>
                  <a:pt x="377050" y="217462"/>
                </a:lnTo>
                <a:lnTo>
                  <a:pt x="375221" y="216687"/>
                </a:lnTo>
                <a:lnTo>
                  <a:pt x="371729" y="216687"/>
                </a:lnTo>
                <a:lnTo>
                  <a:pt x="370014" y="217462"/>
                </a:lnTo>
                <a:lnTo>
                  <a:pt x="368795" y="219100"/>
                </a:lnTo>
                <a:lnTo>
                  <a:pt x="365912" y="222377"/>
                </a:lnTo>
                <a:lnTo>
                  <a:pt x="365912" y="227253"/>
                </a:lnTo>
                <a:lnTo>
                  <a:pt x="368795" y="229946"/>
                </a:lnTo>
                <a:lnTo>
                  <a:pt x="385267" y="248386"/>
                </a:lnTo>
                <a:lnTo>
                  <a:pt x="386727" y="248932"/>
                </a:lnTo>
                <a:lnTo>
                  <a:pt x="390588" y="248932"/>
                </a:lnTo>
                <a:lnTo>
                  <a:pt x="392544" y="248386"/>
                </a:lnTo>
                <a:lnTo>
                  <a:pt x="393471" y="246748"/>
                </a:lnTo>
                <a:lnTo>
                  <a:pt x="423024" y="213677"/>
                </a:lnTo>
                <a:lnTo>
                  <a:pt x="426402" y="210997"/>
                </a:lnTo>
                <a:lnTo>
                  <a:pt x="426402" y="206070"/>
                </a:lnTo>
                <a:close/>
              </a:path>
              <a:path w="478154" h="434339">
                <a:moveTo>
                  <a:pt x="448195" y="86766"/>
                </a:moveTo>
                <a:lnTo>
                  <a:pt x="444296" y="83540"/>
                </a:lnTo>
                <a:lnTo>
                  <a:pt x="37719" y="83540"/>
                </a:lnTo>
                <a:lnTo>
                  <a:pt x="34353" y="83540"/>
                </a:lnTo>
                <a:lnTo>
                  <a:pt x="30492" y="86766"/>
                </a:lnTo>
                <a:lnTo>
                  <a:pt x="30492" y="95973"/>
                </a:lnTo>
                <a:lnTo>
                  <a:pt x="33375" y="99796"/>
                </a:lnTo>
                <a:lnTo>
                  <a:pt x="444296" y="99796"/>
                </a:lnTo>
                <a:lnTo>
                  <a:pt x="448195" y="95973"/>
                </a:lnTo>
                <a:lnTo>
                  <a:pt x="448195" y="86766"/>
                </a:lnTo>
                <a:close/>
              </a:path>
              <a:path w="478154" h="434339">
                <a:moveTo>
                  <a:pt x="477710" y="66687"/>
                </a:moveTo>
                <a:lnTo>
                  <a:pt x="475348" y="53670"/>
                </a:lnTo>
                <a:lnTo>
                  <a:pt x="468947" y="42976"/>
                </a:lnTo>
                <a:lnTo>
                  <a:pt x="463677" y="38912"/>
                </a:lnTo>
                <a:lnTo>
                  <a:pt x="463677" y="57480"/>
                </a:lnTo>
                <a:lnTo>
                  <a:pt x="463677" y="410006"/>
                </a:lnTo>
                <a:lnTo>
                  <a:pt x="456399" y="418160"/>
                </a:lnTo>
                <a:lnTo>
                  <a:pt x="21742" y="418160"/>
                </a:lnTo>
                <a:lnTo>
                  <a:pt x="15481" y="411111"/>
                </a:lnTo>
                <a:lnTo>
                  <a:pt x="15481" y="57480"/>
                </a:lnTo>
                <a:lnTo>
                  <a:pt x="21742" y="50419"/>
                </a:lnTo>
                <a:lnTo>
                  <a:pt x="45491" y="50419"/>
                </a:lnTo>
                <a:lnTo>
                  <a:pt x="45491" y="59664"/>
                </a:lnTo>
                <a:lnTo>
                  <a:pt x="52235" y="67233"/>
                </a:lnTo>
                <a:lnTo>
                  <a:pt x="83210" y="67233"/>
                </a:lnTo>
                <a:lnTo>
                  <a:pt x="90004" y="59664"/>
                </a:lnTo>
                <a:lnTo>
                  <a:pt x="90004" y="50419"/>
                </a:lnTo>
                <a:lnTo>
                  <a:pt x="389128" y="50419"/>
                </a:lnTo>
                <a:lnTo>
                  <a:pt x="389128" y="59664"/>
                </a:lnTo>
                <a:lnTo>
                  <a:pt x="395909" y="67233"/>
                </a:lnTo>
                <a:lnTo>
                  <a:pt x="426897" y="67233"/>
                </a:lnTo>
                <a:lnTo>
                  <a:pt x="433679" y="59664"/>
                </a:lnTo>
                <a:lnTo>
                  <a:pt x="433679" y="50419"/>
                </a:lnTo>
                <a:lnTo>
                  <a:pt x="456895" y="50419"/>
                </a:lnTo>
                <a:lnTo>
                  <a:pt x="463677" y="57480"/>
                </a:lnTo>
                <a:lnTo>
                  <a:pt x="463677" y="38912"/>
                </a:lnTo>
                <a:lnTo>
                  <a:pt x="459549" y="35725"/>
                </a:lnTo>
                <a:lnTo>
                  <a:pt x="448195" y="33070"/>
                </a:lnTo>
                <a:lnTo>
                  <a:pt x="432701" y="33070"/>
                </a:lnTo>
                <a:lnTo>
                  <a:pt x="432701" y="15709"/>
                </a:lnTo>
                <a:lnTo>
                  <a:pt x="432701" y="7594"/>
                </a:lnTo>
                <a:lnTo>
                  <a:pt x="426402" y="0"/>
                </a:lnTo>
                <a:lnTo>
                  <a:pt x="418198" y="0"/>
                </a:lnTo>
                <a:lnTo>
                  <a:pt x="418198" y="15709"/>
                </a:lnTo>
                <a:lnTo>
                  <a:pt x="418198" y="50419"/>
                </a:lnTo>
                <a:lnTo>
                  <a:pt x="402221" y="50419"/>
                </a:lnTo>
                <a:lnTo>
                  <a:pt x="402221" y="33070"/>
                </a:lnTo>
                <a:lnTo>
                  <a:pt x="402221" y="16256"/>
                </a:lnTo>
                <a:lnTo>
                  <a:pt x="402704" y="16256"/>
                </a:lnTo>
                <a:lnTo>
                  <a:pt x="413956" y="15849"/>
                </a:lnTo>
                <a:lnTo>
                  <a:pt x="417703" y="15709"/>
                </a:lnTo>
                <a:lnTo>
                  <a:pt x="418198" y="15709"/>
                </a:lnTo>
                <a:lnTo>
                  <a:pt x="418198" y="0"/>
                </a:lnTo>
                <a:lnTo>
                  <a:pt x="395427" y="0"/>
                </a:lnTo>
                <a:lnTo>
                  <a:pt x="388632" y="7594"/>
                </a:lnTo>
                <a:lnTo>
                  <a:pt x="388632" y="33070"/>
                </a:lnTo>
                <a:lnTo>
                  <a:pt x="89027" y="33070"/>
                </a:lnTo>
                <a:lnTo>
                  <a:pt x="89027" y="15709"/>
                </a:lnTo>
                <a:lnTo>
                  <a:pt x="89027" y="7594"/>
                </a:lnTo>
                <a:lnTo>
                  <a:pt x="82283" y="0"/>
                </a:lnTo>
                <a:lnTo>
                  <a:pt x="75006" y="0"/>
                </a:lnTo>
                <a:lnTo>
                  <a:pt x="75006" y="15709"/>
                </a:lnTo>
                <a:lnTo>
                  <a:pt x="75006" y="50419"/>
                </a:lnTo>
                <a:lnTo>
                  <a:pt x="59029" y="50419"/>
                </a:lnTo>
                <a:lnTo>
                  <a:pt x="59029" y="16256"/>
                </a:lnTo>
                <a:lnTo>
                  <a:pt x="59512" y="16256"/>
                </a:lnTo>
                <a:lnTo>
                  <a:pt x="70764" y="15849"/>
                </a:lnTo>
                <a:lnTo>
                  <a:pt x="74510" y="15709"/>
                </a:lnTo>
                <a:lnTo>
                  <a:pt x="75006" y="15709"/>
                </a:lnTo>
                <a:lnTo>
                  <a:pt x="75006" y="0"/>
                </a:lnTo>
                <a:lnTo>
                  <a:pt x="51790" y="0"/>
                </a:lnTo>
                <a:lnTo>
                  <a:pt x="44996" y="7594"/>
                </a:lnTo>
                <a:lnTo>
                  <a:pt x="44996" y="33070"/>
                </a:lnTo>
                <a:lnTo>
                  <a:pt x="29997" y="33070"/>
                </a:lnTo>
                <a:lnTo>
                  <a:pt x="18364" y="35725"/>
                </a:lnTo>
                <a:lnTo>
                  <a:pt x="8826" y="42976"/>
                </a:lnTo>
                <a:lnTo>
                  <a:pt x="2374" y="53670"/>
                </a:lnTo>
                <a:lnTo>
                  <a:pt x="0" y="66687"/>
                </a:lnTo>
                <a:lnTo>
                  <a:pt x="0" y="400812"/>
                </a:lnTo>
                <a:lnTo>
                  <a:pt x="2374" y="413766"/>
                </a:lnTo>
                <a:lnTo>
                  <a:pt x="8826" y="424268"/>
                </a:lnTo>
                <a:lnTo>
                  <a:pt x="18364" y="431304"/>
                </a:lnTo>
                <a:lnTo>
                  <a:pt x="29997" y="433882"/>
                </a:lnTo>
                <a:lnTo>
                  <a:pt x="447700" y="433882"/>
                </a:lnTo>
                <a:lnTo>
                  <a:pt x="459333" y="431304"/>
                </a:lnTo>
                <a:lnTo>
                  <a:pt x="468884" y="424268"/>
                </a:lnTo>
                <a:lnTo>
                  <a:pt x="472630" y="418160"/>
                </a:lnTo>
                <a:lnTo>
                  <a:pt x="475335" y="413766"/>
                </a:lnTo>
                <a:lnTo>
                  <a:pt x="477710" y="400812"/>
                </a:lnTo>
                <a:lnTo>
                  <a:pt x="477710" y="66687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endParaRPr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51" name="object 16">
            <a:extLst>
              <a:ext uri="{FF2B5EF4-FFF2-40B4-BE49-F238E27FC236}">
                <a16:creationId xmlns:a16="http://schemas.microsoft.com/office/drawing/2014/main" id="{C0A5B8FA-2780-DFAB-0355-4D7460184640}"/>
              </a:ext>
            </a:extLst>
          </p:cNvPr>
          <p:cNvGrpSpPr/>
          <p:nvPr/>
        </p:nvGrpSpPr>
        <p:grpSpPr>
          <a:xfrm>
            <a:off x="5119611" y="1939249"/>
            <a:ext cx="650124" cy="646331"/>
            <a:chOff x="5264522" y="1918941"/>
            <a:chExt cx="556260" cy="478790"/>
          </a:xfrm>
        </p:grpSpPr>
        <p:pic>
          <p:nvPicPr>
            <p:cNvPr id="52" name="object 17">
              <a:extLst>
                <a:ext uri="{FF2B5EF4-FFF2-40B4-BE49-F238E27FC236}">
                  <a16:creationId xmlns:a16="http://schemas.microsoft.com/office/drawing/2014/main" id="{2357D64D-CB83-5FD5-AF03-25894F52575A}"/>
                </a:ext>
              </a:extLst>
            </p:cNvPr>
            <p:cNvPicPr/>
            <p:nvPr/>
          </p:nvPicPr>
          <p:blipFill>
            <a:blip r:embed="rId3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330294" y="2284924"/>
              <a:ext cx="99806" cy="843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pic>
        <p:sp>
          <p:nvSpPr>
            <p:cNvPr id="53" name="object 18">
              <a:extLst>
                <a:ext uri="{FF2B5EF4-FFF2-40B4-BE49-F238E27FC236}">
                  <a16:creationId xmlns:a16="http://schemas.microsoft.com/office/drawing/2014/main" id="{BAD00C97-C8E5-61D7-7806-FB11BC89E930}"/>
                </a:ext>
              </a:extLst>
            </p:cNvPr>
            <p:cNvSpPr/>
            <p:nvPr/>
          </p:nvSpPr>
          <p:spPr>
            <a:xfrm>
              <a:off x="5264522" y="1918941"/>
              <a:ext cx="556260" cy="478790"/>
            </a:xfrm>
            <a:custGeom>
              <a:avLst/>
              <a:gdLst/>
              <a:ahLst/>
              <a:cxnLst/>
              <a:rect l="l" t="t" r="r" b="b"/>
              <a:pathLst>
                <a:path w="556260" h="478789">
                  <a:moveTo>
                    <a:pt x="185038" y="402199"/>
                  </a:moveTo>
                  <a:lnTo>
                    <a:pt x="174730" y="402199"/>
                  </a:lnTo>
                  <a:lnTo>
                    <a:pt x="169576" y="400454"/>
                  </a:lnTo>
                  <a:lnTo>
                    <a:pt x="95588" y="336162"/>
                  </a:lnTo>
                  <a:lnTo>
                    <a:pt x="91063" y="330578"/>
                  </a:lnTo>
                  <a:lnTo>
                    <a:pt x="89628" y="324326"/>
                  </a:lnTo>
                  <a:lnTo>
                    <a:pt x="89555" y="324009"/>
                  </a:lnTo>
                  <a:lnTo>
                    <a:pt x="91025" y="317509"/>
                  </a:lnTo>
                  <a:lnTo>
                    <a:pt x="91063" y="317339"/>
                  </a:lnTo>
                  <a:lnTo>
                    <a:pt x="95588" y="311451"/>
                  </a:lnTo>
                  <a:lnTo>
                    <a:pt x="115675" y="294132"/>
                  </a:lnTo>
                  <a:lnTo>
                    <a:pt x="105318" y="285742"/>
                  </a:lnTo>
                  <a:lnTo>
                    <a:pt x="99008" y="280301"/>
                  </a:lnTo>
                  <a:lnTo>
                    <a:pt x="99008" y="271413"/>
                  </a:lnTo>
                  <a:lnTo>
                    <a:pt x="115675" y="257043"/>
                  </a:lnTo>
                  <a:lnTo>
                    <a:pt x="16446" y="250149"/>
                  </a:lnTo>
                  <a:lnTo>
                    <a:pt x="6581" y="246595"/>
                  </a:lnTo>
                  <a:lnTo>
                    <a:pt x="815" y="239569"/>
                  </a:lnTo>
                  <a:lnTo>
                    <a:pt x="0" y="231156"/>
                  </a:lnTo>
                  <a:lnTo>
                    <a:pt x="4982" y="223444"/>
                  </a:lnTo>
                  <a:lnTo>
                    <a:pt x="46267" y="193586"/>
                  </a:lnTo>
                  <a:lnTo>
                    <a:pt x="92776" y="170454"/>
                  </a:lnTo>
                  <a:lnTo>
                    <a:pt x="143269" y="154649"/>
                  </a:lnTo>
                  <a:lnTo>
                    <a:pt x="196503" y="146775"/>
                  </a:lnTo>
                  <a:lnTo>
                    <a:pt x="247562" y="142829"/>
                  </a:lnTo>
                  <a:lnTo>
                    <a:pt x="361145" y="44937"/>
                  </a:lnTo>
                  <a:lnTo>
                    <a:pt x="362831" y="43941"/>
                  </a:lnTo>
                  <a:lnTo>
                    <a:pt x="363409" y="43442"/>
                  </a:lnTo>
                  <a:lnTo>
                    <a:pt x="365143" y="42944"/>
                  </a:lnTo>
                  <a:lnTo>
                    <a:pt x="535469" y="415"/>
                  </a:lnTo>
                  <a:lnTo>
                    <a:pt x="537327" y="0"/>
                  </a:lnTo>
                  <a:lnTo>
                    <a:pt x="539419" y="0"/>
                  </a:lnTo>
                  <a:lnTo>
                    <a:pt x="546521" y="1382"/>
                  </a:lnTo>
                  <a:lnTo>
                    <a:pt x="552274" y="5082"/>
                  </a:lnTo>
                  <a:lnTo>
                    <a:pt x="555777" y="10425"/>
                  </a:lnTo>
                  <a:lnTo>
                    <a:pt x="555993" y="14245"/>
                  </a:lnTo>
                  <a:lnTo>
                    <a:pt x="538937" y="14245"/>
                  </a:lnTo>
                  <a:lnTo>
                    <a:pt x="460325" y="34056"/>
                  </a:lnTo>
                  <a:lnTo>
                    <a:pt x="464858" y="38002"/>
                  </a:lnTo>
                  <a:lnTo>
                    <a:pt x="442551" y="38002"/>
                  </a:lnTo>
                  <a:lnTo>
                    <a:pt x="371453" y="55777"/>
                  </a:lnTo>
                  <a:lnTo>
                    <a:pt x="252138" y="158653"/>
                  </a:lnTo>
                  <a:lnTo>
                    <a:pt x="229209" y="158653"/>
                  </a:lnTo>
                  <a:lnTo>
                    <a:pt x="197658" y="161145"/>
                  </a:lnTo>
                  <a:lnTo>
                    <a:pt x="147648" y="168676"/>
                  </a:lnTo>
                  <a:lnTo>
                    <a:pt x="99954" y="183578"/>
                  </a:lnTo>
                  <a:lnTo>
                    <a:pt x="55809" y="205434"/>
                  </a:lnTo>
                  <a:lnTo>
                    <a:pt x="16446" y="233827"/>
                  </a:lnTo>
                  <a:lnTo>
                    <a:pt x="14712" y="234325"/>
                  </a:lnTo>
                  <a:lnTo>
                    <a:pt x="15868" y="236277"/>
                  </a:lnTo>
                  <a:lnTo>
                    <a:pt x="17024" y="236277"/>
                  </a:lnTo>
                  <a:lnTo>
                    <a:pt x="129981" y="244210"/>
                  </a:lnTo>
                  <a:lnTo>
                    <a:pt x="152910" y="244210"/>
                  </a:lnTo>
                  <a:lnTo>
                    <a:pt x="144913" y="251104"/>
                  </a:lnTo>
                  <a:lnTo>
                    <a:pt x="156800" y="261487"/>
                  </a:lnTo>
                  <a:lnTo>
                    <a:pt x="133449" y="261487"/>
                  </a:lnTo>
                  <a:lnTo>
                    <a:pt x="116831" y="275857"/>
                  </a:lnTo>
                  <a:lnTo>
                    <a:pt x="150068" y="304515"/>
                  </a:lnTo>
                  <a:lnTo>
                    <a:pt x="125405" y="304515"/>
                  </a:lnTo>
                  <a:lnTo>
                    <a:pt x="105318" y="321834"/>
                  </a:lnTo>
                  <a:lnTo>
                    <a:pt x="104210" y="322830"/>
                  </a:lnTo>
                  <a:lnTo>
                    <a:pt x="104210" y="325281"/>
                  </a:lnTo>
                  <a:lnTo>
                    <a:pt x="105318" y="326776"/>
                  </a:lnTo>
                  <a:lnTo>
                    <a:pt x="125983" y="344593"/>
                  </a:lnTo>
                  <a:lnTo>
                    <a:pt x="148333" y="344593"/>
                  </a:lnTo>
                  <a:lnTo>
                    <a:pt x="139181" y="352485"/>
                  </a:lnTo>
                  <a:lnTo>
                    <a:pt x="139181" y="354977"/>
                  </a:lnTo>
                  <a:lnTo>
                    <a:pt x="141445" y="356929"/>
                  </a:lnTo>
                  <a:lnTo>
                    <a:pt x="142312" y="357925"/>
                  </a:lnTo>
                  <a:lnTo>
                    <a:pt x="143468" y="358424"/>
                  </a:lnTo>
                  <a:lnTo>
                    <a:pt x="169576" y="358424"/>
                  </a:lnTo>
                  <a:lnTo>
                    <a:pt x="156956" y="369305"/>
                  </a:lnTo>
                  <a:lnTo>
                    <a:pt x="155799" y="369804"/>
                  </a:lnTo>
                  <a:lnTo>
                    <a:pt x="176464" y="387122"/>
                  </a:lnTo>
                  <a:lnTo>
                    <a:pt x="177620" y="388576"/>
                  </a:lnTo>
                  <a:lnTo>
                    <a:pt x="204017" y="388576"/>
                  </a:lnTo>
                  <a:lnTo>
                    <a:pt x="190240" y="400454"/>
                  </a:lnTo>
                  <a:lnTo>
                    <a:pt x="185038" y="402199"/>
                  </a:lnTo>
                  <a:close/>
                </a:path>
                <a:path w="556260" h="478789">
                  <a:moveTo>
                    <a:pt x="534134" y="82483"/>
                  </a:moveTo>
                  <a:lnTo>
                    <a:pt x="515960" y="82483"/>
                  </a:lnTo>
                  <a:lnTo>
                    <a:pt x="538937" y="14245"/>
                  </a:lnTo>
                  <a:lnTo>
                    <a:pt x="555993" y="14245"/>
                  </a:lnTo>
                  <a:lnTo>
                    <a:pt x="556133" y="16737"/>
                  </a:lnTo>
                  <a:lnTo>
                    <a:pt x="534134" y="82483"/>
                  </a:lnTo>
                  <a:close/>
                </a:path>
                <a:path w="556260" h="478789">
                  <a:moveTo>
                    <a:pt x="286001" y="353980"/>
                  </a:moveTo>
                  <a:lnTo>
                    <a:pt x="263650" y="353980"/>
                  </a:lnTo>
                  <a:lnTo>
                    <a:pt x="490142" y="158653"/>
                  </a:lnTo>
                  <a:lnTo>
                    <a:pt x="511384" y="97351"/>
                  </a:lnTo>
                  <a:lnTo>
                    <a:pt x="442551" y="38002"/>
                  </a:lnTo>
                  <a:lnTo>
                    <a:pt x="464858" y="38002"/>
                  </a:lnTo>
                  <a:lnTo>
                    <a:pt x="515960" y="82483"/>
                  </a:lnTo>
                  <a:lnTo>
                    <a:pt x="534134" y="82483"/>
                  </a:lnTo>
                  <a:lnTo>
                    <a:pt x="506230" y="164094"/>
                  </a:lnTo>
                  <a:lnTo>
                    <a:pt x="389805" y="265474"/>
                  </a:lnTo>
                  <a:lnTo>
                    <a:pt x="388436" y="280301"/>
                  </a:lnTo>
                  <a:lnTo>
                    <a:pt x="371453" y="280301"/>
                  </a:lnTo>
                  <a:lnTo>
                    <a:pt x="286001" y="353980"/>
                  </a:lnTo>
                  <a:close/>
                </a:path>
                <a:path w="556260" h="478789">
                  <a:moveTo>
                    <a:pt x="152910" y="244210"/>
                  </a:moveTo>
                  <a:lnTo>
                    <a:pt x="129981" y="244210"/>
                  </a:lnTo>
                  <a:lnTo>
                    <a:pt x="229209" y="158653"/>
                  </a:lnTo>
                  <a:lnTo>
                    <a:pt x="252138" y="158653"/>
                  </a:lnTo>
                  <a:lnTo>
                    <a:pt x="152910" y="244210"/>
                  </a:lnTo>
                  <a:close/>
                </a:path>
                <a:path w="556260" h="478789">
                  <a:moveTo>
                    <a:pt x="212013" y="289688"/>
                  </a:moveTo>
                  <a:lnTo>
                    <a:pt x="189085" y="289688"/>
                  </a:lnTo>
                  <a:lnTo>
                    <a:pt x="292311" y="200684"/>
                  </a:lnTo>
                  <a:lnTo>
                    <a:pt x="296598" y="197237"/>
                  </a:lnTo>
                  <a:lnTo>
                    <a:pt x="302041" y="195492"/>
                  </a:lnTo>
                  <a:lnTo>
                    <a:pt x="312783" y="195492"/>
                  </a:lnTo>
                  <a:lnTo>
                    <a:pt x="318129" y="197237"/>
                  </a:lnTo>
                  <a:lnTo>
                    <a:pt x="322128" y="200684"/>
                  </a:lnTo>
                  <a:lnTo>
                    <a:pt x="327048" y="207405"/>
                  </a:lnTo>
                  <a:lnTo>
                    <a:pt x="327473" y="209572"/>
                  </a:lnTo>
                  <a:lnTo>
                    <a:pt x="305654" y="209572"/>
                  </a:lnTo>
                  <a:lnTo>
                    <a:pt x="304353" y="210070"/>
                  </a:lnTo>
                  <a:lnTo>
                    <a:pt x="212013" y="289688"/>
                  </a:lnTo>
                  <a:close/>
                </a:path>
                <a:path w="556260" h="478789">
                  <a:moveTo>
                    <a:pt x="169576" y="358424"/>
                  </a:moveTo>
                  <a:lnTo>
                    <a:pt x="145925" y="358424"/>
                  </a:lnTo>
                  <a:lnTo>
                    <a:pt x="147226" y="357925"/>
                  </a:lnTo>
                  <a:lnTo>
                    <a:pt x="148333" y="356929"/>
                  </a:lnTo>
                  <a:lnTo>
                    <a:pt x="310663" y="217006"/>
                  </a:lnTo>
                  <a:lnTo>
                    <a:pt x="312397" y="215013"/>
                  </a:lnTo>
                  <a:lnTo>
                    <a:pt x="312397" y="213060"/>
                  </a:lnTo>
                  <a:lnTo>
                    <a:pt x="310663" y="211067"/>
                  </a:lnTo>
                  <a:lnTo>
                    <a:pt x="309507" y="210070"/>
                  </a:lnTo>
                  <a:lnTo>
                    <a:pt x="308207" y="209572"/>
                  </a:lnTo>
                  <a:lnTo>
                    <a:pt x="327473" y="209572"/>
                  </a:lnTo>
                  <a:lnTo>
                    <a:pt x="328432" y="214457"/>
                  </a:lnTo>
                  <a:lnTo>
                    <a:pt x="326808" y="221050"/>
                  </a:lnTo>
                  <a:lnTo>
                    <a:pt x="322706" y="226392"/>
                  </a:lnTo>
                  <a:lnTo>
                    <a:pt x="219479" y="315396"/>
                  </a:lnTo>
                  <a:lnTo>
                    <a:pt x="231936" y="326278"/>
                  </a:lnTo>
                  <a:lnTo>
                    <a:pt x="207437" y="326278"/>
                  </a:lnTo>
                  <a:lnTo>
                    <a:pt x="190771" y="340606"/>
                  </a:lnTo>
                  <a:lnTo>
                    <a:pt x="201562" y="350034"/>
                  </a:lnTo>
                  <a:lnTo>
                    <a:pt x="179306" y="350034"/>
                  </a:lnTo>
                  <a:lnTo>
                    <a:pt x="169576" y="358424"/>
                  </a:lnTo>
                  <a:close/>
                </a:path>
                <a:path w="556260" h="478789">
                  <a:moveTo>
                    <a:pt x="183352" y="314399"/>
                  </a:moveTo>
                  <a:lnTo>
                    <a:pt x="161532" y="314399"/>
                  </a:lnTo>
                  <a:lnTo>
                    <a:pt x="177620" y="300071"/>
                  </a:lnTo>
                  <a:lnTo>
                    <a:pt x="133449" y="261487"/>
                  </a:lnTo>
                  <a:lnTo>
                    <a:pt x="156800" y="261487"/>
                  </a:lnTo>
                  <a:lnTo>
                    <a:pt x="189085" y="289688"/>
                  </a:lnTo>
                  <a:lnTo>
                    <a:pt x="212013" y="289688"/>
                  </a:lnTo>
                  <a:lnTo>
                    <a:pt x="183352" y="314399"/>
                  </a:lnTo>
                  <a:close/>
                </a:path>
                <a:path w="556260" h="478789">
                  <a:moveTo>
                    <a:pt x="375144" y="350699"/>
                  </a:moveTo>
                  <a:lnTo>
                    <a:pt x="369911" y="350699"/>
                  </a:lnTo>
                  <a:lnTo>
                    <a:pt x="369141" y="350533"/>
                  </a:lnTo>
                  <a:lnTo>
                    <a:pt x="363986" y="349536"/>
                  </a:lnTo>
                  <a:lnTo>
                    <a:pt x="362253" y="345590"/>
                  </a:lnTo>
                  <a:lnTo>
                    <a:pt x="362831" y="342101"/>
                  </a:lnTo>
                  <a:lnTo>
                    <a:pt x="365237" y="330578"/>
                  </a:lnTo>
                  <a:lnTo>
                    <a:pt x="365313" y="330216"/>
                  </a:lnTo>
                  <a:lnTo>
                    <a:pt x="365397" y="329811"/>
                  </a:lnTo>
                  <a:lnTo>
                    <a:pt x="367359" y="317509"/>
                  </a:lnTo>
                  <a:lnTo>
                    <a:pt x="369212" y="302053"/>
                  </a:lnTo>
                  <a:lnTo>
                    <a:pt x="371453" y="280301"/>
                  </a:lnTo>
                  <a:lnTo>
                    <a:pt x="388436" y="280301"/>
                  </a:lnTo>
                  <a:lnTo>
                    <a:pt x="387159" y="294132"/>
                  </a:lnTo>
                  <a:lnTo>
                    <a:pt x="385155" y="314399"/>
                  </a:lnTo>
                  <a:lnTo>
                    <a:pt x="385043" y="315396"/>
                  </a:lnTo>
                  <a:lnTo>
                    <a:pt x="382942" y="329811"/>
                  </a:lnTo>
                  <a:lnTo>
                    <a:pt x="382883" y="330216"/>
                  </a:lnTo>
                  <a:lnTo>
                    <a:pt x="379611" y="344593"/>
                  </a:lnTo>
                  <a:lnTo>
                    <a:pt x="379497" y="345092"/>
                  </a:lnTo>
                  <a:lnTo>
                    <a:pt x="378052" y="348788"/>
                  </a:lnTo>
                  <a:lnTo>
                    <a:pt x="375144" y="350699"/>
                  </a:lnTo>
                  <a:close/>
                </a:path>
                <a:path w="556260" h="478789">
                  <a:moveTo>
                    <a:pt x="148333" y="344593"/>
                  </a:moveTo>
                  <a:lnTo>
                    <a:pt x="125983" y="344593"/>
                  </a:lnTo>
                  <a:lnTo>
                    <a:pt x="127139" y="343098"/>
                  </a:lnTo>
                  <a:lnTo>
                    <a:pt x="128295" y="342101"/>
                  </a:lnTo>
                  <a:lnTo>
                    <a:pt x="148333" y="324326"/>
                  </a:lnTo>
                  <a:lnTo>
                    <a:pt x="125405" y="304515"/>
                  </a:lnTo>
                  <a:lnTo>
                    <a:pt x="150068" y="304515"/>
                  </a:lnTo>
                  <a:lnTo>
                    <a:pt x="161532" y="314399"/>
                  </a:lnTo>
                  <a:lnTo>
                    <a:pt x="183352" y="314399"/>
                  </a:lnTo>
                  <a:lnTo>
                    <a:pt x="148333" y="344593"/>
                  </a:lnTo>
                  <a:close/>
                </a:path>
                <a:path w="556260" h="478789">
                  <a:moveTo>
                    <a:pt x="272965" y="378691"/>
                  </a:moveTo>
                  <a:lnTo>
                    <a:pt x="234942" y="378691"/>
                  </a:lnTo>
                  <a:lnTo>
                    <a:pt x="251560" y="364861"/>
                  </a:lnTo>
                  <a:lnTo>
                    <a:pt x="207437" y="326278"/>
                  </a:lnTo>
                  <a:lnTo>
                    <a:pt x="231936" y="326278"/>
                  </a:lnTo>
                  <a:lnTo>
                    <a:pt x="263650" y="353980"/>
                  </a:lnTo>
                  <a:lnTo>
                    <a:pt x="286001" y="353980"/>
                  </a:lnTo>
                  <a:lnTo>
                    <a:pt x="271646" y="366356"/>
                  </a:lnTo>
                  <a:lnTo>
                    <a:pt x="272965" y="378691"/>
                  </a:lnTo>
                  <a:close/>
                </a:path>
                <a:path w="556260" h="478789">
                  <a:moveTo>
                    <a:pt x="204017" y="388576"/>
                  </a:moveTo>
                  <a:lnTo>
                    <a:pt x="179884" y="388576"/>
                  </a:lnTo>
                  <a:lnTo>
                    <a:pt x="181618" y="387621"/>
                  </a:lnTo>
                  <a:lnTo>
                    <a:pt x="202283" y="369804"/>
                  </a:lnTo>
                  <a:lnTo>
                    <a:pt x="179306" y="350034"/>
                  </a:lnTo>
                  <a:lnTo>
                    <a:pt x="201562" y="350034"/>
                  </a:lnTo>
                  <a:lnTo>
                    <a:pt x="234363" y="378691"/>
                  </a:lnTo>
                  <a:lnTo>
                    <a:pt x="272965" y="378691"/>
                  </a:lnTo>
                  <a:lnTo>
                    <a:pt x="273018" y="379190"/>
                  </a:lnTo>
                  <a:lnTo>
                    <a:pt x="257870" y="379190"/>
                  </a:lnTo>
                  <a:lnTo>
                    <a:pt x="257295" y="379688"/>
                  </a:lnTo>
                  <a:lnTo>
                    <a:pt x="214325" y="379688"/>
                  </a:lnTo>
                  <a:lnTo>
                    <a:pt x="204017" y="388576"/>
                  </a:lnTo>
                  <a:close/>
                </a:path>
                <a:path w="556260" h="478789">
                  <a:moveTo>
                    <a:pt x="306654" y="464248"/>
                  </a:moveTo>
                  <a:lnTo>
                    <a:pt x="282966" y="464248"/>
                  </a:lnTo>
                  <a:lnTo>
                    <a:pt x="281810" y="463750"/>
                  </a:lnTo>
                  <a:lnTo>
                    <a:pt x="284845" y="463750"/>
                  </a:lnTo>
                  <a:lnTo>
                    <a:pt x="305889" y="443783"/>
                  </a:lnTo>
                  <a:lnTo>
                    <a:pt x="324193" y="421911"/>
                  </a:lnTo>
                  <a:lnTo>
                    <a:pt x="339597" y="398459"/>
                  </a:lnTo>
                  <a:lnTo>
                    <a:pt x="351944" y="373749"/>
                  </a:lnTo>
                  <a:lnTo>
                    <a:pt x="353727" y="370676"/>
                  </a:lnTo>
                  <a:lnTo>
                    <a:pt x="356521" y="368807"/>
                  </a:lnTo>
                  <a:lnTo>
                    <a:pt x="360808" y="368807"/>
                  </a:lnTo>
                  <a:lnTo>
                    <a:pt x="361819" y="368973"/>
                  </a:lnTo>
                  <a:lnTo>
                    <a:pt x="362831" y="369305"/>
                  </a:lnTo>
                  <a:lnTo>
                    <a:pt x="366877" y="371299"/>
                  </a:lnTo>
                  <a:lnTo>
                    <a:pt x="369141" y="374746"/>
                  </a:lnTo>
                  <a:lnTo>
                    <a:pt x="367985" y="378691"/>
                  </a:lnTo>
                  <a:lnTo>
                    <a:pt x="354546" y="404734"/>
                  </a:lnTo>
                  <a:lnTo>
                    <a:pt x="338252" y="429325"/>
                  </a:lnTo>
                  <a:lnTo>
                    <a:pt x="319051" y="452334"/>
                  </a:lnTo>
                  <a:lnTo>
                    <a:pt x="306654" y="464248"/>
                  </a:lnTo>
                  <a:close/>
                </a:path>
                <a:path w="556260" h="478789">
                  <a:moveTo>
                    <a:pt x="288602" y="478245"/>
                  </a:moveTo>
                  <a:lnTo>
                    <a:pt x="281858" y="478245"/>
                  </a:lnTo>
                  <a:lnTo>
                    <a:pt x="279931" y="478037"/>
                  </a:lnTo>
                  <a:lnTo>
                    <a:pt x="257921" y="379688"/>
                  </a:lnTo>
                  <a:lnTo>
                    <a:pt x="257870" y="379190"/>
                  </a:lnTo>
                  <a:lnTo>
                    <a:pt x="273018" y="379190"/>
                  </a:lnTo>
                  <a:lnTo>
                    <a:pt x="282003" y="463251"/>
                  </a:lnTo>
                  <a:lnTo>
                    <a:pt x="282003" y="463750"/>
                  </a:lnTo>
                  <a:lnTo>
                    <a:pt x="287331" y="463750"/>
                  </a:lnTo>
                  <a:lnTo>
                    <a:pt x="280206" y="464248"/>
                  </a:lnTo>
                  <a:lnTo>
                    <a:pt x="306654" y="464248"/>
                  </a:lnTo>
                  <a:lnTo>
                    <a:pt x="296887" y="473634"/>
                  </a:lnTo>
                  <a:lnTo>
                    <a:pt x="293178" y="476832"/>
                  </a:lnTo>
                  <a:lnTo>
                    <a:pt x="288602" y="478245"/>
                  </a:lnTo>
                  <a:close/>
                </a:path>
                <a:path w="556260" h="478789">
                  <a:moveTo>
                    <a:pt x="239951" y="391691"/>
                  </a:moveTo>
                  <a:lnTo>
                    <a:pt x="231233" y="391691"/>
                  </a:lnTo>
                  <a:lnTo>
                    <a:pt x="226946" y="390321"/>
                  </a:lnTo>
                  <a:lnTo>
                    <a:pt x="223477" y="387621"/>
                  </a:lnTo>
                  <a:lnTo>
                    <a:pt x="214325" y="379688"/>
                  </a:lnTo>
                  <a:lnTo>
                    <a:pt x="257295" y="379688"/>
                  </a:lnTo>
                  <a:lnTo>
                    <a:pt x="248140" y="387621"/>
                  </a:lnTo>
                  <a:lnTo>
                    <a:pt x="244431" y="390321"/>
                  </a:lnTo>
                  <a:lnTo>
                    <a:pt x="239951" y="391691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19">
              <a:extLst>
                <a:ext uri="{FF2B5EF4-FFF2-40B4-BE49-F238E27FC236}">
                  <a16:creationId xmlns:a16="http://schemas.microsoft.com/office/drawing/2014/main" id="{296761E1-F8A2-2E46-5593-8892582E0DAA}"/>
                </a:ext>
              </a:extLst>
            </p:cNvPr>
            <p:cNvPicPr/>
            <p:nvPr/>
          </p:nvPicPr>
          <p:blipFill>
            <a:blip r:embed="rId4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588373" y="2030829"/>
              <a:ext cx="105922" cy="9029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pic>
      </p:grpSp>
      <p:grpSp>
        <p:nvGrpSpPr>
          <p:cNvPr id="55" name="object 20">
            <a:extLst>
              <a:ext uri="{FF2B5EF4-FFF2-40B4-BE49-F238E27FC236}">
                <a16:creationId xmlns:a16="http://schemas.microsoft.com/office/drawing/2014/main" id="{ACC34590-99E4-7690-379E-7B02B02762BE}"/>
              </a:ext>
            </a:extLst>
          </p:cNvPr>
          <p:cNvGrpSpPr/>
          <p:nvPr/>
        </p:nvGrpSpPr>
        <p:grpSpPr>
          <a:xfrm>
            <a:off x="7071669" y="1852092"/>
            <a:ext cx="1150671" cy="792984"/>
            <a:chOff x="7097666" y="1859546"/>
            <a:chExt cx="951230" cy="582295"/>
          </a:xfrm>
        </p:grpSpPr>
        <p:sp>
          <p:nvSpPr>
            <p:cNvPr id="56" name="object 21">
              <a:extLst>
                <a:ext uri="{FF2B5EF4-FFF2-40B4-BE49-F238E27FC236}">
                  <a16:creationId xmlns:a16="http://schemas.microsoft.com/office/drawing/2014/main" id="{EA86CF96-0CE8-660A-4BCE-2AC66C4A5E3D}"/>
                </a:ext>
              </a:extLst>
            </p:cNvPr>
            <p:cNvSpPr/>
            <p:nvPr/>
          </p:nvSpPr>
          <p:spPr>
            <a:xfrm>
              <a:off x="7357314" y="230797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1037" y="0"/>
                  </a:moveTo>
                  <a:lnTo>
                    <a:pt x="0" y="0"/>
                  </a:lnTo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7" name="object 22">
              <a:extLst>
                <a:ext uri="{FF2B5EF4-FFF2-40B4-BE49-F238E27FC236}">
                  <a16:creationId xmlns:a16="http://schemas.microsoft.com/office/drawing/2014/main" id="{52E96D21-04C9-0F3A-8E7B-857426A70276}"/>
                </a:ext>
              </a:extLst>
            </p:cNvPr>
            <p:cNvSpPr/>
            <p:nvPr/>
          </p:nvSpPr>
          <p:spPr>
            <a:xfrm>
              <a:off x="7357314" y="2307973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1037" y="0"/>
                  </a:moveTo>
                  <a:lnTo>
                    <a:pt x="0" y="0"/>
                  </a:lnTo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object 23">
              <a:extLst>
                <a:ext uri="{FF2B5EF4-FFF2-40B4-BE49-F238E27FC236}">
                  <a16:creationId xmlns:a16="http://schemas.microsoft.com/office/drawing/2014/main" id="{2B8A6EB6-9FCC-3076-BEBD-D4A12EE58168}"/>
                </a:ext>
              </a:extLst>
            </p:cNvPr>
            <p:cNvSpPr/>
            <p:nvPr/>
          </p:nvSpPr>
          <p:spPr>
            <a:xfrm>
              <a:off x="7358407" y="1864309"/>
              <a:ext cx="429259" cy="572770"/>
            </a:xfrm>
            <a:custGeom>
              <a:avLst/>
              <a:gdLst/>
              <a:ahLst/>
              <a:cxnLst/>
              <a:rect l="l" t="t" r="r" b="b"/>
              <a:pathLst>
                <a:path w="429259" h="572769">
                  <a:moveTo>
                    <a:pt x="0" y="572545"/>
                  </a:moveTo>
                  <a:lnTo>
                    <a:pt x="21402" y="567477"/>
                  </a:lnTo>
                  <a:lnTo>
                    <a:pt x="38889" y="553660"/>
                  </a:lnTo>
                  <a:lnTo>
                    <a:pt x="50684" y="533176"/>
                  </a:lnTo>
                  <a:lnTo>
                    <a:pt x="55010" y="508107"/>
                  </a:lnTo>
                  <a:lnTo>
                    <a:pt x="50684" y="483035"/>
                  </a:lnTo>
                  <a:lnTo>
                    <a:pt x="38889" y="462550"/>
                  </a:lnTo>
                  <a:lnTo>
                    <a:pt x="21402" y="448732"/>
                  </a:lnTo>
                  <a:lnTo>
                    <a:pt x="0" y="443664"/>
                  </a:lnTo>
                  <a:lnTo>
                    <a:pt x="30464" y="437532"/>
                  </a:lnTo>
                  <a:lnTo>
                    <a:pt x="85364" y="391462"/>
                  </a:lnTo>
                  <a:lnTo>
                    <a:pt x="111797" y="353514"/>
                  </a:lnTo>
                  <a:lnTo>
                    <a:pt x="138883" y="306953"/>
                  </a:lnTo>
                  <a:lnTo>
                    <a:pt x="167619" y="252772"/>
                  </a:lnTo>
                  <a:lnTo>
                    <a:pt x="191134" y="207891"/>
                  </a:lnTo>
                  <a:lnTo>
                    <a:pt x="216038" y="163288"/>
                  </a:lnTo>
                  <a:lnTo>
                    <a:pt x="242949" y="120722"/>
                  </a:lnTo>
                  <a:lnTo>
                    <a:pt x="272482" y="81952"/>
                  </a:lnTo>
                  <a:lnTo>
                    <a:pt x="305256" y="48736"/>
                  </a:lnTo>
                  <a:lnTo>
                    <a:pt x="341886" y="22832"/>
                  </a:lnTo>
                  <a:lnTo>
                    <a:pt x="382991" y="6001"/>
                  </a:lnTo>
                  <a:lnTo>
                    <a:pt x="429186" y="0"/>
                  </a:lnTo>
                  <a:lnTo>
                    <a:pt x="408710" y="5426"/>
                  </a:lnTo>
                  <a:lnTo>
                    <a:pt x="391961" y="18860"/>
                  </a:lnTo>
                  <a:lnTo>
                    <a:pt x="380503" y="38469"/>
                  </a:lnTo>
                  <a:lnTo>
                    <a:pt x="375903" y="62416"/>
                  </a:lnTo>
                  <a:lnTo>
                    <a:pt x="379572" y="87632"/>
                  </a:lnTo>
                  <a:lnTo>
                    <a:pt x="390816" y="108522"/>
                  </a:lnTo>
                  <a:lnTo>
                    <a:pt x="407925" y="122958"/>
                  </a:lnTo>
                  <a:lnTo>
                    <a:pt x="429186" y="128815"/>
                  </a:lnTo>
                  <a:lnTo>
                    <a:pt x="398742" y="134948"/>
                  </a:lnTo>
                  <a:lnTo>
                    <a:pt x="343849" y="181026"/>
                  </a:lnTo>
                  <a:lnTo>
                    <a:pt x="317417" y="218986"/>
                  </a:lnTo>
                  <a:lnTo>
                    <a:pt x="290339" y="265567"/>
                  </a:lnTo>
                  <a:lnTo>
                    <a:pt x="261622" y="319777"/>
                  </a:lnTo>
                  <a:lnTo>
                    <a:pt x="238108" y="364658"/>
                  </a:lnTo>
                  <a:lnTo>
                    <a:pt x="213203" y="409261"/>
                  </a:lnTo>
                  <a:lnTo>
                    <a:pt x="186290" y="451826"/>
                  </a:lnTo>
                  <a:lnTo>
                    <a:pt x="156753" y="490595"/>
                  </a:lnTo>
                  <a:lnTo>
                    <a:pt x="123973" y="523811"/>
                  </a:lnTo>
                  <a:lnTo>
                    <a:pt x="87332" y="549713"/>
                  </a:lnTo>
                  <a:lnTo>
                    <a:pt x="46214" y="566544"/>
                  </a:lnTo>
                  <a:lnTo>
                    <a:pt x="0" y="572545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object 24">
              <a:extLst>
                <a:ext uri="{FF2B5EF4-FFF2-40B4-BE49-F238E27FC236}">
                  <a16:creationId xmlns:a16="http://schemas.microsoft.com/office/drawing/2014/main" id="{BC8F4106-D9D9-370A-D17C-683F81754507}"/>
                </a:ext>
              </a:extLst>
            </p:cNvPr>
            <p:cNvSpPr/>
            <p:nvPr/>
          </p:nvSpPr>
          <p:spPr>
            <a:xfrm>
              <a:off x="7358407" y="1864309"/>
              <a:ext cx="429259" cy="572770"/>
            </a:xfrm>
            <a:custGeom>
              <a:avLst/>
              <a:gdLst/>
              <a:ahLst/>
              <a:cxnLst/>
              <a:rect l="l" t="t" r="r" b="b"/>
              <a:pathLst>
                <a:path w="429259" h="572769">
                  <a:moveTo>
                    <a:pt x="429186" y="0"/>
                  </a:moveTo>
                  <a:lnTo>
                    <a:pt x="382991" y="6001"/>
                  </a:lnTo>
                  <a:lnTo>
                    <a:pt x="341886" y="22832"/>
                  </a:lnTo>
                  <a:lnTo>
                    <a:pt x="305256" y="48736"/>
                  </a:lnTo>
                  <a:lnTo>
                    <a:pt x="272482" y="81952"/>
                  </a:lnTo>
                  <a:lnTo>
                    <a:pt x="242949" y="120722"/>
                  </a:lnTo>
                  <a:lnTo>
                    <a:pt x="216038" y="163288"/>
                  </a:lnTo>
                  <a:lnTo>
                    <a:pt x="191134" y="207891"/>
                  </a:lnTo>
                  <a:lnTo>
                    <a:pt x="167619" y="252772"/>
                  </a:lnTo>
                  <a:lnTo>
                    <a:pt x="138883" y="306953"/>
                  </a:lnTo>
                  <a:lnTo>
                    <a:pt x="111797" y="353514"/>
                  </a:lnTo>
                  <a:lnTo>
                    <a:pt x="85364" y="391462"/>
                  </a:lnTo>
                  <a:lnTo>
                    <a:pt x="58586" y="419799"/>
                  </a:lnTo>
                  <a:lnTo>
                    <a:pt x="0" y="443664"/>
                  </a:lnTo>
                  <a:lnTo>
                    <a:pt x="21402" y="448732"/>
                  </a:lnTo>
                  <a:lnTo>
                    <a:pt x="38889" y="462550"/>
                  </a:lnTo>
                  <a:lnTo>
                    <a:pt x="50684" y="483035"/>
                  </a:lnTo>
                  <a:lnTo>
                    <a:pt x="55010" y="508107"/>
                  </a:lnTo>
                  <a:lnTo>
                    <a:pt x="50684" y="533176"/>
                  </a:lnTo>
                  <a:lnTo>
                    <a:pt x="38889" y="553660"/>
                  </a:lnTo>
                  <a:lnTo>
                    <a:pt x="21402" y="567477"/>
                  </a:lnTo>
                  <a:lnTo>
                    <a:pt x="0" y="572545"/>
                  </a:lnTo>
                  <a:lnTo>
                    <a:pt x="46214" y="566544"/>
                  </a:lnTo>
                  <a:lnTo>
                    <a:pt x="87332" y="549713"/>
                  </a:lnTo>
                  <a:lnTo>
                    <a:pt x="123973" y="523811"/>
                  </a:lnTo>
                  <a:lnTo>
                    <a:pt x="156753" y="490595"/>
                  </a:lnTo>
                  <a:lnTo>
                    <a:pt x="186290" y="451826"/>
                  </a:lnTo>
                  <a:lnTo>
                    <a:pt x="213203" y="409261"/>
                  </a:lnTo>
                  <a:lnTo>
                    <a:pt x="238108" y="364658"/>
                  </a:lnTo>
                  <a:lnTo>
                    <a:pt x="261622" y="319777"/>
                  </a:lnTo>
                  <a:lnTo>
                    <a:pt x="290339" y="265567"/>
                  </a:lnTo>
                  <a:lnTo>
                    <a:pt x="317417" y="218986"/>
                  </a:lnTo>
                  <a:lnTo>
                    <a:pt x="343849" y="181026"/>
                  </a:lnTo>
                  <a:lnTo>
                    <a:pt x="370627" y="152683"/>
                  </a:lnTo>
                  <a:lnTo>
                    <a:pt x="429186" y="128815"/>
                  </a:lnTo>
                  <a:lnTo>
                    <a:pt x="407925" y="122958"/>
                  </a:lnTo>
                  <a:lnTo>
                    <a:pt x="390816" y="108522"/>
                  </a:lnTo>
                  <a:lnTo>
                    <a:pt x="379572" y="87632"/>
                  </a:lnTo>
                  <a:lnTo>
                    <a:pt x="375903" y="62416"/>
                  </a:lnTo>
                  <a:lnTo>
                    <a:pt x="380503" y="38469"/>
                  </a:lnTo>
                  <a:lnTo>
                    <a:pt x="391961" y="18860"/>
                  </a:lnTo>
                  <a:lnTo>
                    <a:pt x="408710" y="5426"/>
                  </a:lnTo>
                  <a:lnTo>
                    <a:pt x="429186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0" name="object 25">
              <a:extLst>
                <a:ext uri="{FF2B5EF4-FFF2-40B4-BE49-F238E27FC236}">
                  <a16:creationId xmlns:a16="http://schemas.microsoft.com/office/drawing/2014/main" id="{E7787627-EF5C-676A-9D04-3E5D46992A44}"/>
                </a:ext>
              </a:extLst>
            </p:cNvPr>
            <p:cNvSpPr/>
            <p:nvPr/>
          </p:nvSpPr>
          <p:spPr>
            <a:xfrm>
              <a:off x="7102429" y="2150617"/>
              <a:ext cx="311150" cy="286385"/>
            </a:xfrm>
            <a:custGeom>
              <a:avLst/>
              <a:gdLst/>
              <a:ahLst/>
              <a:cxnLst/>
              <a:rect l="l" t="t" r="r" b="b"/>
              <a:pathLst>
                <a:path w="311150" h="286385">
                  <a:moveTo>
                    <a:pt x="255922" y="286172"/>
                  </a:moveTo>
                  <a:lnTo>
                    <a:pt x="209992" y="281552"/>
                  </a:lnTo>
                  <a:lnTo>
                    <a:pt x="166734" y="268235"/>
                  </a:lnTo>
                  <a:lnTo>
                    <a:pt x="126876" y="247037"/>
                  </a:lnTo>
                  <a:lnTo>
                    <a:pt x="91148" y="218774"/>
                  </a:lnTo>
                  <a:lnTo>
                    <a:pt x="60280" y="184259"/>
                  </a:lnTo>
                  <a:lnTo>
                    <a:pt x="35002" y="144309"/>
                  </a:lnTo>
                  <a:lnTo>
                    <a:pt x="16043" y="99739"/>
                  </a:lnTo>
                  <a:lnTo>
                    <a:pt x="4132" y="51364"/>
                  </a:lnTo>
                  <a:lnTo>
                    <a:pt x="0" y="0"/>
                  </a:lnTo>
                  <a:lnTo>
                    <a:pt x="4323" y="25021"/>
                  </a:lnTo>
                  <a:lnTo>
                    <a:pt x="16099" y="45463"/>
                  </a:lnTo>
                  <a:lnTo>
                    <a:pt x="33534" y="59250"/>
                  </a:lnTo>
                  <a:lnTo>
                    <a:pt x="54835" y="64307"/>
                  </a:lnTo>
                  <a:lnTo>
                    <a:pt x="124381" y="64307"/>
                  </a:lnTo>
                  <a:lnTo>
                    <a:pt x="137893" y="92555"/>
                  </a:lnTo>
                  <a:lnTo>
                    <a:pt x="169286" y="126599"/>
                  </a:lnTo>
                  <a:lnTo>
                    <a:pt x="209083" y="149056"/>
                  </a:lnTo>
                  <a:lnTo>
                    <a:pt x="254884" y="157356"/>
                  </a:lnTo>
                  <a:lnTo>
                    <a:pt x="255922" y="157356"/>
                  </a:lnTo>
                  <a:lnTo>
                    <a:pt x="277314" y="162404"/>
                  </a:lnTo>
                  <a:lnTo>
                    <a:pt x="294780" y="176182"/>
                  </a:lnTo>
                  <a:lnTo>
                    <a:pt x="306555" y="196641"/>
                  </a:lnTo>
                  <a:lnTo>
                    <a:pt x="310873" y="221729"/>
                  </a:lnTo>
                  <a:lnTo>
                    <a:pt x="306555" y="246801"/>
                  </a:lnTo>
                  <a:lnTo>
                    <a:pt x="294780" y="267287"/>
                  </a:lnTo>
                  <a:lnTo>
                    <a:pt x="277314" y="281104"/>
                  </a:lnTo>
                  <a:lnTo>
                    <a:pt x="255922" y="286172"/>
                  </a:lnTo>
                  <a:close/>
                </a:path>
                <a:path w="311150" h="286385">
                  <a:moveTo>
                    <a:pt x="124381" y="64307"/>
                  </a:moveTo>
                  <a:lnTo>
                    <a:pt x="54835" y="64307"/>
                  </a:lnTo>
                  <a:lnTo>
                    <a:pt x="76270" y="59250"/>
                  </a:lnTo>
                  <a:lnTo>
                    <a:pt x="93773" y="45463"/>
                  </a:lnTo>
                  <a:lnTo>
                    <a:pt x="105574" y="25021"/>
                  </a:lnTo>
                  <a:lnTo>
                    <a:pt x="109901" y="0"/>
                  </a:lnTo>
                  <a:lnTo>
                    <a:pt x="117298" y="49498"/>
                  </a:lnTo>
                  <a:lnTo>
                    <a:pt x="124381" y="64307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1" name="object 26">
              <a:extLst>
                <a:ext uri="{FF2B5EF4-FFF2-40B4-BE49-F238E27FC236}">
                  <a16:creationId xmlns:a16="http://schemas.microsoft.com/office/drawing/2014/main" id="{DCC914D8-F21B-9D40-E41D-B068063F3B39}"/>
                </a:ext>
              </a:extLst>
            </p:cNvPr>
            <p:cNvSpPr/>
            <p:nvPr/>
          </p:nvSpPr>
          <p:spPr>
            <a:xfrm>
              <a:off x="7102429" y="2150617"/>
              <a:ext cx="311150" cy="286385"/>
            </a:xfrm>
            <a:custGeom>
              <a:avLst/>
              <a:gdLst/>
              <a:ahLst/>
              <a:cxnLst/>
              <a:rect l="l" t="t" r="r" b="b"/>
              <a:pathLst>
                <a:path w="311150" h="286385">
                  <a:moveTo>
                    <a:pt x="109901" y="0"/>
                  </a:moveTo>
                  <a:lnTo>
                    <a:pt x="105574" y="25021"/>
                  </a:lnTo>
                  <a:lnTo>
                    <a:pt x="93773" y="45463"/>
                  </a:lnTo>
                  <a:lnTo>
                    <a:pt x="76270" y="59250"/>
                  </a:lnTo>
                  <a:lnTo>
                    <a:pt x="54835" y="64307"/>
                  </a:lnTo>
                  <a:lnTo>
                    <a:pt x="33534" y="59250"/>
                  </a:lnTo>
                  <a:lnTo>
                    <a:pt x="16099" y="45463"/>
                  </a:lnTo>
                  <a:lnTo>
                    <a:pt x="4323" y="25021"/>
                  </a:lnTo>
                  <a:lnTo>
                    <a:pt x="0" y="0"/>
                  </a:lnTo>
                  <a:lnTo>
                    <a:pt x="4132" y="51364"/>
                  </a:lnTo>
                  <a:lnTo>
                    <a:pt x="16043" y="99739"/>
                  </a:lnTo>
                  <a:lnTo>
                    <a:pt x="35002" y="144309"/>
                  </a:lnTo>
                  <a:lnTo>
                    <a:pt x="60280" y="184259"/>
                  </a:lnTo>
                  <a:lnTo>
                    <a:pt x="91148" y="218774"/>
                  </a:lnTo>
                  <a:lnTo>
                    <a:pt x="126876" y="247037"/>
                  </a:lnTo>
                  <a:lnTo>
                    <a:pt x="166734" y="268235"/>
                  </a:lnTo>
                  <a:lnTo>
                    <a:pt x="209992" y="281552"/>
                  </a:lnTo>
                  <a:lnTo>
                    <a:pt x="255922" y="286172"/>
                  </a:lnTo>
                  <a:lnTo>
                    <a:pt x="277314" y="281104"/>
                  </a:lnTo>
                  <a:lnTo>
                    <a:pt x="294780" y="267287"/>
                  </a:lnTo>
                  <a:lnTo>
                    <a:pt x="306555" y="246801"/>
                  </a:lnTo>
                  <a:lnTo>
                    <a:pt x="310873" y="221729"/>
                  </a:lnTo>
                  <a:lnTo>
                    <a:pt x="306555" y="196641"/>
                  </a:lnTo>
                  <a:lnTo>
                    <a:pt x="294780" y="176182"/>
                  </a:lnTo>
                  <a:lnTo>
                    <a:pt x="277314" y="162404"/>
                  </a:lnTo>
                  <a:lnTo>
                    <a:pt x="255922" y="157356"/>
                  </a:lnTo>
                  <a:lnTo>
                    <a:pt x="254884" y="157356"/>
                  </a:lnTo>
                  <a:lnTo>
                    <a:pt x="209083" y="149056"/>
                  </a:lnTo>
                  <a:lnTo>
                    <a:pt x="169286" y="126599"/>
                  </a:lnTo>
                  <a:lnTo>
                    <a:pt x="137893" y="92555"/>
                  </a:lnTo>
                  <a:lnTo>
                    <a:pt x="117298" y="49498"/>
                  </a:lnTo>
                  <a:lnTo>
                    <a:pt x="109901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2" name="object 27">
              <a:extLst>
                <a:ext uri="{FF2B5EF4-FFF2-40B4-BE49-F238E27FC236}">
                  <a16:creationId xmlns:a16="http://schemas.microsoft.com/office/drawing/2014/main" id="{6C059DA9-B1E9-09B1-9377-C03F5597C950}"/>
                </a:ext>
              </a:extLst>
            </p:cNvPr>
            <p:cNvSpPr/>
            <p:nvPr/>
          </p:nvSpPr>
          <p:spPr>
            <a:xfrm>
              <a:off x="7102429" y="1864309"/>
              <a:ext cx="256540" cy="351155"/>
            </a:xfrm>
            <a:custGeom>
              <a:avLst/>
              <a:gdLst/>
              <a:ahLst/>
              <a:cxnLst/>
              <a:rect l="l" t="t" r="r" b="b"/>
              <a:pathLst>
                <a:path w="256540" h="351155">
                  <a:moveTo>
                    <a:pt x="55009" y="350545"/>
                  </a:moveTo>
                  <a:lnTo>
                    <a:pt x="33596" y="345488"/>
                  </a:lnTo>
                  <a:lnTo>
                    <a:pt x="16106" y="331695"/>
                  </a:lnTo>
                  <a:lnTo>
                    <a:pt x="4321" y="311233"/>
                  </a:lnTo>
                  <a:lnTo>
                    <a:pt x="0" y="286172"/>
                  </a:lnTo>
                  <a:lnTo>
                    <a:pt x="4132" y="234789"/>
                  </a:lnTo>
                  <a:lnTo>
                    <a:pt x="16043" y="186405"/>
                  </a:lnTo>
                  <a:lnTo>
                    <a:pt x="35004" y="141832"/>
                  </a:lnTo>
                  <a:lnTo>
                    <a:pt x="60285" y="101884"/>
                  </a:lnTo>
                  <a:lnTo>
                    <a:pt x="91158" y="67375"/>
                  </a:lnTo>
                  <a:lnTo>
                    <a:pt x="126893" y="39119"/>
                  </a:lnTo>
                  <a:lnTo>
                    <a:pt x="166760" y="17928"/>
                  </a:lnTo>
                  <a:lnTo>
                    <a:pt x="210032" y="4617"/>
                  </a:lnTo>
                  <a:lnTo>
                    <a:pt x="255978" y="0"/>
                  </a:lnTo>
                  <a:lnTo>
                    <a:pt x="234552" y="5068"/>
                  </a:lnTo>
                  <a:lnTo>
                    <a:pt x="217068" y="18885"/>
                  </a:lnTo>
                  <a:lnTo>
                    <a:pt x="205286" y="39370"/>
                  </a:lnTo>
                  <a:lnTo>
                    <a:pt x="200968" y="64442"/>
                  </a:lnTo>
                  <a:lnTo>
                    <a:pt x="205272" y="89433"/>
                  </a:lnTo>
                  <a:lnTo>
                    <a:pt x="217016" y="109869"/>
                  </a:lnTo>
                  <a:lnTo>
                    <a:pt x="234450" y="123668"/>
                  </a:lnTo>
                  <a:lnTo>
                    <a:pt x="255820" y="128746"/>
                  </a:lnTo>
                  <a:lnTo>
                    <a:pt x="209762" y="136822"/>
                  </a:lnTo>
                  <a:lnTo>
                    <a:pt x="169741" y="159201"/>
                  </a:lnTo>
                  <a:lnTo>
                    <a:pt x="138168" y="193277"/>
                  </a:lnTo>
                  <a:lnTo>
                    <a:pt x="117456" y="236447"/>
                  </a:lnTo>
                  <a:lnTo>
                    <a:pt x="110016" y="286172"/>
                  </a:lnTo>
                  <a:lnTo>
                    <a:pt x="105675" y="311233"/>
                  </a:lnTo>
                  <a:lnTo>
                    <a:pt x="93897" y="331695"/>
                  </a:lnTo>
                  <a:lnTo>
                    <a:pt x="76427" y="345488"/>
                  </a:lnTo>
                  <a:lnTo>
                    <a:pt x="55009" y="350545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object 28">
              <a:extLst>
                <a:ext uri="{FF2B5EF4-FFF2-40B4-BE49-F238E27FC236}">
                  <a16:creationId xmlns:a16="http://schemas.microsoft.com/office/drawing/2014/main" id="{51D3F466-0B41-BF48-0EE4-CCB97C1095BA}"/>
                </a:ext>
              </a:extLst>
            </p:cNvPr>
            <p:cNvSpPr/>
            <p:nvPr/>
          </p:nvSpPr>
          <p:spPr>
            <a:xfrm>
              <a:off x="7102429" y="1864309"/>
              <a:ext cx="256540" cy="351155"/>
            </a:xfrm>
            <a:custGeom>
              <a:avLst/>
              <a:gdLst/>
              <a:ahLst/>
              <a:cxnLst/>
              <a:rect l="l" t="t" r="r" b="b"/>
              <a:pathLst>
                <a:path w="256540" h="351155">
                  <a:moveTo>
                    <a:pt x="255978" y="0"/>
                  </a:moveTo>
                  <a:lnTo>
                    <a:pt x="210032" y="4617"/>
                  </a:lnTo>
                  <a:lnTo>
                    <a:pt x="166760" y="17928"/>
                  </a:lnTo>
                  <a:lnTo>
                    <a:pt x="126893" y="39119"/>
                  </a:lnTo>
                  <a:lnTo>
                    <a:pt x="91158" y="67375"/>
                  </a:lnTo>
                  <a:lnTo>
                    <a:pt x="60285" y="101884"/>
                  </a:lnTo>
                  <a:lnTo>
                    <a:pt x="35004" y="141832"/>
                  </a:lnTo>
                  <a:lnTo>
                    <a:pt x="16043" y="186405"/>
                  </a:lnTo>
                  <a:lnTo>
                    <a:pt x="4132" y="234789"/>
                  </a:lnTo>
                  <a:lnTo>
                    <a:pt x="0" y="286172"/>
                  </a:lnTo>
                  <a:lnTo>
                    <a:pt x="4326" y="311261"/>
                  </a:lnTo>
                  <a:lnTo>
                    <a:pt x="16121" y="331719"/>
                  </a:lnTo>
                  <a:lnTo>
                    <a:pt x="33607" y="345497"/>
                  </a:lnTo>
                  <a:lnTo>
                    <a:pt x="55009" y="350545"/>
                  </a:lnTo>
                  <a:lnTo>
                    <a:pt x="76427" y="345488"/>
                  </a:lnTo>
                  <a:lnTo>
                    <a:pt x="93897" y="331695"/>
                  </a:lnTo>
                  <a:lnTo>
                    <a:pt x="105675" y="311233"/>
                  </a:lnTo>
                  <a:lnTo>
                    <a:pt x="110016" y="286172"/>
                  </a:lnTo>
                  <a:lnTo>
                    <a:pt x="117456" y="236447"/>
                  </a:lnTo>
                  <a:lnTo>
                    <a:pt x="138168" y="193277"/>
                  </a:lnTo>
                  <a:lnTo>
                    <a:pt x="169741" y="159201"/>
                  </a:lnTo>
                  <a:lnTo>
                    <a:pt x="209762" y="136822"/>
                  </a:lnTo>
                  <a:lnTo>
                    <a:pt x="255820" y="128746"/>
                  </a:lnTo>
                  <a:lnTo>
                    <a:pt x="255978" y="128746"/>
                  </a:lnTo>
                  <a:lnTo>
                    <a:pt x="255820" y="128746"/>
                  </a:lnTo>
                  <a:lnTo>
                    <a:pt x="234450" y="123668"/>
                  </a:lnTo>
                  <a:lnTo>
                    <a:pt x="217016" y="109869"/>
                  </a:lnTo>
                  <a:lnTo>
                    <a:pt x="205272" y="89433"/>
                  </a:lnTo>
                  <a:lnTo>
                    <a:pt x="200968" y="64442"/>
                  </a:lnTo>
                  <a:lnTo>
                    <a:pt x="205286" y="39370"/>
                  </a:lnTo>
                  <a:lnTo>
                    <a:pt x="217068" y="18885"/>
                  </a:lnTo>
                  <a:lnTo>
                    <a:pt x="234552" y="5068"/>
                  </a:lnTo>
                  <a:lnTo>
                    <a:pt x="255978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4" name="object 29">
              <a:extLst>
                <a:ext uri="{FF2B5EF4-FFF2-40B4-BE49-F238E27FC236}">
                  <a16:creationId xmlns:a16="http://schemas.microsoft.com/office/drawing/2014/main" id="{07A9DC62-EB34-D8FF-9EFD-9A3233C8FD66}"/>
                </a:ext>
              </a:extLst>
            </p:cNvPr>
            <p:cNvSpPr/>
            <p:nvPr/>
          </p:nvSpPr>
          <p:spPr>
            <a:xfrm>
              <a:off x="7303341" y="1864309"/>
              <a:ext cx="314960" cy="316230"/>
            </a:xfrm>
            <a:custGeom>
              <a:avLst/>
              <a:gdLst/>
              <a:ahLst/>
              <a:cxnLst/>
              <a:rect l="l" t="t" r="r" b="b"/>
              <a:pathLst>
                <a:path w="314959" h="316230">
                  <a:moveTo>
                    <a:pt x="220784" y="315728"/>
                  </a:moveTo>
                  <a:lnTo>
                    <a:pt x="219977" y="314447"/>
                  </a:lnTo>
                  <a:lnTo>
                    <a:pt x="219285" y="313161"/>
                  </a:lnTo>
                  <a:lnTo>
                    <a:pt x="218537" y="311814"/>
                  </a:lnTo>
                  <a:lnTo>
                    <a:pt x="186323" y="251667"/>
                  </a:lnTo>
                  <a:lnTo>
                    <a:pt x="155335" y="201160"/>
                  </a:lnTo>
                  <a:lnTo>
                    <a:pt x="124100" y="162432"/>
                  </a:lnTo>
                  <a:lnTo>
                    <a:pt x="91149" y="137626"/>
                  </a:lnTo>
                  <a:lnTo>
                    <a:pt x="33583" y="123823"/>
                  </a:lnTo>
                  <a:lnTo>
                    <a:pt x="16099" y="110022"/>
                  </a:lnTo>
                  <a:lnTo>
                    <a:pt x="4318" y="89541"/>
                  </a:lnTo>
                  <a:lnTo>
                    <a:pt x="0" y="64442"/>
                  </a:lnTo>
                  <a:lnTo>
                    <a:pt x="4318" y="39370"/>
                  </a:lnTo>
                  <a:lnTo>
                    <a:pt x="16099" y="18885"/>
                  </a:lnTo>
                  <a:lnTo>
                    <a:pt x="33583" y="5068"/>
                  </a:lnTo>
                  <a:lnTo>
                    <a:pt x="55009" y="0"/>
                  </a:lnTo>
                  <a:lnTo>
                    <a:pt x="101209" y="6049"/>
                  </a:lnTo>
                  <a:lnTo>
                    <a:pt x="142319" y="22927"/>
                  </a:lnTo>
                  <a:lnTo>
                    <a:pt x="178884" y="48728"/>
                  </a:lnTo>
                  <a:lnTo>
                    <a:pt x="211446" y="81546"/>
                  </a:lnTo>
                  <a:lnTo>
                    <a:pt x="240550" y="119476"/>
                  </a:lnTo>
                  <a:lnTo>
                    <a:pt x="266739" y="160611"/>
                  </a:lnTo>
                  <a:lnTo>
                    <a:pt x="290556" y="203045"/>
                  </a:lnTo>
                  <a:lnTo>
                    <a:pt x="312544" y="244874"/>
                  </a:lnTo>
                  <a:lnTo>
                    <a:pt x="313232" y="246225"/>
                  </a:lnTo>
                  <a:lnTo>
                    <a:pt x="313924" y="247576"/>
                  </a:lnTo>
                  <a:lnTo>
                    <a:pt x="314501" y="248923"/>
                  </a:lnTo>
                  <a:lnTo>
                    <a:pt x="305440" y="237305"/>
                  </a:lnTo>
                  <a:lnTo>
                    <a:pt x="294567" y="228812"/>
                  </a:lnTo>
                  <a:lnTo>
                    <a:pt x="282437" y="223602"/>
                  </a:lnTo>
                  <a:lnTo>
                    <a:pt x="269606" y="221830"/>
                  </a:lnTo>
                  <a:lnTo>
                    <a:pt x="262309" y="222400"/>
                  </a:lnTo>
                  <a:lnTo>
                    <a:pt x="225620" y="247663"/>
                  </a:lnTo>
                  <a:lnTo>
                    <a:pt x="214929" y="292450"/>
                  </a:lnTo>
                  <a:lnTo>
                    <a:pt x="220784" y="315728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5" name="object 30">
              <a:extLst>
                <a:ext uri="{FF2B5EF4-FFF2-40B4-BE49-F238E27FC236}">
                  <a16:creationId xmlns:a16="http://schemas.microsoft.com/office/drawing/2014/main" id="{7B24D4E4-7AAB-C837-B386-59A3BE986C4E}"/>
                </a:ext>
              </a:extLst>
            </p:cNvPr>
            <p:cNvSpPr/>
            <p:nvPr/>
          </p:nvSpPr>
          <p:spPr>
            <a:xfrm>
              <a:off x="7303341" y="1864309"/>
              <a:ext cx="314960" cy="316230"/>
            </a:xfrm>
            <a:custGeom>
              <a:avLst/>
              <a:gdLst/>
              <a:ahLst/>
              <a:cxnLst/>
              <a:rect l="l" t="t" r="r" b="b"/>
              <a:pathLst>
                <a:path w="314959" h="316230">
                  <a:moveTo>
                    <a:pt x="55009" y="0"/>
                  </a:moveTo>
                  <a:lnTo>
                    <a:pt x="33583" y="5068"/>
                  </a:lnTo>
                  <a:lnTo>
                    <a:pt x="16099" y="18885"/>
                  </a:lnTo>
                  <a:lnTo>
                    <a:pt x="4318" y="39370"/>
                  </a:lnTo>
                  <a:lnTo>
                    <a:pt x="0" y="64442"/>
                  </a:lnTo>
                  <a:lnTo>
                    <a:pt x="4318" y="89541"/>
                  </a:lnTo>
                  <a:lnTo>
                    <a:pt x="16099" y="110022"/>
                  </a:lnTo>
                  <a:lnTo>
                    <a:pt x="33583" y="123823"/>
                  </a:lnTo>
                  <a:lnTo>
                    <a:pt x="55009" y="128881"/>
                  </a:lnTo>
                  <a:lnTo>
                    <a:pt x="91149" y="137626"/>
                  </a:lnTo>
                  <a:lnTo>
                    <a:pt x="124100" y="162432"/>
                  </a:lnTo>
                  <a:lnTo>
                    <a:pt x="155335" y="201160"/>
                  </a:lnTo>
                  <a:lnTo>
                    <a:pt x="186323" y="251667"/>
                  </a:lnTo>
                  <a:lnTo>
                    <a:pt x="218537" y="311814"/>
                  </a:lnTo>
                  <a:lnTo>
                    <a:pt x="219285" y="313161"/>
                  </a:lnTo>
                  <a:lnTo>
                    <a:pt x="219977" y="314447"/>
                  </a:lnTo>
                  <a:lnTo>
                    <a:pt x="220784" y="315728"/>
                  </a:lnTo>
                  <a:lnTo>
                    <a:pt x="214929" y="292450"/>
                  </a:lnTo>
                  <a:lnTo>
                    <a:pt x="216716" y="268924"/>
                  </a:lnTo>
                  <a:lnTo>
                    <a:pt x="241118" y="231179"/>
                  </a:lnTo>
                  <a:lnTo>
                    <a:pt x="269606" y="221830"/>
                  </a:lnTo>
                  <a:lnTo>
                    <a:pt x="282437" y="223602"/>
                  </a:lnTo>
                  <a:lnTo>
                    <a:pt x="294567" y="228812"/>
                  </a:lnTo>
                  <a:lnTo>
                    <a:pt x="305440" y="237305"/>
                  </a:lnTo>
                  <a:lnTo>
                    <a:pt x="314501" y="248923"/>
                  </a:lnTo>
                  <a:lnTo>
                    <a:pt x="313924" y="247576"/>
                  </a:lnTo>
                  <a:lnTo>
                    <a:pt x="313232" y="246225"/>
                  </a:lnTo>
                  <a:lnTo>
                    <a:pt x="312544" y="244874"/>
                  </a:lnTo>
                  <a:lnTo>
                    <a:pt x="290556" y="203045"/>
                  </a:lnTo>
                  <a:lnTo>
                    <a:pt x="266739" y="160611"/>
                  </a:lnTo>
                  <a:lnTo>
                    <a:pt x="240550" y="119476"/>
                  </a:lnTo>
                  <a:lnTo>
                    <a:pt x="211446" y="81546"/>
                  </a:lnTo>
                  <a:lnTo>
                    <a:pt x="178884" y="48728"/>
                  </a:lnTo>
                  <a:lnTo>
                    <a:pt x="142319" y="22927"/>
                  </a:lnTo>
                  <a:lnTo>
                    <a:pt x="101209" y="6049"/>
                  </a:lnTo>
                  <a:lnTo>
                    <a:pt x="55009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6" name="object 31">
              <a:extLst>
                <a:ext uri="{FF2B5EF4-FFF2-40B4-BE49-F238E27FC236}">
                  <a16:creationId xmlns:a16="http://schemas.microsoft.com/office/drawing/2014/main" id="{EFC35918-EDCB-CF85-3270-2DB7E4AF0285}"/>
                </a:ext>
              </a:extLst>
            </p:cNvPr>
            <p:cNvSpPr/>
            <p:nvPr/>
          </p:nvSpPr>
          <p:spPr>
            <a:xfrm>
              <a:off x="7518271" y="2086108"/>
              <a:ext cx="269875" cy="351155"/>
            </a:xfrm>
            <a:custGeom>
              <a:avLst/>
              <a:gdLst/>
              <a:ahLst/>
              <a:cxnLst/>
              <a:rect l="l" t="t" r="r" b="b"/>
              <a:pathLst>
                <a:path w="269875" h="351155">
                  <a:moveTo>
                    <a:pt x="269379" y="350680"/>
                  </a:moveTo>
                  <a:lnTo>
                    <a:pt x="223165" y="344679"/>
                  </a:lnTo>
                  <a:lnTo>
                    <a:pt x="182046" y="327846"/>
                  </a:lnTo>
                  <a:lnTo>
                    <a:pt x="145405" y="301941"/>
                  </a:lnTo>
                  <a:lnTo>
                    <a:pt x="112625" y="268720"/>
                  </a:lnTo>
                  <a:lnTo>
                    <a:pt x="83088" y="229942"/>
                  </a:lnTo>
                  <a:lnTo>
                    <a:pt x="56175" y="187364"/>
                  </a:lnTo>
                  <a:lnTo>
                    <a:pt x="31271" y="142745"/>
                  </a:lnTo>
                  <a:lnTo>
                    <a:pt x="7756" y="97843"/>
                  </a:lnTo>
                  <a:lnTo>
                    <a:pt x="0" y="70660"/>
                  </a:lnTo>
                  <a:lnTo>
                    <a:pt x="1786" y="47149"/>
                  </a:lnTo>
                  <a:lnTo>
                    <a:pt x="26188" y="9379"/>
                  </a:lnTo>
                  <a:lnTo>
                    <a:pt x="54671" y="0"/>
                  </a:lnTo>
                  <a:lnTo>
                    <a:pt x="67503" y="1775"/>
                  </a:lnTo>
                  <a:lnTo>
                    <a:pt x="99571" y="27124"/>
                  </a:lnTo>
                  <a:lnTo>
                    <a:pt x="101703" y="30972"/>
                  </a:lnTo>
                  <a:lnTo>
                    <a:pt x="130439" y="85153"/>
                  </a:lnTo>
                  <a:lnTo>
                    <a:pt x="157523" y="131715"/>
                  </a:lnTo>
                  <a:lnTo>
                    <a:pt x="183956" y="169662"/>
                  </a:lnTo>
                  <a:lnTo>
                    <a:pt x="210734" y="198000"/>
                  </a:lnTo>
                  <a:lnTo>
                    <a:pt x="269323" y="221864"/>
                  </a:lnTo>
                  <a:lnTo>
                    <a:pt x="247953" y="226913"/>
                  </a:lnTo>
                  <a:lnTo>
                    <a:pt x="230483" y="240691"/>
                  </a:lnTo>
                  <a:lnTo>
                    <a:pt x="218694" y="261149"/>
                  </a:lnTo>
                  <a:lnTo>
                    <a:pt x="214369" y="286238"/>
                  </a:lnTo>
                  <a:lnTo>
                    <a:pt x="218695" y="311310"/>
                  </a:lnTo>
                  <a:lnTo>
                    <a:pt x="230490" y="331795"/>
                  </a:lnTo>
                  <a:lnTo>
                    <a:pt x="247977" y="345612"/>
                  </a:lnTo>
                  <a:lnTo>
                    <a:pt x="269379" y="350680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7" name="object 32">
              <a:extLst>
                <a:ext uri="{FF2B5EF4-FFF2-40B4-BE49-F238E27FC236}">
                  <a16:creationId xmlns:a16="http://schemas.microsoft.com/office/drawing/2014/main" id="{01417127-8A9E-769F-3E54-E7BC882BCC29}"/>
                </a:ext>
              </a:extLst>
            </p:cNvPr>
            <p:cNvSpPr/>
            <p:nvPr/>
          </p:nvSpPr>
          <p:spPr>
            <a:xfrm>
              <a:off x="7518271" y="2086108"/>
              <a:ext cx="269875" cy="351155"/>
            </a:xfrm>
            <a:custGeom>
              <a:avLst/>
              <a:gdLst/>
              <a:ahLst/>
              <a:cxnLst/>
              <a:rect l="l" t="t" r="r" b="b"/>
              <a:pathLst>
                <a:path w="269875" h="351155">
                  <a:moveTo>
                    <a:pt x="269537" y="221814"/>
                  </a:moveTo>
                  <a:lnTo>
                    <a:pt x="269409" y="221830"/>
                  </a:lnTo>
                  <a:lnTo>
                    <a:pt x="269666" y="221864"/>
                  </a:lnTo>
                  <a:lnTo>
                    <a:pt x="269537" y="221814"/>
                  </a:lnTo>
                  <a:close/>
                </a:path>
                <a:path w="269875" h="351155">
                  <a:moveTo>
                    <a:pt x="54671" y="0"/>
                  </a:moveTo>
                  <a:lnTo>
                    <a:pt x="10690" y="25892"/>
                  </a:lnTo>
                  <a:lnTo>
                    <a:pt x="0" y="70660"/>
                  </a:lnTo>
                  <a:lnTo>
                    <a:pt x="5855" y="93929"/>
                  </a:lnTo>
                  <a:lnTo>
                    <a:pt x="31271" y="142745"/>
                  </a:lnTo>
                  <a:lnTo>
                    <a:pt x="56175" y="187364"/>
                  </a:lnTo>
                  <a:lnTo>
                    <a:pt x="83088" y="229942"/>
                  </a:lnTo>
                  <a:lnTo>
                    <a:pt x="112625" y="268720"/>
                  </a:lnTo>
                  <a:lnTo>
                    <a:pt x="145405" y="301941"/>
                  </a:lnTo>
                  <a:lnTo>
                    <a:pt x="182046" y="327846"/>
                  </a:lnTo>
                  <a:lnTo>
                    <a:pt x="223165" y="344679"/>
                  </a:lnTo>
                  <a:lnTo>
                    <a:pt x="269379" y="350680"/>
                  </a:lnTo>
                  <a:lnTo>
                    <a:pt x="247977" y="345612"/>
                  </a:lnTo>
                  <a:lnTo>
                    <a:pt x="230490" y="331795"/>
                  </a:lnTo>
                  <a:lnTo>
                    <a:pt x="218695" y="311310"/>
                  </a:lnTo>
                  <a:lnTo>
                    <a:pt x="214369" y="286238"/>
                  </a:lnTo>
                  <a:lnTo>
                    <a:pt x="218694" y="261149"/>
                  </a:lnTo>
                  <a:lnTo>
                    <a:pt x="230483" y="240691"/>
                  </a:lnTo>
                  <a:lnTo>
                    <a:pt x="247953" y="226913"/>
                  </a:lnTo>
                  <a:lnTo>
                    <a:pt x="269323" y="221864"/>
                  </a:lnTo>
                  <a:lnTo>
                    <a:pt x="238857" y="215732"/>
                  </a:lnTo>
                  <a:lnTo>
                    <a:pt x="183956" y="169662"/>
                  </a:lnTo>
                  <a:lnTo>
                    <a:pt x="157523" y="131715"/>
                  </a:lnTo>
                  <a:lnTo>
                    <a:pt x="130439" y="85153"/>
                  </a:lnTo>
                  <a:lnTo>
                    <a:pt x="101703" y="30972"/>
                  </a:lnTo>
                  <a:lnTo>
                    <a:pt x="101011" y="29621"/>
                  </a:lnTo>
                  <a:lnTo>
                    <a:pt x="100263" y="28339"/>
                  </a:lnTo>
                  <a:lnTo>
                    <a:pt x="99571" y="27124"/>
                  </a:lnTo>
                  <a:lnTo>
                    <a:pt x="90508" y="15499"/>
                  </a:lnTo>
                  <a:lnTo>
                    <a:pt x="79634" y="6996"/>
                  </a:lnTo>
                  <a:lnTo>
                    <a:pt x="67503" y="1775"/>
                  </a:lnTo>
                  <a:lnTo>
                    <a:pt x="54671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8" name="object 33">
              <a:extLst>
                <a:ext uri="{FF2B5EF4-FFF2-40B4-BE49-F238E27FC236}">
                  <a16:creationId xmlns:a16="http://schemas.microsoft.com/office/drawing/2014/main" id="{AF977374-F075-6AF1-4994-91E68D97DD11}"/>
                </a:ext>
              </a:extLst>
            </p:cNvPr>
            <p:cNvSpPr/>
            <p:nvPr/>
          </p:nvSpPr>
          <p:spPr>
            <a:xfrm>
              <a:off x="7732584" y="2150771"/>
              <a:ext cx="311150" cy="286385"/>
            </a:xfrm>
            <a:custGeom>
              <a:avLst/>
              <a:gdLst/>
              <a:ahLst/>
              <a:cxnLst/>
              <a:rect l="l" t="t" r="r" b="b"/>
              <a:pathLst>
                <a:path w="311150" h="286385">
                  <a:moveTo>
                    <a:pt x="55009" y="286018"/>
                  </a:moveTo>
                  <a:lnTo>
                    <a:pt x="33607" y="280949"/>
                  </a:lnTo>
                  <a:lnTo>
                    <a:pt x="16121" y="267132"/>
                  </a:lnTo>
                  <a:lnTo>
                    <a:pt x="4326" y="246647"/>
                  </a:lnTo>
                  <a:lnTo>
                    <a:pt x="0" y="221575"/>
                  </a:lnTo>
                  <a:lnTo>
                    <a:pt x="4318" y="196476"/>
                  </a:lnTo>
                  <a:lnTo>
                    <a:pt x="16099" y="175995"/>
                  </a:lnTo>
                  <a:lnTo>
                    <a:pt x="33583" y="162195"/>
                  </a:lnTo>
                  <a:lnTo>
                    <a:pt x="55009" y="157136"/>
                  </a:lnTo>
                  <a:lnTo>
                    <a:pt x="55352" y="157136"/>
                  </a:lnTo>
                  <a:lnTo>
                    <a:pt x="101353" y="148978"/>
                  </a:lnTo>
                  <a:lnTo>
                    <a:pt x="141323" y="126558"/>
                  </a:lnTo>
                  <a:lnTo>
                    <a:pt x="172854" y="92475"/>
                  </a:lnTo>
                  <a:lnTo>
                    <a:pt x="193538" y="49327"/>
                  </a:lnTo>
                  <a:lnTo>
                    <a:pt x="200925" y="0"/>
                  </a:lnTo>
                  <a:lnTo>
                    <a:pt x="205287" y="24810"/>
                  </a:lnTo>
                  <a:lnTo>
                    <a:pt x="217068" y="45292"/>
                  </a:lnTo>
                  <a:lnTo>
                    <a:pt x="234553" y="59094"/>
                  </a:lnTo>
                  <a:lnTo>
                    <a:pt x="255978" y="64153"/>
                  </a:lnTo>
                  <a:lnTo>
                    <a:pt x="303615" y="64153"/>
                  </a:lnTo>
                  <a:lnTo>
                    <a:pt x="294816" y="99783"/>
                  </a:lnTo>
                  <a:lnTo>
                    <a:pt x="275846" y="144314"/>
                  </a:lnTo>
                  <a:lnTo>
                    <a:pt x="250569" y="184225"/>
                  </a:lnTo>
                  <a:lnTo>
                    <a:pt x="219711" y="218702"/>
                  </a:lnTo>
                  <a:lnTo>
                    <a:pt x="184000" y="246933"/>
                  </a:lnTo>
                  <a:lnTo>
                    <a:pt x="144161" y="268105"/>
                  </a:lnTo>
                  <a:lnTo>
                    <a:pt x="100922" y="281404"/>
                  </a:lnTo>
                  <a:lnTo>
                    <a:pt x="55009" y="286018"/>
                  </a:lnTo>
                  <a:close/>
                </a:path>
                <a:path w="311150" h="286385">
                  <a:moveTo>
                    <a:pt x="303615" y="64153"/>
                  </a:moveTo>
                  <a:lnTo>
                    <a:pt x="255978" y="64153"/>
                  </a:lnTo>
                  <a:lnTo>
                    <a:pt x="277358" y="59094"/>
                  </a:lnTo>
                  <a:lnTo>
                    <a:pt x="289783" y="49327"/>
                  </a:lnTo>
                  <a:lnTo>
                    <a:pt x="294834" y="45292"/>
                  </a:lnTo>
                  <a:lnTo>
                    <a:pt x="306558" y="25056"/>
                  </a:lnTo>
                  <a:lnTo>
                    <a:pt x="310949" y="0"/>
                  </a:lnTo>
                  <a:lnTo>
                    <a:pt x="306753" y="51444"/>
                  </a:lnTo>
                  <a:lnTo>
                    <a:pt x="303615" y="64153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9" name="object 34">
              <a:extLst>
                <a:ext uri="{FF2B5EF4-FFF2-40B4-BE49-F238E27FC236}">
                  <a16:creationId xmlns:a16="http://schemas.microsoft.com/office/drawing/2014/main" id="{F5636B0A-E1F5-C1DC-3D4F-1F3690CA19FC}"/>
                </a:ext>
              </a:extLst>
            </p:cNvPr>
            <p:cNvSpPr/>
            <p:nvPr/>
          </p:nvSpPr>
          <p:spPr>
            <a:xfrm>
              <a:off x="7732584" y="2150481"/>
              <a:ext cx="311150" cy="286385"/>
            </a:xfrm>
            <a:custGeom>
              <a:avLst/>
              <a:gdLst/>
              <a:ahLst/>
              <a:cxnLst/>
              <a:rect l="l" t="t" r="r" b="b"/>
              <a:pathLst>
                <a:path w="311150" h="286385">
                  <a:moveTo>
                    <a:pt x="310929" y="65"/>
                  </a:moveTo>
                  <a:lnTo>
                    <a:pt x="310929" y="289"/>
                  </a:lnTo>
                  <a:lnTo>
                    <a:pt x="310929" y="65"/>
                  </a:lnTo>
                  <a:close/>
                </a:path>
                <a:path w="311150" h="286385">
                  <a:moveTo>
                    <a:pt x="200968" y="0"/>
                  </a:moveTo>
                  <a:lnTo>
                    <a:pt x="193538" y="49616"/>
                  </a:lnTo>
                  <a:lnTo>
                    <a:pt x="172854" y="92765"/>
                  </a:lnTo>
                  <a:lnTo>
                    <a:pt x="141323" y="126848"/>
                  </a:lnTo>
                  <a:lnTo>
                    <a:pt x="101353" y="149267"/>
                  </a:lnTo>
                  <a:lnTo>
                    <a:pt x="55352" y="157426"/>
                  </a:lnTo>
                  <a:lnTo>
                    <a:pt x="55009" y="157426"/>
                  </a:lnTo>
                  <a:lnTo>
                    <a:pt x="33583" y="162484"/>
                  </a:lnTo>
                  <a:lnTo>
                    <a:pt x="16099" y="176285"/>
                  </a:lnTo>
                  <a:lnTo>
                    <a:pt x="4318" y="196766"/>
                  </a:lnTo>
                  <a:lnTo>
                    <a:pt x="0" y="221865"/>
                  </a:lnTo>
                  <a:lnTo>
                    <a:pt x="4326" y="246937"/>
                  </a:lnTo>
                  <a:lnTo>
                    <a:pt x="16121" y="267422"/>
                  </a:lnTo>
                  <a:lnTo>
                    <a:pt x="33607" y="281239"/>
                  </a:lnTo>
                  <a:lnTo>
                    <a:pt x="55009" y="286307"/>
                  </a:lnTo>
                  <a:lnTo>
                    <a:pt x="100922" y="281694"/>
                  </a:lnTo>
                  <a:lnTo>
                    <a:pt x="144161" y="268395"/>
                  </a:lnTo>
                  <a:lnTo>
                    <a:pt x="184000" y="247223"/>
                  </a:lnTo>
                  <a:lnTo>
                    <a:pt x="219711" y="218992"/>
                  </a:lnTo>
                  <a:lnTo>
                    <a:pt x="250569" y="184514"/>
                  </a:lnTo>
                  <a:lnTo>
                    <a:pt x="275846" y="144604"/>
                  </a:lnTo>
                  <a:lnTo>
                    <a:pt x="294816" y="100073"/>
                  </a:lnTo>
                  <a:lnTo>
                    <a:pt x="306753" y="51734"/>
                  </a:lnTo>
                  <a:lnTo>
                    <a:pt x="310929" y="401"/>
                  </a:lnTo>
                  <a:lnTo>
                    <a:pt x="306558" y="25345"/>
                  </a:lnTo>
                  <a:lnTo>
                    <a:pt x="294766" y="45700"/>
                  </a:lnTo>
                  <a:lnTo>
                    <a:pt x="277317" y="59415"/>
                  </a:lnTo>
                  <a:lnTo>
                    <a:pt x="255978" y="64442"/>
                  </a:lnTo>
                  <a:lnTo>
                    <a:pt x="234553" y="59383"/>
                  </a:lnTo>
                  <a:lnTo>
                    <a:pt x="217068" y="45581"/>
                  </a:lnTo>
                  <a:lnTo>
                    <a:pt x="205287" y="25099"/>
                  </a:lnTo>
                  <a:lnTo>
                    <a:pt x="200968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0" name="object 35">
              <a:extLst>
                <a:ext uri="{FF2B5EF4-FFF2-40B4-BE49-F238E27FC236}">
                  <a16:creationId xmlns:a16="http://schemas.microsoft.com/office/drawing/2014/main" id="{F8CB6035-DB99-7F89-AD18-BD43E2573EE1}"/>
                </a:ext>
              </a:extLst>
            </p:cNvPr>
            <p:cNvSpPr/>
            <p:nvPr/>
          </p:nvSpPr>
          <p:spPr>
            <a:xfrm>
              <a:off x="7734311" y="1864309"/>
              <a:ext cx="309880" cy="351155"/>
            </a:xfrm>
            <a:custGeom>
              <a:avLst/>
              <a:gdLst/>
              <a:ahLst/>
              <a:cxnLst/>
              <a:rect l="l" t="t" r="r" b="b"/>
              <a:pathLst>
                <a:path w="309879" h="351155">
                  <a:moveTo>
                    <a:pt x="254252" y="350615"/>
                  </a:moveTo>
                  <a:lnTo>
                    <a:pt x="215342" y="331754"/>
                  </a:lnTo>
                  <a:lnTo>
                    <a:pt x="199241" y="286172"/>
                  </a:lnTo>
                  <a:lnTo>
                    <a:pt x="191800" y="236518"/>
                  </a:lnTo>
                  <a:lnTo>
                    <a:pt x="171087" y="193344"/>
                  </a:lnTo>
                  <a:lnTo>
                    <a:pt x="139521" y="159262"/>
                  </a:lnTo>
                  <a:lnTo>
                    <a:pt x="99523" y="136882"/>
                  </a:lnTo>
                  <a:lnTo>
                    <a:pt x="53510" y="128815"/>
                  </a:lnTo>
                  <a:lnTo>
                    <a:pt x="53283" y="128815"/>
                  </a:lnTo>
                  <a:lnTo>
                    <a:pt x="32021" y="122995"/>
                  </a:lnTo>
                  <a:lnTo>
                    <a:pt x="14913" y="108571"/>
                  </a:lnTo>
                  <a:lnTo>
                    <a:pt x="3669" y="87669"/>
                  </a:lnTo>
                  <a:lnTo>
                    <a:pt x="0" y="62416"/>
                  </a:lnTo>
                  <a:lnTo>
                    <a:pt x="4632" y="38469"/>
                  </a:lnTo>
                  <a:lnTo>
                    <a:pt x="16100" y="18860"/>
                  </a:lnTo>
                  <a:lnTo>
                    <a:pt x="32839" y="5426"/>
                  </a:lnTo>
                  <a:lnTo>
                    <a:pt x="53283" y="0"/>
                  </a:lnTo>
                  <a:lnTo>
                    <a:pt x="99229" y="4617"/>
                  </a:lnTo>
                  <a:lnTo>
                    <a:pt x="142501" y="17928"/>
                  </a:lnTo>
                  <a:lnTo>
                    <a:pt x="182369" y="39119"/>
                  </a:lnTo>
                  <a:lnTo>
                    <a:pt x="218104" y="67375"/>
                  </a:lnTo>
                  <a:lnTo>
                    <a:pt x="248976" y="101884"/>
                  </a:lnTo>
                  <a:lnTo>
                    <a:pt x="274258" y="141832"/>
                  </a:lnTo>
                  <a:lnTo>
                    <a:pt x="293218" y="186405"/>
                  </a:lnTo>
                  <a:lnTo>
                    <a:pt x="305130" y="234789"/>
                  </a:lnTo>
                  <a:lnTo>
                    <a:pt x="309262" y="286172"/>
                  </a:lnTo>
                  <a:lnTo>
                    <a:pt x="304936" y="311272"/>
                  </a:lnTo>
                  <a:lnTo>
                    <a:pt x="293141" y="331754"/>
                  </a:lnTo>
                  <a:lnTo>
                    <a:pt x="275654" y="345556"/>
                  </a:lnTo>
                  <a:lnTo>
                    <a:pt x="254252" y="350615"/>
                  </a:ln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1" name="object 36">
              <a:extLst>
                <a:ext uri="{FF2B5EF4-FFF2-40B4-BE49-F238E27FC236}">
                  <a16:creationId xmlns:a16="http://schemas.microsoft.com/office/drawing/2014/main" id="{460A20FB-E86E-D917-C621-FDB4386A7921}"/>
                </a:ext>
              </a:extLst>
            </p:cNvPr>
            <p:cNvSpPr/>
            <p:nvPr/>
          </p:nvSpPr>
          <p:spPr>
            <a:xfrm>
              <a:off x="7734311" y="1864309"/>
              <a:ext cx="309880" cy="351155"/>
            </a:xfrm>
            <a:custGeom>
              <a:avLst/>
              <a:gdLst/>
              <a:ahLst/>
              <a:cxnLst/>
              <a:rect l="l" t="t" r="r" b="b"/>
              <a:pathLst>
                <a:path w="309879" h="351155">
                  <a:moveTo>
                    <a:pt x="53283" y="0"/>
                  </a:moveTo>
                  <a:lnTo>
                    <a:pt x="32839" y="5426"/>
                  </a:lnTo>
                  <a:lnTo>
                    <a:pt x="16100" y="18860"/>
                  </a:lnTo>
                  <a:lnTo>
                    <a:pt x="4632" y="38469"/>
                  </a:lnTo>
                  <a:lnTo>
                    <a:pt x="0" y="62416"/>
                  </a:lnTo>
                  <a:lnTo>
                    <a:pt x="3669" y="87669"/>
                  </a:lnTo>
                  <a:lnTo>
                    <a:pt x="14913" y="108571"/>
                  </a:lnTo>
                  <a:lnTo>
                    <a:pt x="32021" y="122995"/>
                  </a:lnTo>
                  <a:lnTo>
                    <a:pt x="53283" y="128815"/>
                  </a:lnTo>
                  <a:lnTo>
                    <a:pt x="53510" y="128815"/>
                  </a:lnTo>
                  <a:lnTo>
                    <a:pt x="99523" y="136882"/>
                  </a:lnTo>
                  <a:lnTo>
                    <a:pt x="139521" y="159262"/>
                  </a:lnTo>
                  <a:lnTo>
                    <a:pt x="171087" y="193344"/>
                  </a:lnTo>
                  <a:lnTo>
                    <a:pt x="191800" y="236518"/>
                  </a:lnTo>
                  <a:lnTo>
                    <a:pt x="199241" y="286172"/>
                  </a:lnTo>
                  <a:lnTo>
                    <a:pt x="203560" y="311272"/>
                  </a:lnTo>
                  <a:lnTo>
                    <a:pt x="215342" y="331754"/>
                  </a:lnTo>
                  <a:lnTo>
                    <a:pt x="232826" y="345556"/>
                  </a:lnTo>
                  <a:lnTo>
                    <a:pt x="254252" y="350615"/>
                  </a:lnTo>
                  <a:lnTo>
                    <a:pt x="275654" y="345556"/>
                  </a:lnTo>
                  <a:lnTo>
                    <a:pt x="293141" y="331754"/>
                  </a:lnTo>
                  <a:lnTo>
                    <a:pt x="304936" y="311272"/>
                  </a:lnTo>
                  <a:lnTo>
                    <a:pt x="309262" y="286172"/>
                  </a:lnTo>
                  <a:lnTo>
                    <a:pt x="305130" y="234789"/>
                  </a:lnTo>
                  <a:lnTo>
                    <a:pt x="293218" y="186405"/>
                  </a:lnTo>
                  <a:lnTo>
                    <a:pt x="274258" y="141832"/>
                  </a:lnTo>
                  <a:lnTo>
                    <a:pt x="248976" y="101884"/>
                  </a:lnTo>
                  <a:lnTo>
                    <a:pt x="218104" y="67375"/>
                  </a:lnTo>
                  <a:lnTo>
                    <a:pt x="182369" y="39119"/>
                  </a:lnTo>
                  <a:lnTo>
                    <a:pt x="142501" y="17928"/>
                  </a:lnTo>
                  <a:lnTo>
                    <a:pt x="99229" y="4617"/>
                  </a:lnTo>
                  <a:lnTo>
                    <a:pt x="53283" y="0"/>
                  </a:lnTo>
                  <a:close/>
                </a:path>
              </a:pathLst>
            </a:cu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E24DE179-E9A8-6F93-81B0-27D91AE35BE3}"/>
              </a:ext>
            </a:extLst>
          </p:cNvPr>
          <p:cNvSpPr txBox="1"/>
          <p:nvPr/>
        </p:nvSpPr>
        <p:spPr>
          <a:xfrm>
            <a:off x="1352869" y="62004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USE CASES</a:t>
            </a:r>
            <a:endParaRPr lang="en-IN" sz="36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80DDED-206F-C807-A845-3693458567D8}"/>
              </a:ext>
            </a:extLst>
          </p:cNvPr>
          <p:cNvSpPr txBox="1"/>
          <p:nvPr/>
        </p:nvSpPr>
        <p:spPr>
          <a:xfrm>
            <a:off x="29936" y="2991825"/>
            <a:ext cx="25378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Arial Black" panose="020B0A04020102020204" pitchFamily="34" charset="0"/>
                <a:cs typeface="Tahoma"/>
              </a:rPr>
              <a:t>Autom</a:t>
            </a:r>
            <a:r>
              <a:rPr lang="en-IN" spc="-10" dirty="0">
                <a:latin typeface="Arial Black" panose="020B0A04020102020204" pitchFamily="34" charset="0"/>
                <a:cs typeface="Tahoma"/>
              </a:rPr>
              <a:t>a</a:t>
            </a:r>
            <a:r>
              <a:rPr lang="en-IN" spc="-20" dirty="0">
                <a:latin typeface="Arial Black" panose="020B0A04020102020204" pitchFamily="34" charset="0"/>
                <a:cs typeface="Tahoma"/>
              </a:rPr>
              <a:t>tion</a:t>
            </a:r>
            <a:endParaRPr lang="en-IN" dirty="0">
              <a:latin typeface="Arial Black" panose="020B0A04020102020204" pitchFamily="34" charset="0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lang="en-IN" sz="1400" spc="-175" dirty="0">
                <a:ea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n-IN" sz="1400" spc="-9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spc="-80" dirty="0">
                <a:ea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IN" sz="1400" spc="-9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spc="-85" dirty="0">
                <a:ea typeface="Calibri" panose="020F0502020204030204" pitchFamily="34" charset="0"/>
                <a:cs typeface="Calibri" panose="020F0502020204030204" pitchFamily="34" charset="0"/>
              </a:rPr>
              <a:t>Automation</a:t>
            </a:r>
            <a:endParaRPr lang="en-IN" sz="14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8705106-FEFA-FB31-06E6-AD8166C2E251}"/>
              </a:ext>
            </a:extLst>
          </p:cNvPr>
          <p:cNvSpPr txBox="1"/>
          <p:nvPr/>
        </p:nvSpPr>
        <p:spPr>
          <a:xfrm>
            <a:off x="1710491" y="2722990"/>
            <a:ext cx="339864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Arial Black" panose="020B0A04020102020204" pitchFamily="34" charset="0"/>
                <a:cs typeface="Tahoma"/>
              </a:rPr>
              <a:t>Change </a:t>
            </a:r>
            <a:br>
              <a:rPr lang="en-IN" dirty="0">
                <a:latin typeface="Arial Black" panose="020B0A04020102020204" pitchFamily="34" charset="0"/>
                <a:cs typeface="Tahoma"/>
              </a:rPr>
            </a:br>
            <a:r>
              <a:rPr lang="en-IN" dirty="0">
                <a:latin typeface="Arial Black" panose="020B0A04020102020204" pitchFamily="34" charset="0"/>
                <a:cs typeface="Tahoma"/>
              </a:rPr>
              <a:t>Management</a:t>
            </a:r>
          </a:p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lang="en-IN" sz="1400" dirty="0"/>
              <a:t>Production Server</a:t>
            </a:r>
            <a:br>
              <a:rPr lang="en-IN" sz="1400" dirty="0"/>
            </a:br>
            <a:r>
              <a:rPr lang="en-IN" sz="1400" dirty="0"/>
              <a:t> changes</a:t>
            </a:r>
            <a:endParaRPr lang="en-IN" sz="1400" dirty="0">
              <a:cs typeface="Tahom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83F6B1-0C8A-F897-7ABF-D72C48404C3B}"/>
              </a:ext>
            </a:extLst>
          </p:cNvPr>
          <p:cNvSpPr txBox="1"/>
          <p:nvPr/>
        </p:nvSpPr>
        <p:spPr>
          <a:xfrm>
            <a:off x="4248360" y="2871289"/>
            <a:ext cx="273558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rial Black" panose="020B0A04020102020204" pitchFamily="34" charset="0"/>
              </a:rPr>
              <a:t>Provisioning</a:t>
            </a:r>
            <a:br>
              <a:rPr lang="en-US" dirty="0">
                <a:latin typeface="Arial Black" panose="020B0A04020102020204" pitchFamily="34" charset="0"/>
              </a:rPr>
            </a:br>
            <a:br>
              <a:rPr lang="en-US" sz="1600" dirty="0"/>
            </a:br>
            <a:r>
              <a:rPr lang="en-US" sz="1600" dirty="0"/>
              <a:t> </a:t>
            </a:r>
            <a:r>
              <a:rPr lang="en-US" sz="1400" dirty="0"/>
              <a:t>Setup Servers from</a:t>
            </a:r>
            <a:br>
              <a:rPr lang="en-US" sz="1400" dirty="0"/>
            </a:br>
            <a:r>
              <a:rPr lang="en-US" sz="1400" dirty="0"/>
              <a:t> scratch/ Cloud </a:t>
            </a:r>
            <a:br>
              <a:rPr lang="en-US" sz="1400" dirty="0"/>
            </a:br>
            <a:r>
              <a:rPr lang="en-US" sz="1400" dirty="0"/>
              <a:t>provisioning</a:t>
            </a:r>
            <a:endParaRPr lang="en-IN" sz="1600" dirty="0">
              <a:cs typeface="Tahoma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FF4F63-2307-9315-777C-E7477F651F5C}"/>
              </a:ext>
            </a:extLst>
          </p:cNvPr>
          <p:cNvSpPr txBox="1"/>
          <p:nvPr/>
        </p:nvSpPr>
        <p:spPr>
          <a:xfrm>
            <a:off x="6596195" y="2908625"/>
            <a:ext cx="210162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Arial Black" panose="020B0A04020102020204" pitchFamily="34" charset="0"/>
              </a:rPr>
              <a:t>Orchestration </a:t>
            </a:r>
            <a:br>
              <a:rPr lang="en-IN" dirty="0">
                <a:latin typeface="Arial Black" panose="020B0A04020102020204" pitchFamily="34" charset="0"/>
              </a:rPr>
            </a:br>
            <a:br>
              <a:rPr lang="en-IN" sz="1600" dirty="0"/>
            </a:br>
            <a:r>
              <a:rPr lang="en-IN" sz="1400" dirty="0"/>
              <a:t>Large scale</a:t>
            </a:r>
            <a:br>
              <a:rPr lang="en-IN" sz="1400" dirty="0"/>
            </a:br>
            <a:r>
              <a:rPr lang="en-IN" sz="1400" dirty="0"/>
              <a:t> automation framework</a:t>
            </a:r>
            <a:endParaRPr lang="en-IN" sz="1600" dirty="0">
              <a:cs typeface="Tahoma"/>
            </a:endParaRP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C6E09631-E445-5044-8BFE-8B78BAF3FD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2721"/>
            <a:ext cx="794480" cy="7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0600" y="326286"/>
            <a:ext cx="7515225" cy="654050"/>
          </a:xfrm>
          <a:prstGeom prst="rect">
            <a:avLst/>
          </a:prstGeom>
        </p:spPr>
        <p:txBody>
          <a:bodyPr vert="horz" wrap="square" lIns="0" tIns="99359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z="3600" spc="14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Ansible</a:t>
            </a:r>
            <a:r>
              <a:rPr sz="3600" spc="-33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3600" spc="8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is</a:t>
            </a:r>
            <a:r>
              <a:rPr sz="3600" spc="-32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3600" spc="18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Simple</a:t>
            </a:r>
            <a:endParaRPr sz="36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1318843"/>
            <a:ext cx="327660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Arial Black" panose="020B0A04020102020204" pitchFamily="34" charset="0"/>
              </a:rPr>
              <a:t>No Agents 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Target machines/Services are accessed by</a:t>
            </a:r>
            <a:br>
              <a:rPr lang="en-US" dirty="0"/>
            </a:br>
            <a:r>
              <a:rPr lang="en-US" dirty="0"/>
              <a:t>SSH, </a:t>
            </a:r>
            <a:r>
              <a:rPr lang="en-US" dirty="0" err="1"/>
              <a:t>winrm</a:t>
            </a:r>
            <a:r>
              <a:rPr lang="en-US" dirty="0"/>
              <a:t> &amp; API 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latin typeface="Arial Black" panose="020B0A04020102020204" pitchFamily="34" charset="0"/>
              </a:rPr>
              <a:t>No Complex Setup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It’s just a Python Library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1600" y="1335172"/>
            <a:ext cx="300070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>
                <a:latin typeface="Arial Black" panose="020B0A04020102020204" pitchFamily="34" charset="0"/>
              </a:rPr>
              <a:t>No Databases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YAML, INI &amp; Texts </a:t>
            </a:r>
            <a:br>
              <a:rPr lang="en-IN" dirty="0"/>
            </a:br>
            <a:br>
              <a:rPr lang="en-IN" dirty="0"/>
            </a:br>
            <a:r>
              <a:rPr lang="en-IN" b="1" dirty="0">
                <a:latin typeface="Arial Black" panose="020B0A04020102020204" pitchFamily="34" charset="0"/>
              </a:rPr>
              <a:t>No Residual Software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Push </a:t>
            </a:r>
            <a:br>
              <a:rPr lang="en-IN" dirty="0"/>
            </a:br>
            <a:r>
              <a:rPr lang="en-IN" dirty="0"/>
              <a:t>Python package </a:t>
            </a:r>
            <a:br>
              <a:rPr lang="en-IN" dirty="0"/>
            </a:br>
            <a:r>
              <a:rPr lang="en-IN" dirty="0"/>
              <a:t>Execute Return Output</a:t>
            </a:r>
            <a:endParaRPr sz="1200" dirty="0">
              <a:latin typeface="Trebuchet MS"/>
              <a:cs typeface="Trebuchet M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E631F5-072A-B4BA-C0BC-3954D7ED98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2721"/>
            <a:ext cx="794480" cy="79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19200" y="710406"/>
            <a:ext cx="2455863" cy="174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6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Y</a:t>
            </a:r>
            <a:r>
              <a:rPr sz="5400" spc="50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AML</a:t>
            </a:r>
            <a:endParaRPr sz="96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904836"/>
            <a:ext cx="5333999" cy="1714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00">
              <a:lnSpc>
                <a:spcPct val="114599"/>
              </a:lnSpc>
              <a:spcBef>
                <a:spcPts val="100"/>
              </a:spcBef>
            </a:pPr>
            <a:r>
              <a:rPr sz="3200" spc="310" dirty="0">
                <a:latin typeface="Trebuchet MS"/>
                <a:cs typeface="Trebuchet MS"/>
              </a:rPr>
              <a:t>No</a:t>
            </a:r>
            <a:r>
              <a:rPr sz="3200" spc="-17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Programming </a:t>
            </a:r>
            <a:r>
              <a:rPr sz="3200" spc="35" dirty="0">
                <a:latin typeface="Trebuchet MS"/>
                <a:cs typeface="Trebuchet MS"/>
              </a:rPr>
              <a:t>Structured</a:t>
            </a:r>
            <a:endParaRPr sz="32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3200" spc="170" dirty="0">
                <a:latin typeface="Trebuchet MS"/>
                <a:cs typeface="Trebuchet MS"/>
              </a:rPr>
              <a:t>Easy</a:t>
            </a:r>
            <a:r>
              <a:rPr sz="3200" spc="-2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Read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lang="en-IN" sz="3200" spc="935" dirty="0">
                <a:latin typeface="Trebuchet MS"/>
                <a:cs typeface="Trebuchet MS"/>
              </a:rPr>
              <a:t>&amp;</a:t>
            </a:r>
            <a:r>
              <a:rPr sz="3200" spc="-29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Write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517" y="1581150"/>
            <a:ext cx="3184883" cy="2362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4362D2-B13B-B245-9FD6-0B76BE0E8C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2721"/>
            <a:ext cx="794480" cy="79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71600" y="291898"/>
            <a:ext cx="4938713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6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API</a:t>
            </a:r>
            <a:endParaRPr sz="54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316108"/>
            <a:ext cx="6083935" cy="191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3600" spc="130" dirty="0">
                <a:latin typeface="Trebuchet MS"/>
                <a:cs typeface="Trebuchet MS"/>
              </a:rPr>
              <a:t>URL/Restful</a:t>
            </a:r>
            <a:r>
              <a:rPr sz="3600" spc="-27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Calls(e:g</a:t>
            </a:r>
            <a:r>
              <a:rPr sz="3600" spc="-220" dirty="0">
                <a:latin typeface="Trebuchet MS"/>
                <a:cs typeface="Trebuchet MS"/>
              </a:rPr>
              <a:t> </a:t>
            </a:r>
            <a:r>
              <a:rPr sz="3600" spc="55" dirty="0">
                <a:latin typeface="Trebuchet MS"/>
                <a:cs typeface="Trebuchet MS"/>
              </a:rPr>
              <a:t>Cloud) </a:t>
            </a:r>
            <a:r>
              <a:rPr sz="3600" spc="105" dirty="0">
                <a:latin typeface="Trebuchet MS"/>
                <a:cs typeface="Trebuchet MS"/>
              </a:rPr>
              <a:t>Shell</a:t>
            </a:r>
            <a:r>
              <a:rPr sz="3600" spc="-254" dirty="0">
                <a:latin typeface="Trebuchet MS"/>
                <a:cs typeface="Trebuchet MS"/>
              </a:rPr>
              <a:t> </a:t>
            </a:r>
            <a:r>
              <a:rPr sz="3600" spc="204" dirty="0">
                <a:latin typeface="Trebuchet MS"/>
                <a:cs typeface="Trebuchet MS"/>
              </a:rPr>
              <a:t>Commands</a:t>
            </a:r>
            <a:endParaRPr sz="3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3600" spc="55" dirty="0">
                <a:latin typeface="Trebuchet MS"/>
                <a:cs typeface="Trebuchet MS"/>
              </a:rPr>
              <a:t>Scripts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2190750"/>
            <a:ext cx="4200058" cy="2849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E54665-153E-9D9D-681B-B2BBE647D4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2721"/>
            <a:ext cx="794480" cy="79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1000" y="228327"/>
            <a:ext cx="7513638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14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Ansible</a:t>
            </a:r>
            <a:r>
              <a:rPr sz="3200" spc="-26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3200" spc="10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Connections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86" y="769987"/>
            <a:ext cx="7592514" cy="3859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C9E3E-21CA-685A-ABDD-F59EF237F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2721"/>
            <a:ext cx="794480" cy="794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28775" y="285750"/>
            <a:ext cx="7515225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14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Ansible</a:t>
            </a:r>
            <a:r>
              <a:rPr sz="3600" spc="-385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sz="4000" spc="-1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Architecture</a:t>
            </a:r>
            <a:endParaRPr sz="3600" spc="-1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440" y="1021573"/>
            <a:ext cx="7464828" cy="4016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3F6AFE-590C-F640-DB4A-FAE77F1C6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520" y="2721"/>
            <a:ext cx="794480" cy="79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6732" y="38100"/>
            <a:ext cx="8765753" cy="447818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447800" y="924883"/>
            <a:ext cx="4343400" cy="2158988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l">
              <a:lnSpc>
                <a:spcPts val="8630"/>
              </a:lnSpc>
              <a:spcBef>
                <a:spcPts val="204"/>
              </a:spcBef>
            </a:pPr>
            <a:r>
              <a:rPr sz="6000" spc="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Ansible</a:t>
            </a:r>
            <a:br>
              <a:rPr lang="en-IN" sz="6000" spc="2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sz="6000" spc="114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Power</a:t>
            </a:r>
            <a:endParaRPr sz="60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1412421" y="3539850"/>
            <a:ext cx="4641850" cy="55354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0" marR="5080" indent="0">
              <a:lnSpc>
                <a:spcPct val="100699"/>
              </a:lnSpc>
              <a:spcBef>
                <a:spcPts val="85"/>
              </a:spcBef>
              <a:buNone/>
            </a:pPr>
            <a:r>
              <a:rPr sz="1800" spc="70" dirty="0">
                <a:latin typeface="Trebuchet MS"/>
                <a:cs typeface="Trebuchet MS"/>
              </a:rPr>
              <a:t>Can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replace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almost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every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any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Automation tool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100" dirty="0">
                <a:latin typeface="Trebuchet MS"/>
                <a:cs typeface="Trebuchet MS"/>
              </a:rPr>
              <a:t>DevOps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Trebuchet MS"/>
                <a:cs typeface="Trebuchet MS"/>
              </a:rPr>
              <a:t>Ops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work.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69</TotalTime>
  <Words>205</Words>
  <Application>Microsoft Office PowerPoint</Application>
  <PresentationFormat>On-screen Show (16:9)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Century Gothic</vt:lpstr>
      <vt:lpstr>Tahoma</vt:lpstr>
      <vt:lpstr>Trebuchet MS</vt:lpstr>
      <vt:lpstr>Gallery</vt:lpstr>
      <vt:lpstr>What is Ansible ?</vt:lpstr>
      <vt:lpstr>History of Automation</vt:lpstr>
      <vt:lpstr>PowerPoint Presentation</vt:lpstr>
      <vt:lpstr>Ansible is Simple</vt:lpstr>
      <vt:lpstr>YAML</vt:lpstr>
      <vt:lpstr>API</vt:lpstr>
      <vt:lpstr>Ansible Connections</vt:lpstr>
      <vt:lpstr>Ansible Architecture</vt:lpstr>
      <vt:lpstr>Ansible Power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AnsibleUdemy</dc:title>
  <dc:creator>pc</dc:creator>
  <cp:lastModifiedBy>Fama Tasneem</cp:lastModifiedBy>
  <cp:revision>2</cp:revision>
  <dcterms:created xsi:type="dcterms:W3CDTF">2026-04-10T09:54:55Z</dcterms:created>
  <dcterms:modified xsi:type="dcterms:W3CDTF">2026-04-10T11:10:33Z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2026-04-10T00:00:00Z</vt:filetime>
  </property>
</Properties>
</file>