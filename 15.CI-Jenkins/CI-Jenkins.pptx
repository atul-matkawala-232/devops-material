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14.jpg" ContentType="image/jpg"/>
  <Override PartName="/ppt/media/image15.jpg" ContentType="image/jpg"/>
  <Override PartName="/ppt/media/image27.jpg" ContentType="image/jpg"/>
  <Override PartName="/ppt/media/image30.jpg" ContentType="image/jpg"/>
  <Override PartName="/ppt/media/image31.jpg" ContentType="image/jpg"/>
  <Override PartName="/ppt/media/image3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96" r:id="rId1"/>
  </p:sldMasterIdLst>
  <p:sldIdLst>
    <p:sldId id="256" r:id="rId2"/>
    <p:sldId id="258" r:id="rId3"/>
    <p:sldId id="259" r:id="rId4"/>
    <p:sldId id="261" r:id="rId5"/>
    <p:sldId id="262" r:id="rId6"/>
    <p:sldId id="312" r:id="rId7"/>
    <p:sldId id="264" r:id="rId8"/>
    <p:sldId id="265" r:id="rId9"/>
    <p:sldId id="266" r:id="rId10"/>
    <p:sldId id="267" r:id="rId11"/>
    <p:sldId id="268" r:id="rId12"/>
    <p:sldId id="313" r:id="rId13"/>
    <p:sldId id="270" r:id="rId14"/>
    <p:sldId id="271" r:id="rId15"/>
    <p:sldId id="314" r:id="rId16"/>
    <p:sldId id="315" r:id="rId17"/>
    <p:sldId id="317" r:id="rId18"/>
    <p:sldId id="316" r:id="rId19"/>
    <p:sldId id="318" r:id="rId20"/>
    <p:sldId id="319" r:id="rId21"/>
    <p:sldId id="320" r:id="rId22"/>
    <p:sldId id="321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02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3E423E-A1A4-403E-A31E-DD2B3248EE8B}" type="doc">
      <dgm:prSet loTypeId="urn:microsoft.com/office/officeart/2008/layout/AlternatingPictureCircles" loCatId="picture" qsTypeId="urn:microsoft.com/office/officeart/2005/8/quickstyle/simple1" qsCatId="simple" csTypeId="urn:microsoft.com/office/officeart/2005/8/colors/accent1_2" csCatId="accent1"/>
      <dgm:spPr/>
    </dgm:pt>
    <dgm:pt modelId="{8F76E7C8-DFEC-4244-883D-640596714086}" type="pres">
      <dgm:prSet presAssocID="{893E423E-A1A4-403E-A31E-DD2B3248EE8B}" presName="Name0" presStyleCnt="0">
        <dgm:presLayoutVars>
          <dgm:chMax/>
          <dgm:chPref/>
          <dgm:dir/>
        </dgm:presLayoutVars>
      </dgm:prSet>
      <dgm:spPr/>
    </dgm:pt>
  </dgm:ptLst>
  <dgm:cxnLst>
    <dgm:cxn modelId="{1F46C97F-D807-4F24-A948-AC2A1F27BFF5}" type="presOf" srcId="{893E423E-A1A4-403E-A31E-DD2B3248EE8B}" destId="{8F76E7C8-DFEC-4244-883D-640596714086}" srcOrd="0" destOrd="0" presId="urn:microsoft.com/office/officeart/2008/layout/AlternatingPictureCircl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PictureCircles">
  <dgm:title val=""/>
  <dgm:desc val=""/>
  <dgm:catLst>
    <dgm:cat type="picture" pri="17000"/>
    <dgm:cat type="pictureconvert" pri="1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3" destOrd="0"/>
      </dgm:cxnLst>
      <dgm:bg/>
      <dgm:whole/>
    </dgm:dataModel>
  </dgm:clrData>
  <dgm:layoutNode name="Name0">
    <dgm:varLst>
      <dgm:chMax/>
      <dgm:chPref/>
      <dgm:dir/>
    </dgm:varLst>
    <dgm:alg type="lin">
      <dgm:param type="linDir" val="fromT"/>
      <dgm:param type="fallback" val="2D"/>
      <dgm:param type="horzAlign" val="ctr"/>
      <dgm:param type="nodeVertAlign" val="t"/>
    </dgm:alg>
    <dgm:shape xmlns:r="http://schemas.openxmlformats.org/officeDocument/2006/relationships" r:blip="">
      <dgm:adjLst/>
    </dgm:shape>
    <dgm:choose name="Name1">
      <dgm:if name="Name2" axis="ch" ptType="node" func="cnt" op="gte" val="2">
        <dgm:constrLst>
          <dgm:constr type="primFontSz" for="des" ptType="node" op="equ" val="65"/>
          <dgm:constr type="w" for="ch" forName="composite" refType="h" refFor="ch" refForName="composite" fact="2.9499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if>
      <dgm:else name="Name3">
        <dgm:constrLst>
          <dgm:constr type="primFontSz" for="des" ptType="node" op="equ" val="65"/>
          <dgm:constr type="w" for="ch" forName="composite" refType="h" refFor="ch" refForName="composite" fact="1.9752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else>
    </dgm:choose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4">
          <dgm:if name="Name5" axis="precedSib" ptType="sibTrans" func="cnt" op="lte" val="0">
            <dgm:choose name="Name6">
              <dgm:if name="Name7" axis="followSib" ptType="sibTrans" func="cnt" op="lte" val="0">
                <dgm:choose name="Name8">
                  <dgm:if name="Name9" func="var" arg="dir" op="equ" val="norm">
                    <dgm:constrLst>
                      <dgm:constr type="l" for="ch" forName="Accent" refType="w" fact="0.4937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5494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if>
                  <dgm:else name="Name10">
                    <dgm:constrLst>
                      <dgm:constr type="l" for="ch" forName="Accent" refType="w" fact="0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0557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.3773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else>
                </dgm:choose>
              </dgm:if>
              <dgm:else name="Name11">
                <dgm:choose name="Name12">
                  <dgm:if name="Name13" func="var" arg="dir" op="equ" val="norm">
                    <dgm:choose name="Name14">
                      <dgm:if name="Name15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16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if>
                  <dgm:else name="Name17">
                    <dgm:choose name="Name18">
                      <dgm:if name="Name19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20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else>
                </dgm:choose>
              </dgm:else>
            </dgm:choose>
          </dgm:if>
          <dgm:else name="Name21">
            <dgm:choose name="Name22">
              <dgm:if name="Name23" func="var" arg="dir" op="equ" val="norm">
                <dgm:choose name="Name24">
                  <dgm:if name="Name25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26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if>
              <dgm:else name="Name27">
                <dgm:choose name="Name28">
                  <dgm:if name="Name29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30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else>
            </dgm:choose>
          </dgm:else>
        </dgm:choose>
        <dgm:layoutNode name="Accent" styleLbl="alignNode1">
          <dgm:varLst>
            <dgm:chMax val="0"/>
            <dgm:chPref val="0"/>
          </dgm:varLst>
          <dgm:alg type="sp"/>
          <dgm:shape xmlns:r="http://schemas.openxmlformats.org/officeDocument/2006/relationships" type="donut" r:blip="">
            <dgm:adjLst>
              <dgm:adj idx="1" val="0.1101"/>
            </dgm:adjLst>
          </dgm:shape>
          <dgm:presOf/>
        </dgm:layoutNode>
        <dgm:layoutNode name="Image" styleLbl="bgImgPlace1">
          <dgm:varLst>
            <dgm:chMax val="0"/>
            <dgm:chPref val="0"/>
            <dgm:bulletEnabled val="1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fgAccFollowNode1">
          <dgm:varLst>
            <dgm:chMax val="0"/>
            <dgm:chPref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Space">
          <dgm:varLst>
            <dgm:chMax val="0"/>
            <dgm:chPref val="0"/>
          </dgm:varLst>
          <dgm:alg type="sp"/>
          <dgm:shape xmlns:r="http://schemas.openxmlformats.org/officeDocument/2006/relationships" r:blip="">
            <dgm:adjLst/>
          </dgm:shape>
          <dgm:presOf/>
        </dgm:layoutNode>
      </dgm:layoutNode>
      <dgm:forEach name="Name31" axis="followSib" ptType="sibTrans" cnt="1">
        <dgm:layoutNode name="ConnectorComposite">
          <dgm:alg type="composite">
            <dgm:param type="ar" val=".4"/>
          </dgm:alg>
          <dgm:shape xmlns:r="http://schemas.openxmlformats.org/officeDocument/2006/relationships" r:blip="">
            <dgm:adjLst/>
          </dgm:shape>
          <dgm:constrLst>
            <dgm:constr type="l" for="ch" forName="TopSpacing" refType="w" fact="0"/>
            <dgm:constr type="t" for="ch" forName="TopSpacing" refType="h" fact="0"/>
            <dgm:constr type="h" for="ch" forName="TopSpacing" refType="h" fact="0.3"/>
            <dgm:constr type="w" for="ch" forName="TopSpacing" refType="w"/>
            <dgm:constr type="l" for="ch" forName="Connector" refType="w" fact="0"/>
            <dgm:constr type="t" for="ch" forName="Connector" refType="h" fact="0.3"/>
            <dgm:constr type="h" for="ch" forName="Connector" refType="h" fact="0.4"/>
            <dgm:constr type="w" for="ch" forName="Connector" refType="h" refFor="ch" refForName="Connector"/>
            <dgm:constr type="l" for="ch" forName="BottomSpacing" refType="w" fact="0"/>
            <dgm:constr type="t" for="ch" forName="BottomSpacing" refType="h" fact="0.7"/>
            <dgm:constr type="h" for="ch" forName="BottomSpacing" refType="h" fact="0.3"/>
            <dgm:constr type="w" for="ch" forName="BottomSpacing" refType="w"/>
          </dgm:constrLst>
          <dgm:layoutNode name="TopSpacing">
            <dgm:alg type="sp"/>
            <dgm:shape xmlns:r="http://schemas.openxmlformats.org/officeDocument/2006/relationships" r:blip="">
              <dgm:adjLst/>
            </dgm:shape>
          </dgm:layoutNode>
          <dgm:layoutNode name="Connector" styleLbl="alignNode1">
            <dgm:alg type="sp"/>
            <dgm:shape xmlns:r="http://schemas.openxmlformats.org/officeDocument/2006/relationships" type="flowChartConnector" r:blip="">
              <dgm:adjLst/>
            </dgm:shape>
            <dgm:presOf/>
          </dgm:layoutNode>
          <dgm:layoutNode name="BottomSpacing">
            <dgm:alg type="sp"/>
            <dgm:shape xmlns:r="http://schemas.openxmlformats.org/officeDocument/2006/relationships" r:blip="">
              <dgm:adjLst/>
            </dgm:shape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1907" y="0"/>
            <a:ext cx="8762858" cy="4941094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3211693"/>
            <a:ext cx="8496943" cy="1521634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1" y="0"/>
            <a:ext cx="6539684" cy="342658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21350" y="219988"/>
            <a:ext cx="8525337" cy="4313853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668401" y="496992"/>
            <a:ext cx="7316390" cy="2074896"/>
          </a:xfrm>
        </p:spPr>
        <p:txBody>
          <a:bodyPr anchor="b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737297" y="2628907"/>
            <a:ext cx="7316390" cy="412750"/>
          </a:xfrm>
        </p:spPr>
        <p:txBody>
          <a:bodyPr anchor="t">
            <a:noAutofit/>
          </a:bodyPr>
          <a:lstStyle>
            <a:lvl1pPr marL="0" indent="0" algn="r">
              <a:buNone/>
              <a:defRPr sz="2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711406" y="3433847"/>
            <a:ext cx="4607740" cy="872334"/>
          </a:xfrm>
        </p:spPr>
        <p:txBody>
          <a:bodyPr/>
          <a:lstStyle>
            <a:lvl1pPr algn="ctr">
              <a:defRPr sz="405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6858" y="3662172"/>
            <a:ext cx="3038094" cy="898398"/>
          </a:xfrm>
        </p:spPr>
        <p:txBody>
          <a:bodyPr vert="horz" lIns="91440" tIns="45720" rIns="91440" bIns="45720" rtlCol="0" anchor="ctr"/>
          <a:lstStyle>
            <a:lvl1pPr algn="r">
              <a:defRPr lang="en-US" sz="405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388818" y="2874486"/>
            <a:ext cx="680390" cy="373853"/>
          </a:xfrm>
        </p:spPr>
        <p:txBody>
          <a:bodyPr/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3166039" y="3833517"/>
            <a:ext cx="386540" cy="386540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2608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1547547"/>
            <a:ext cx="7796030" cy="2483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25350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14351"/>
            <a:ext cx="7796030" cy="2395115"/>
          </a:xfrm>
        </p:spPr>
        <p:txBody>
          <a:bodyPr anchor="b">
            <a:normAutofit/>
          </a:bodyPr>
          <a:lstStyle>
            <a:lvl1pPr algn="l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806700"/>
            <a:ext cx="7796030" cy="1229711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69191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86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1547547"/>
            <a:ext cx="3816536" cy="248339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1547547"/>
            <a:ext cx="3814904" cy="248339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730553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6030" cy="8686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767" y="1547547"/>
            <a:ext cx="3642119" cy="50999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146300"/>
            <a:ext cx="3816534" cy="188463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644" y="1547547"/>
            <a:ext cx="3648368" cy="50999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146300"/>
            <a:ext cx="3816535" cy="188463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07487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217861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6985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514350"/>
            <a:ext cx="3095145" cy="1517439"/>
          </a:xfrm>
        </p:spPr>
        <p:txBody>
          <a:bodyPr anchor="b">
            <a:normAutofit/>
          </a:bodyPr>
          <a:lstStyle>
            <a:lvl1pPr algn="ct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514350"/>
            <a:ext cx="4525781" cy="3516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031789"/>
            <a:ext cx="3095146" cy="199915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11104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14350"/>
            <a:ext cx="4758977" cy="1517439"/>
          </a:xfrm>
        </p:spPr>
        <p:txBody>
          <a:bodyPr anchor="b">
            <a:normAutofit/>
          </a:bodyPr>
          <a:lstStyle>
            <a:lvl1pPr algn="ct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11771" y="0"/>
            <a:ext cx="2698610" cy="3803650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031789"/>
            <a:ext cx="4758976" cy="1771861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376310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3079749"/>
            <a:ext cx="7796031" cy="4416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514350"/>
            <a:ext cx="7794385" cy="2396177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3527192"/>
            <a:ext cx="7796046" cy="511854"/>
          </a:xfrm>
        </p:spPr>
        <p:txBody>
          <a:bodyPr anchor="t"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80305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14351"/>
            <a:ext cx="7797677" cy="2396177"/>
          </a:xfrm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3079750"/>
            <a:ext cx="7796047" cy="95520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141118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514350"/>
            <a:ext cx="7143765" cy="2187528"/>
          </a:xfrm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2707524"/>
            <a:ext cx="6500967" cy="283326"/>
          </a:xfrm>
        </p:spPr>
        <p:txBody>
          <a:bodyPr anchor="t">
            <a:normAutofit/>
          </a:bodyPr>
          <a:lstStyle>
            <a:lvl1pPr marL="0" indent="0" algn="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079751"/>
            <a:ext cx="7797662" cy="95118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sp>
        <p:nvSpPr>
          <p:cNvPr id="13" name="TextBox 12"/>
          <p:cNvSpPr txBox="1"/>
          <p:nvPr/>
        </p:nvSpPr>
        <p:spPr>
          <a:xfrm>
            <a:off x="514351" y="6694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812" y="219212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0154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292891"/>
            <a:ext cx="7796030" cy="188387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185601"/>
            <a:ext cx="7796030" cy="85548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143286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6030" cy="86397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870683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397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1547547"/>
            <a:ext cx="2482596" cy="1152544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3291966"/>
            <a:ext cx="2482596" cy="73897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1547547"/>
            <a:ext cx="2482596" cy="1151428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9" y="3291965"/>
            <a:ext cx="2482596" cy="73897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1547546"/>
            <a:ext cx="2482596" cy="115289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3291963"/>
            <a:ext cx="2482596" cy="738977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322056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1547547"/>
            <a:ext cx="7796030" cy="24833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3160624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514350"/>
            <a:ext cx="1698485" cy="35165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514350"/>
            <a:ext cx="5928323" cy="3516589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165370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C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FFB600"/>
                </a:solidFill>
                <a:latin typeface="Trebuchet MS"/>
                <a:cs typeface="Trebuchet MS"/>
              </a:defRPr>
            </a:lvl1pPr>
          </a:lstStyle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8625764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8825" y="2674958"/>
            <a:ext cx="6724650" cy="151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C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58825" y="2674958"/>
            <a:ext cx="6724650" cy="1519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FFB600"/>
                </a:solidFill>
                <a:latin typeface="Trebuchet MS"/>
                <a:cs typeface="Trebuchet MS"/>
              </a:defRPr>
            </a:lvl1pPr>
          </a:lstStyle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1975095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23622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0"/>
            <a:ext cx="9004013" cy="498306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3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547547"/>
            <a:ext cx="7797662" cy="24833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81526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  <p:sldLayoutId id="2147483910" r:id="rId14"/>
    <p:sldLayoutId id="2147483911" r:id="rId15"/>
    <p:sldLayoutId id="2147483912" r:id="rId16"/>
    <p:sldLayoutId id="2147483913" r:id="rId17"/>
    <p:sldLayoutId id="2147483914" r:id="rId18"/>
    <p:sldLayoutId id="2147483915" r:id="rId19"/>
    <p:sldLayoutId id="2147483916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57200" y="1200150"/>
            <a:ext cx="76962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n-IN" sz="6000" dirty="0">
                <a:solidFill>
                  <a:schemeClr val="tx1"/>
                </a:solidFill>
              </a:rPr>
              <a:t>“</a:t>
            </a:r>
            <a:r>
              <a:rPr lang="en-IN" sz="6000" dirty="0">
                <a:solidFill>
                  <a:srgbClr val="FF0000"/>
                </a:solidFill>
              </a:rPr>
              <a:t> </a:t>
            </a:r>
            <a:r>
              <a:rPr sz="6000" dirty="0">
                <a:solidFill>
                  <a:srgbClr val="C00000"/>
                </a:solidFill>
              </a:rPr>
              <a:t>What is Continuous Integration?</a:t>
            </a:r>
            <a:r>
              <a:rPr lang="en-IN" sz="6000" dirty="0">
                <a:solidFill>
                  <a:srgbClr val="FF0000"/>
                </a:solidFill>
              </a:rPr>
              <a:t> </a:t>
            </a:r>
            <a:r>
              <a:rPr lang="en-IN" sz="6000" dirty="0">
                <a:solidFill>
                  <a:schemeClr val="tx1"/>
                </a:solidFill>
              </a:rPr>
              <a:t>”</a:t>
            </a:r>
            <a:endParaRPr sz="60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EDE05-2133-D6B7-0ECE-67A32942CE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57150"/>
            <a:ext cx="2133600" cy="5854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734" y="379877"/>
            <a:ext cx="8362950" cy="4384040"/>
          </a:xfrm>
          <a:custGeom>
            <a:avLst/>
            <a:gdLst/>
            <a:ahLst/>
            <a:cxnLst/>
            <a:rect l="l" t="t" r="r" b="b"/>
            <a:pathLst>
              <a:path w="8362950" h="4384040">
                <a:moveTo>
                  <a:pt x="7406913" y="0"/>
                </a:moveTo>
                <a:lnTo>
                  <a:pt x="387213" y="0"/>
                </a:lnTo>
                <a:lnTo>
                  <a:pt x="346383" y="1786"/>
                </a:lnTo>
                <a:lnTo>
                  <a:pt x="309068" y="7117"/>
                </a:lnTo>
                <a:lnTo>
                  <a:pt x="271781" y="17779"/>
                </a:lnTo>
                <a:lnTo>
                  <a:pt x="202511" y="46190"/>
                </a:lnTo>
                <a:lnTo>
                  <a:pt x="140328" y="88807"/>
                </a:lnTo>
                <a:lnTo>
                  <a:pt x="88807" y="140328"/>
                </a:lnTo>
                <a:lnTo>
                  <a:pt x="46190" y="202511"/>
                </a:lnTo>
                <a:lnTo>
                  <a:pt x="17779" y="271781"/>
                </a:lnTo>
                <a:lnTo>
                  <a:pt x="7117" y="309068"/>
                </a:lnTo>
                <a:lnTo>
                  <a:pt x="0" y="387213"/>
                </a:lnTo>
                <a:lnTo>
                  <a:pt x="0" y="3996531"/>
                </a:lnTo>
                <a:lnTo>
                  <a:pt x="1786" y="4037362"/>
                </a:lnTo>
                <a:lnTo>
                  <a:pt x="17779" y="4111963"/>
                </a:lnTo>
                <a:lnTo>
                  <a:pt x="46190" y="4181234"/>
                </a:lnTo>
                <a:lnTo>
                  <a:pt x="88807" y="4243417"/>
                </a:lnTo>
                <a:lnTo>
                  <a:pt x="140328" y="4294938"/>
                </a:lnTo>
                <a:lnTo>
                  <a:pt x="202511" y="4337555"/>
                </a:lnTo>
                <a:lnTo>
                  <a:pt x="271781" y="4365966"/>
                </a:lnTo>
                <a:lnTo>
                  <a:pt x="309068" y="4376628"/>
                </a:lnTo>
                <a:lnTo>
                  <a:pt x="387213" y="4383745"/>
                </a:lnTo>
                <a:lnTo>
                  <a:pt x="7975315" y="4383745"/>
                </a:lnTo>
                <a:lnTo>
                  <a:pt x="8016145" y="4381959"/>
                </a:lnTo>
                <a:lnTo>
                  <a:pt x="8090746" y="4365966"/>
                </a:lnTo>
                <a:lnTo>
                  <a:pt x="8160017" y="4337555"/>
                </a:lnTo>
                <a:lnTo>
                  <a:pt x="8222200" y="4294938"/>
                </a:lnTo>
                <a:lnTo>
                  <a:pt x="8273721" y="4243417"/>
                </a:lnTo>
                <a:lnTo>
                  <a:pt x="8316339" y="4181234"/>
                </a:lnTo>
                <a:lnTo>
                  <a:pt x="8344749" y="4111963"/>
                </a:lnTo>
                <a:lnTo>
                  <a:pt x="8355411" y="4074677"/>
                </a:lnTo>
                <a:lnTo>
                  <a:pt x="8362528" y="3996531"/>
                </a:lnTo>
                <a:lnTo>
                  <a:pt x="8362528" y="955615"/>
                </a:lnTo>
              </a:path>
            </a:pathLst>
          </a:custGeom>
          <a:ln w="19049">
            <a:solidFill>
              <a:srgbClr val="C00000"/>
            </a:solidFill>
            <a:prstDash val="lgDash"/>
          </a:ln>
        </p:spPr>
        <p:txBody>
          <a:bodyPr wrap="square" lIns="0" tIns="0" rIns="0" bIns="0" rtlCol="0"/>
          <a:lstStyle/>
          <a:p>
            <a:endParaRPr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85540" y="715469"/>
            <a:ext cx="779766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z="4000" spc="55" dirty="0">
                <a:solidFill>
                  <a:srgbClr val="434343"/>
                </a:solidFill>
              </a:rPr>
              <a:t>Code,</a:t>
            </a:r>
            <a:r>
              <a:rPr sz="4000" spc="-270" dirty="0">
                <a:solidFill>
                  <a:srgbClr val="434343"/>
                </a:solidFill>
              </a:rPr>
              <a:t> </a:t>
            </a:r>
            <a:r>
              <a:rPr sz="4000" spc="50" dirty="0"/>
              <a:t>Build</a:t>
            </a:r>
            <a:r>
              <a:rPr sz="4000" spc="50" dirty="0">
                <a:solidFill>
                  <a:srgbClr val="434343"/>
                </a:solidFill>
              </a:rPr>
              <a:t>,</a:t>
            </a:r>
            <a:r>
              <a:rPr sz="4000" spc="-375" dirty="0">
                <a:solidFill>
                  <a:srgbClr val="434343"/>
                </a:solidFill>
              </a:rPr>
              <a:t> </a:t>
            </a:r>
            <a:r>
              <a:rPr sz="4000" dirty="0">
                <a:solidFill>
                  <a:srgbClr val="434343"/>
                </a:solidFill>
              </a:rPr>
              <a:t>Test</a:t>
            </a:r>
            <a:r>
              <a:rPr lang="en-IN" sz="4000" spc="-265" dirty="0">
                <a:solidFill>
                  <a:srgbClr val="434343"/>
                </a:solidFill>
              </a:rPr>
              <a:t> &amp; </a:t>
            </a:r>
            <a:r>
              <a:rPr sz="4000" spc="-275" dirty="0">
                <a:solidFill>
                  <a:srgbClr val="434343"/>
                </a:solidFill>
              </a:rPr>
              <a:t> </a:t>
            </a:r>
            <a:r>
              <a:rPr sz="4000" spc="130" dirty="0"/>
              <a:t>Push</a:t>
            </a:r>
            <a:endParaRPr sz="40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6050" y="1544125"/>
            <a:ext cx="3810175" cy="29937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C278EC-30F2-16E2-B454-2C8B429F98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4273"/>
            <a:ext cx="10668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0734" y="379876"/>
            <a:ext cx="8362950" cy="4384040"/>
          </a:xfrm>
          <a:custGeom>
            <a:avLst/>
            <a:gdLst/>
            <a:ahLst/>
            <a:cxnLst/>
            <a:rect l="l" t="t" r="r" b="b"/>
            <a:pathLst>
              <a:path w="8362950" h="4384040">
                <a:moveTo>
                  <a:pt x="7406913" y="0"/>
                </a:moveTo>
                <a:lnTo>
                  <a:pt x="387213" y="0"/>
                </a:lnTo>
                <a:lnTo>
                  <a:pt x="346383" y="1786"/>
                </a:lnTo>
                <a:lnTo>
                  <a:pt x="309068" y="7117"/>
                </a:lnTo>
                <a:lnTo>
                  <a:pt x="271781" y="17779"/>
                </a:lnTo>
                <a:lnTo>
                  <a:pt x="202511" y="46190"/>
                </a:lnTo>
                <a:lnTo>
                  <a:pt x="140328" y="88807"/>
                </a:lnTo>
                <a:lnTo>
                  <a:pt x="88807" y="140328"/>
                </a:lnTo>
                <a:lnTo>
                  <a:pt x="46190" y="202511"/>
                </a:lnTo>
                <a:lnTo>
                  <a:pt x="17779" y="271781"/>
                </a:lnTo>
                <a:lnTo>
                  <a:pt x="7117" y="309068"/>
                </a:lnTo>
                <a:lnTo>
                  <a:pt x="0" y="387213"/>
                </a:lnTo>
                <a:lnTo>
                  <a:pt x="0" y="3996531"/>
                </a:lnTo>
                <a:lnTo>
                  <a:pt x="1786" y="4037362"/>
                </a:lnTo>
                <a:lnTo>
                  <a:pt x="17779" y="4111963"/>
                </a:lnTo>
                <a:lnTo>
                  <a:pt x="46190" y="4181234"/>
                </a:lnTo>
                <a:lnTo>
                  <a:pt x="88807" y="4243417"/>
                </a:lnTo>
                <a:lnTo>
                  <a:pt x="140328" y="4294938"/>
                </a:lnTo>
                <a:lnTo>
                  <a:pt x="202511" y="4337555"/>
                </a:lnTo>
                <a:lnTo>
                  <a:pt x="271781" y="4365966"/>
                </a:lnTo>
                <a:lnTo>
                  <a:pt x="309068" y="4376628"/>
                </a:lnTo>
                <a:lnTo>
                  <a:pt x="387213" y="4383745"/>
                </a:lnTo>
                <a:lnTo>
                  <a:pt x="7975315" y="4383745"/>
                </a:lnTo>
                <a:lnTo>
                  <a:pt x="8016145" y="4381959"/>
                </a:lnTo>
                <a:lnTo>
                  <a:pt x="8090746" y="4365966"/>
                </a:lnTo>
                <a:lnTo>
                  <a:pt x="8160017" y="4337555"/>
                </a:lnTo>
                <a:lnTo>
                  <a:pt x="8222200" y="4294938"/>
                </a:lnTo>
                <a:lnTo>
                  <a:pt x="8273721" y="4243417"/>
                </a:lnTo>
                <a:lnTo>
                  <a:pt x="8316339" y="4181234"/>
                </a:lnTo>
                <a:lnTo>
                  <a:pt x="8344749" y="4111963"/>
                </a:lnTo>
                <a:lnTo>
                  <a:pt x="8355411" y="4074677"/>
                </a:lnTo>
                <a:lnTo>
                  <a:pt x="8362528" y="3996531"/>
                </a:lnTo>
                <a:lnTo>
                  <a:pt x="8362528" y="955615"/>
                </a:lnTo>
              </a:path>
            </a:pathLst>
          </a:custGeom>
          <a:ln w="19049">
            <a:solidFill>
              <a:srgbClr val="C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3662" y="579958"/>
            <a:ext cx="7797662" cy="8639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z="4000" spc="55" dirty="0">
                <a:solidFill>
                  <a:srgbClr val="434343"/>
                </a:solidFill>
              </a:rPr>
              <a:t>Code,</a:t>
            </a:r>
            <a:r>
              <a:rPr sz="4000" spc="-270" dirty="0">
                <a:solidFill>
                  <a:srgbClr val="434343"/>
                </a:solidFill>
              </a:rPr>
              <a:t> </a:t>
            </a:r>
            <a:r>
              <a:rPr sz="4000" spc="50" dirty="0"/>
              <a:t>Build</a:t>
            </a:r>
            <a:r>
              <a:rPr sz="4000" spc="50" dirty="0">
                <a:solidFill>
                  <a:srgbClr val="434343"/>
                </a:solidFill>
              </a:rPr>
              <a:t>,</a:t>
            </a:r>
            <a:r>
              <a:rPr sz="4000" spc="-375" dirty="0">
                <a:solidFill>
                  <a:srgbClr val="434343"/>
                </a:solidFill>
              </a:rPr>
              <a:t> </a:t>
            </a:r>
            <a:r>
              <a:rPr sz="4000" dirty="0">
                <a:solidFill>
                  <a:srgbClr val="434343"/>
                </a:solidFill>
              </a:rPr>
              <a:t>Test</a:t>
            </a:r>
            <a:r>
              <a:rPr sz="4000" spc="-265" dirty="0">
                <a:solidFill>
                  <a:srgbClr val="434343"/>
                </a:solidFill>
              </a:rPr>
              <a:t> </a:t>
            </a:r>
            <a:r>
              <a:rPr sz="4000" spc="860" dirty="0">
                <a:solidFill>
                  <a:srgbClr val="434343"/>
                </a:solidFill>
              </a:rPr>
              <a:t>S</a:t>
            </a:r>
            <a:r>
              <a:rPr sz="4000" spc="-275" dirty="0">
                <a:solidFill>
                  <a:srgbClr val="434343"/>
                </a:solidFill>
              </a:rPr>
              <a:t> </a:t>
            </a:r>
            <a:r>
              <a:rPr sz="4000" spc="130" dirty="0"/>
              <a:t>Push</a:t>
            </a:r>
            <a:endParaRPr sz="400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grpSp>
        <p:nvGrpSpPr>
          <p:cNvPr id="7" name="object 7"/>
          <p:cNvGrpSpPr/>
          <p:nvPr/>
        </p:nvGrpSpPr>
        <p:grpSpPr>
          <a:xfrm>
            <a:off x="678750" y="1104749"/>
            <a:ext cx="8041640" cy="3636645"/>
            <a:chOff x="678750" y="1104749"/>
            <a:chExt cx="8041640" cy="363664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750" y="2758199"/>
              <a:ext cx="2523249" cy="19825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0950" y="2758199"/>
              <a:ext cx="2523249" cy="19825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7125" y="2676874"/>
              <a:ext cx="2523249" cy="19825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4450" y="1104749"/>
              <a:ext cx="5325748" cy="2033475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EE11726-6F31-9AA5-8D88-35ABA3D84E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114" y="8164"/>
            <a:ext cx="10668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057" y="453565"/>
            <a:ext cx="8477249" cy="720944"/>
          </a:xfrm>
          <a:prstGeom prst="rect">
            <a:avLst/>
          </a:prstGeom>
        </p:spPr>
        <p:txBody>
          <a:bodyPr vert="horz" wrap="square" lIns="0" tIns="165332" rIns="0" bIns="0" rtlCol="0">
            <a:spAutoFit/>
          </a:bodyPr>
          <a:lstStyle/>
          <a:p>
            <a:pPr marL="283845">
              <a:lnSpc>
                <a:spcPct val="100000"/>
              </a:lnSpc>
              <a:spcBef>
                <a:spcPts val="100"/>
              </a:spcBef>
            </a:pPr>
            <a:r>
              <a:rPr sz="3600" spc="19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Merged</a:t>
            </a:r>
            <a:r>
              <a:rPr sz="3600" spc="-240" dirty="0">
                <a:solidFill>
                  <a:srgbClr val="C00000"/>
                </a:solidFill>
              </a:rPr>
              <a:t> </a:t>
            </a:r>
            <a:r>
              <a:rPr sz="3600" spc="145" dirty="0"/>
              <a:t>But</a:t>
            </a:r>
            <a:r>
              <a:rPr sz="3600" spc="-240" dirty="0">
                <a:solidFill>
                  <a:srgbClr val="C00000"/>
                </a:solidFill>
              </a:rPr>
              <a:t> </a:t>
            </a:r>
            <a:r>
              <a:rPr sz="3600" spc="13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</a:t>
            </a:r>
            <a:r>
              <a:rPr sz="3600" spc="-235" dirty="0">
                <a:solidFill>
                  <a:srgbClr val="C00000"/>
                </a:solidFill>
              </a:rPr>
              <a:t> </a:t>
            </a:r>
            <a:r>
              <a:rPr sz="3600" spc="100" dirty="0"/>
              <a:t>Integrated</a:t>
            </a:r>
            <a:endParaRPr sz="36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02296" y="1875965"/>
            <a:ext cx="4106543" cy="139281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80010">
              <a:lnSpc>
                <a:spcPct val="100699"/>
              </a:lnSpc>
              <a:spcBef>
                <a:spcPts val="85"/>
              </a:spcBef>
            </a:pPr>
            <a:r>
              <a:rPr sz="1800" spc="110" dirty="0">
                <a:latin typeface="Trebuchet MS"/>
                <a:cs typeface="Trebuchet MS"/>
              </a:rPr>
              <a:t>Code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100" dirty="0">
                <a:latin typeface="Trebuchet MS"/>
                <a:cs typeface="Trebuchet MS"/>
              </a:rPr>
              <a:t>Merged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80" dirty="0">
                <a:latin typeface="Trebuchet MS"/>
                <a:cs typeface="Trebuchet MS"/>
              </a:rPr>
              <a:t>long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time </a:t>
            </a:r>
            <a:r>
              <a:rPr sz="1800" spc="75" dirty="0">
                <a:latin typeface="Trebuchet MS"/>
                <a:cs typeface="Trebuchet MS"/>
              </a:rPr>
              <a:t>when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built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throws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Conﬂict, </a:t>
            </a:r>
            <a:r>
              <a:rPr sz="1800" spc="150" dirty="0">
                <a:latin typeface="Trebuchet MS"/>
                <a:cs typeface="Trebuchet MS"/>
              </a:rPr>
              <a:t>Bugs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and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errors.</a:t>
            </a:r>
            <a:endParaRPr sz="1800" dirty="0">
              <a:latin typeface="Trebuchet MS"/>
              <a:cs typeface="Trebuchet MS"/>
            </a:endParaRPr>
          </a:p>
          <a:p>
            <a:pPr marL="12700" marR="5080">
              <a:lnSpc>
                <a:spcPct val="100699"/>
              </a:lnSpc>
            </a:pPr>
            <a:r>
              <a:rPr sz="1800" dirty="0">
                <a:latin typeface="Trebuchet MS"/>
                <a:cs typeface="Trebuchet MS"/>
              </a:rPr>
              <a:t>All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these</a:t>
            </a:r>
            <a:r>
              <a:rPr sz="1800" spc="-25" dirty="0">
                <a:latin typeface="Trebuchet MS"/>
                <a:cs typeface="Trebuchet MS"/>
              </a:rPr>
              <a:t> conﬂict,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bugs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470" dirty="0">
                <a:latin typeface="Trebuchet MS"/>
                <a:cs typeface="Trebuchet MS"/>
              </a:rPr>
              <a:t>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errors </a:t>
            </a:r>
            <a:r>
              <a:rPr sz="1800" spc="75" dirty="0">
                <a:latin typeface="Trebuchet MS"/>
                <a:cs typeface="Trebuchet MS"/>
              </a:rPr>
              <a:t>need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85" dirty="0">
                <a:latin typeface="Trebuchet MS"/>
                <a:cs typeface="Trebuchet MS"/>
              </a:rPr>
              <a:t>be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resolved,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which </a:t>
            </a:r>
            <a:r>
              <a:rPr sz="1800" dirty="0">
                <a:latin typeface="Trebuchet MS"/>
                <a:cs typeface="Trebuchet MS"/>
              </a:rPr>
              <a:t>takes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very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80" dirty="0">
                <a:latin typeface="Trebuchet MS"/>
                <a:cs typeface="Trebuchet MS"/>
              </a:rPr>
              <a:t>long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time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halts development.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" y="1864162"/>
            <a:ext cx="3377565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50" dirty="0">
                <a:latin typeface="Trebuchet MS"/>
                <a:cs typeface="Trebuchet MS"/>
              </a:rPr>
              <a:t>Developers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keep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merging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code </a:t>
            </a:r>
            <a:r>
              <a:rPr sz="1800" spc="-40" dirty="0">
                <a:latin typeface="Trebuchet MS"/>
                <a:cs typeface="Trebuchet MS"/>
              </a:rPr>
              <a:t>to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165" dirty="0">
                <a:latin typeface="Trebuchet MS"/>
                <a:cs typeface="Trebuchet MS"/>
              </a:rPr>
              <a:t>VCS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several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times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day.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All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85" dirty="0">
                <a:latin typeface="Trebuchet MS"/>
                <a:cs typeface="Trebuchet MS"/>
              </a:rPr>
              <a:t>code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collected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from </a:t>
            </a:r>
            <a:r>
              <a:rPr sz="1800" spc="-50" dirty="0">
                <a:latin typeface="Trebuchet MS"/>
                <a:cs typeface="Trebuchet MS"/>
              </a:rPr>
              <a:t>diﬀerent</a:t>
            </a:r>
            <a:r>
              <a:rPr sz="1800" spc="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developers</a:t>
            </a:r>
            <a:r>
              <a:rPr sz="1800" spc="20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would</a:t>
            </a:r>
            <a:r>
              <a:rPr sz="1800" spc="7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have </a:t>
            </a:r>
            <a:r>
              <a:rPr sz="1800" dirty="0">
                <a:latin typeface="Trebuchet MS"/>
                <a:cs typeface="Trebuchet MS"/>
              </a:rPr>
              <a:t>generated</a:t>
            </a:r>
            <a:r>
              <a:rPr sz="1800" spc="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conﬂicts</a:t>
            </a:r>
            <a:r>
              <a:rPr sz="1800" spc="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8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bugs.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8B69E5-B6E6-AAEE-556E-7176A29C22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7618"/>
            <a:ext cx="933449" cy="9334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4400" y="133350"/>
            <a:ext cx="68707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0" b="1" spc="-1880" dirty="0">
                <a:solidFill>
                  <a:srgbClr val="434343"/>
                </a:solidFill>
                <a:latin typeface="Trebuchet MS"/>
                <a:cs typeface="Trebuchet MS"/>
              </a:rPr>
              <a:t>“</a:t>
            </a:r>
            <a:endParaRPr sz="12000" dirty="0">
              <a:latin typeface="Trebuchet MS"/>
              <a:cs typeface="Trebuchet M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83A4BB-2B5F-C0E7-F89B-E941EDE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70" y="1374192"/>
            <a:ext cx="7796030" cy="239511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6000" dirty="0">
                <a:solidFill>
                  <a:srgbClr val="C00000"/>
                </a:solidFill>
                <a:cs typeface="Arial" panose="020B0604020202020204" pitchFamily="34" charset="0"/>
              </a:rPr>
              <a:t>Integration is </a:t>
            </a:r>
            <a:br>
              <a:rPr lang="en-IN" sz="6000" dirty="0">
                <a:solidFill>
                  <a:srgbClr val="C00000"/>
                </a:solidFill>
                <a:cs typeface="Arial" panose="020B0604020202020204" pitchFamily="34" charset="0"/>
              </a:rPr>
            </a:br>
            <a:r>
              <a:rPr lang="en-IN" sz="6000" dirty="0">
                <a:solidFill>
                  <a:srgbClr val="C00000"/>
                </a:solidFill>
                <a:cs typeface="Arial" panose="020B0604020202020204" pitchFamily="34" charset="0"/>
              </a:rPr>
              <a:t>Painful</a:t>
            </a:r>
            <a:br>
              <a:rPr lang="en-IN" sz="6000" dirty="0">
                <a:solidFill>
                  <a:srgbClr val="C00000"/>
                </a:solidFill>
                <a:cs typeface="Arial" panose="020B0604020202020204" pitchFamily="34" charset="0"/>
              </a:rPr>
            </a:br>
            <a:endParaRPr lang="en-IN" sz="60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469AD3-373D-406A-B4B8-C10B290113AA}"/>
              </a:ext>
            </a:extLst>
          </p:cNvPr>
          <p:cNvSpPr txBox="1"/>
          <p:nvPr/>
        </p:nvSpPr>
        <p:spPr>
          <a:xfrm>
            <a:off x="1722665" y="1103849"/>
            <a:ext cx="4947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CAB452-8E1C-EE1D-54CE-B438F4FE6592}"/>
              </a:ext>
            </a:extLst>
          </p:cNvPr>
          <p:cNvSpPr txBox="1"/>
          <p:nvPr/>
        </p:nvSpPr>
        <p:spPr>
          <a:xfrm>
            <a:off x="6248400" y="2595033"/>
            <a:ext cx="14777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9600" b="1" spc="-1880" dirty="0">
                <a:solidFill>
                  <a:srgbClr val="434343"/>
                </a:solidFill>
                <a:latin typeface="Trebuchet MS"/>
                <a:cs typeface="Trebuchet MS"/>
              </a:rPr>
              <a:t>”</a:t>
            </a:r>
            <a:endParaRPr lang="en-IN" sz="9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E8736EB3-C4F6-DF75-0699-4900643C8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5211038"/>
              </p:ext>
            </p:extLst>
          </p:nvPr>
        </p:nvGraphicFramePr>
        <p:xfrm>
          <a:off x="381211" y="240884"/>
          <a:ext cx="8381578" cy="4478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" name="object 3">
            <a:extLst>
              <a:ext uri="{FF2B5EF4-FFF2-40B4-BE49-F238E27FC236}">
                <a16:creationId xmlns:a16="http://schemas.microsoft.com/office/drawing/2014/main" id="{8D5FA6F2-F4A4-1E7F-3E62-64B065B473AD}"/>
              </a:ext>
            </a:extLst>
          </p:cNvPr>
          <p:cNvPicPr/>
          <p:nvPr/>
        </p:nvPicPr>
        <p:blipFill>
          <a:blip r:embed="rId7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314165"/>
            <a:ext cx="8381578" cy="44781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A6B4DC9-D107-9430-2B3C-A981FE27EBA5}"/>
              </a:ext>
            </a:extLst>
          </p:cNvPr>
          <p:cNvSpPr txBox="1"/>
          <p:nvPr/>
        </p:nvSpPr>
        <p:spPr>
          <a:xfrm>
            <a:off x="554232" y="1635206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6000" dirty="0">
                <a:solidFill>
                  <a:srgbClr val="C00000"/>
                </a:solidFill>
                <a:latin typeface="+mj-lt"/>
                <a:cs typeface="Arial" panose="020B0604020202020204" pitchFamily="34" charset="0"/>
              </a:rPr>
              <a:t>Solution</a:t>
            </a:r>
            <a:endParaRPr lang="en-IN" sz="4800" dirty="0">
              <a:solidFill>
                <a:srgbClr val="C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A9E4FC-A3B2-C18C-C25D-F77522E911E0}"/>
              </a:ext>
            </a:extLst>
          </p:cNvPr>
          <p:cNvSpPr txBox="1"/>
          <p:nvPr/>
        </p:nvSpPr>
        <p:spPr>
          <a:xfrm>
            <a:off x="533822" y="2724150"/>
            <a:ext cx="461282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lang="en-US" sz="1800" dirty="0">
                <a:latin typeface="Trebuchet MS"/>
                <a:cs typeface="Trebuchet MS"/>
              </a:rPr>
              <a:t>Build</a:t>
            </a:r>
            <a:r>
              <a:rPr lang="en-US" sz="1800" spc="-25" dirty="0">
                <a:latin typeface="Trebuchet MS"/>
                <a:cs typeface="Trebuchet MS"/>
              </a:rPr>
              <a:t> </a:t>
            </a:r>
            <a:r>
              <a:rPr lang="en-US" sz="1800" spc="85" dirty="0">
                <a:latin typeface="Trebuchet MS"/>
                <a:cs typeface="Trebuchet MS"/>
              </a:rPr>
              <a:t>code</a:t>
            </a:r>
            <a:r>
              <a:rPr lang="en-US" sz="1800" spc="-25" dirty="0">
                <a:latin typeface="Trebuchet MS"/>
                <a:cs typeface="Trebuchet MS"/>
              </a:rPr>
              <a:t> </a:t>
            </a:r>
            <a:r>
              <a:rPr lang="en-US" sz="1800" dirty="0">
                <a:latin typeface="Trebuchet MS"/>
                <a:cs typeface="Trebuchet MS"/>
              </a:rPr>
              <a:t>from</a:t>
            </a:r>
            <a:r>
              <a:rPr lang="en-US" sz="1800" spc="-90" dirty="0">
                <a:latin typeface="Trebuchet MS"/>
                <a:cs typeface="Trebuchet MS"/>
              </a:rPr>
              <a:t> </a:t>
            </a:r>
            <a:r>
              <a:rPr lang="en-US" sz="1800" spc="165" dirty="0">
                <a:latin typeface="Trebuchet MS"/>
                <a:cs typeface="Trebuchet MS"/>
              </a:rPr>
              <a:t>VCS</a:t>
            </a:r>
            <a:r>
              <a:rPr lang="en-US" sz="1800" spc="-25" dirty="0">
                <a:latin typeface="Trebuchet MS"/>
                <a:cs typeface="Trebuchet MS"/>
              </a:rPr>
              <a:t> </a:t>
            </a:r>
            <a:r>
              <a:rPr lang="en-US" sz="1800" spc="-65" dirty="0">
                <a:latin typeface="Trebuchet MS"/>
                <a:cs typeface="Trebuchet MS"/>
              </a:rPr>
              <a:t>after</a:t>
            </a:r>
            <a:r>
              <a:rPr lang="en-US" sz="1800" spc="-75" dirty="0">
                <a:latin typeface="Trebuchet MS"/>
                <a:cs typeface="Trebuchet MS"/>
              </a:rPr>
              <a:t> </a:t>
            </a:r>
            <a:r>
              <a:rPr lang="en-US" sz="1800" dirty="0">
                <a:latin typeface="Trebuchet MS"/>
                <a:cs typeface="Trebuchet MS"/>
              </a:rPr>
              <a:t>every</a:t>
            </a:r>
            <a:r>
              <a:rPr lang="en-US" sz="1800" spc="-80" dirty="0">
                <a:latin typeface="Trebuchet MS"/>
                <a:cs typeface="Trebuchet MS"/>
              </a:rPr>
              <a:t> </a:t>
            </a:r>
            <a:r>
              <a:rPr lang="en-US" sz="1800" spc="-10" dirty="0">
                <a:latin typeface="Trebuchet MS"/>
                <a:cs typeface="Trebuchet MS"/>
              </a:rPr>
              <a:t>commit.</a:t>
            </a:r>
            <a:endParaRPr lang="en-US"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lang="en-US" sz="2400" spc="190" dirty="0">
                <a:latin typeface="Trebuchet MS"/>
                <a:cs typeface="Trebuchet MS"/>
              </a:rPr>
              <a:t>CONTINUOUS</a:t>
            </a:r>
            <a:r>
              <a:rPr lang="en-US" sz="2400" spc="-70" dirty="0">
                <a:latin typeface="Trebuchet MS"/>
                <a:cs typeface="Trebuchet MS"/>
              </a:rPr>
              <a:t> </a:t>
            </a:r>
            <a:r>
              <a:rPr lang="en-US" sz="2400" spc="55" dirty="0">
                <a:latin typeface="Trebuchet MS"/>
                <a:cs typeface="Trebuchet MS"/>
              </a:rPr>
              <a:t>INTEGRATION.</a:t>
            </a:r>
            <a:endParaRPr lang="en-US"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636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189427"/>
            <a:ext cx="6981370" cy="52443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06880" marR="5080" indent="-1694814">
              <a:lnSpc>
                <a:spcPct val="100699"/>
              </a:lnSpc>
              <a:spcBef>
                <a:spcPts val="70"/>
              </a:spcBef>
            </a:pPr>
            <a:r>
              <a:rPr sz="3600" spc="10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Continuous</a:t>
            </a:r>
            <a:r>
              <a:rPr sz="3600" spc="-225" dirty="0">
                <a:solidFill>
                  <a:srgbClr val="FFFFFF"/>
                </a:solidFill>
              </a:rPr>
              <a:t> </a:t>
            </a:r>
            <a:r>
              <a:rPr sz="3600" spc="70" dirty="0"/>
              <a:t>Integration</a:t>
            </a:r>
            <a:r>
              <a:rPr lang="en-IN" sz="3600" spc="70" dirty="0">
                <a:solidFill>
                  <a:srgbClr val="00FFFF"/>
                </a:solidFill>
              </a:rPr>
              <a:t> </a:t>
            </a:r>
            <a:r>
              <a:rPr sz="3600" spc="114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</a:t>
            </a:r>
            <a:endParaRPr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819151"/>
            <a:ext cx="8001000" cy="3498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3848" y="367992"/>
            <a:ext cx="8694994" cy="4407516"/>
            <a:chOff x="390734" y="356400"/>
            <a:chExt cx="8362950" cy="4407516"/>
          </a:xfrm>
        </p:grpSpPr>
        <p:sp>
          <p:nvSpPr>
            <p:cNvPr id="4" name="object 4"/>
            <p:cNvSpPr/>
            <p:nvPr/>
          </p:nvSpPr>
          <p:spPr>
            <a:xfrm>
              <a:off x="390734" y="379876"/>
              <a:ext cx="8362950" cy="4384040"/>
            </a:xfrm>
            <a:custGeom>
              <a:avLst/>
              <a:gdLst/>
              <a:ahLst/>
              <a:cxnLst/>
              <a:rect l="l" t="t" r="r" b="b"/>
              <a:pathLst>
                <a:path w="8362950" h="4384040">
                  <a:moveTo>
                    <a:pt x="7406913" y="0"/>
                  </a:moveTo>
                  <a:lnTo>
                    <a:pt x="387213" y="0"/>
                  </a:lnTo>
                  <a:lnTo>
                    <a:pt x="346383" y="1786"/>
                  </a:lnTo>
                  <a:lnTo>
                    <a:pt x="309068" y="7117"/>
                  </a:lnTo>
                  <a:lnTo>
                    <a:pt x="271781" y="17779"/>
                  </a:lnTo>
                  <a:lnTo>
                    <a:pt x="202511" y="46190"/>
                  </a:lnTo>
                  <a:lnTo>
                    <a:pt x="140328" y="88807"/>
                  </a:lnTo>
                  <a:lnTo>
                    <a:pt x="88807" y="140328"/>
                  </a:lnTo>
                  <a:lnTo>
                    <a:pt x="46190" y="202511"/>
                  </a:lnTo>
                  <a:lnTo>
                    <a:pt x="17779" y="271781"/>
                  </a:lnTo>
                  <a:lnTo>
                    <a:pt x="7117" y="309068"/>
                  </a:lnTo>
                  <a:lnTo>
                    <a:pt x="0" y="387213"/>
                  </a:lnTo>
                  <a:lnTo>
                    <a:pt x="0" y="3996531"/>
                  </a:lnTo>
                  <a:lnTo>
                    <a:pt x="1786" y="4037362"/>
                  </a:lnTo>
                  <a:lnTo>
                    <a:pt x="17779" y="4111963"/>
                  </a:lnTo>
                  <a:lnTo>
                    <a:pt x="46190" y="4181234"/>
                  </a:lnTo>
                  <a:lnTo>
                    <a:pt x="88807" y="4243417"/>
                  </a:lnTo>
                  <a:lnTo>
                    <a:pt x="140328" y="4294938"/>
                  </a:lnTo>
                  <a:lnTo>
                    <a:pt x="202511" y="4337555"/>
                  </a:lnTo>
                  <a:lnTo>
                    <a:pt x="271781" y="4365966"/>
                  </a:lnTo>
                  <a:lnTo>
                    <a:pt x="309068" y="4376628"/>
                  </a:lnTo>
                  <a:lnTo>
                    <a:pt x="387213" y="4383745"/>
                  </a:lnTo>
                  <a:lnTo>
                    <a:pt x="7975315" y="4383745"/>
                  </a:lnTo>
                  <a:lnTo>
                    <a:pt x="8016145" y="4381959"/>
                  </a:lnTo>
                  <a:lnTo>
                    <a:pt x="8090746" y="4365966"/>
                  </a:lnTo>
                  <a:lnTo>
                    <a:pt x="8160017" y="4337555"/>
                  </a:lnTo>
                  <a:lnTo>
                    <a:pt x="8222200" y="4294938"/>
                  </a:lnTo>
                  <a:lnTo>
                    <a:pt x="8273721" y="4243417"/>
                  </a:lnTo>
                  <a:lnTo>
                    <a:pt x="8316339" y="4181234"/>
                  </a:lnTo>
                  <a:lnTo>
                    <a:pt x="8344749" y="4111963"/>
                  </a:lnTo>
                  <a:lnTo>
                    <a:pt x="8355411" y="4074677"/>
                  </a:lnTo>
                  <a:lnTo>
                    <a:pt x="8362528" y="3996531"/>
                  </a:lnTo>
                  <a:lnTo>
                    <a:pt x="8362528" y="955615"/>
                  </a:lnTo>
                </a:path>
              </a:pathLst>
            </a:custGeom>
            <a:ln w="19049">
              <a:solidFill>
                <a:srgbClr val="FFB6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87080" y="356412"/>
              <a:ext cx="618490" cy="748665"/>
            </a:xfrm>
            <a:custGeom>
              <a:avLst/>
              <a:gdLst/>
              <a:ahLst/>
              <a:cxnLst/>
              <a:rect l="l" t="t" r="r" b="b"/>
              <a:pathLst>
                <a:path w="618490" h="748665">
                  <a:moveTo>
                    <a:pt x="563740" y="711974"/>
                  </a:moveTo>
                  <a:lnTo>
                    <a:pt x="65493" y="711974"/>
                  </a:lnTo>
                  <a:lnTo>
                    <a:pt x="60020" y="711047"/>
                  </a:lnTo>
                  <a:lnTo>
                    <a:pt x="39090" y="691946"/>
                  </a:lnTo>
                  <a:lnTo>
                    <a:pt x="37274" y="686511"/>
                  </a:lnTo>
                  <a:lnTo>
                    <a:pt x="36372" y="680148"/>
                  </a:lnTo>
                  <a:lnTo>
                    <a:pt x="36372" y="57289"/>
                  </a:lnTo>
                  <a:lnTo>
                    <a:pt x="29121" y="57289"/>
                  </a:lnTo>
                  <a:lnTo>
                    <a:pt x="0" y="83654"/>
                  </a:lnTo>
                  <a:lnTo>
                    <a:pt x="0" y="716521"/>
                  </a:lnTo>
                  <a:lnTo>
                    <a:pt x="901" y="722884"/>
                  </a:lnTo>
                  <a:lnTo>
                    <a:pt x="2717" y="728319"/>
                  </a:lnTo>
                  <a:lnTo>
                    <a:pt x="4546" y="733793"/>
                  </a:lnTo>
                  <a:lnTo>
                    <a:pt x="29121" y="748322"/>
                  </a:lnTo>
                  <a:lnTo>
                    <a:pt x="534657" y="748322"/>
                  </a:lnTo>
                  <a:lnTo>
                    <a:pt x="561022" y="728319"/>
                  </a:lnTo>
                  <a:lnTo>
                    <a:pt x="562851" y="722884"/>
                  </a:lnTo>
                  <a:lnTo>
                    <a:pt x="563740" y="716521"/>
                  </a:lnTo>
                  <a:lnTo>
                    <a:pt x="563740" y="711974"/>
                  </a:lnTo>
                  <a:close/>
                </a:path>
                <a:path w="618490" h="748665">
                  <a:moveTo>
                    <a:pt x="618312" y="143662"/>
                  </a:moveTo>
                  <a:lnTo>
                    <a:pt x="552831" y="143662"/>
                  </a:lnTo>
                  <a:lnTo>
                    <a:pt x="552831" y="250063"/>
                  </a:lnTo>
                  <a:lnTo>
                    <a:pt x="552831" y="336435"/>
                  </a:lnTo>
                  <a:lnTo>
                    <a:pt x="552831" y="421919"/>
                  </a:lnTo>
                  <a:lnTo>
                    <a:pt x="551942" y="425538"/>
                  </a:lnTo>
                  <a:lnTo>
                    <a:pt x="550113" y="428282"/>
                  </a:lnTo>
                  <a:lnTo>
                    <a:pt x="547395" y="430072"/>
                  </a:lnTo>
                  <a:lnTo>
                    <a:pt x="543750" y="430999"/>
                  </a:lnTo>
                  <a:lnTo>
                    <a:pt x="371005" y="430999"/>
                  </a:lnTo>
                  <a:lnTo>
                    <a:pt x="371005" y="508292"/>
                  </a:lnTo>
                  <a:lnTo>
                    <a:pt x="370065" y="511911"/>
                  </a:lnTo>
                  <a:lnTo>
                    <a:pt x="368249" y="514667"/>
                  </a:lnTo>
                  <a:lnTo>
                    <a:pt x="365531" y="516483"/>
                  </a:lnTo>
                  <a:lnTo>
                    <a:pt x="361873" y="517385"/>
                  </a:lnTo>
                  <a:lnTo>
                    <a:pt x="129120" y="517385"/>
                  </a:lnTo>
                  <a:lnTo>
                    <a:pt x="125463" y="516483"/>
                  </a:lnTo>
                  <a:lnTo>
                    <a:pt x="122745" y="514667"/>
                  </a:lnTo>
                  <a:lnTo>
                    <a:pt x="120929" y="511911"/>
                  </a:lnTo>
                  <a:lnTo>
                    <a:pt x="120027" y="508292"/>
                  </a:lnTo>
                  <a:lnTo>
                    <a:pt x="120929" y="504647"/>
                  </a:lnTo>
                  <a:lnTo>
                    <a:pt x="122745" y="501929"/>
                  </a:lnTo>
                  <a:lnTo>
                    <a:pt x="125463" y="500100"/>
                  </a:lnTo>
                  <a:lnTo>
                    <a:pt x="129120" y="499211"/>
                  </a:lnTo>
                  <a:lnTo>
                    <a:pt x="361873" y="499211"/>
                  </a:lnTo>
                  <a:lnTo>
                    <a:pt x="365531" y="500100"/>
                  </a:lnTo>
                  <a:lnTo>
                    <a:pt x="368249" y="501929"/>
                  </a:lnTo>
                  <a:lnTo>
                    <a:pt x="370065" y="504647"/>
                  </a:lnTo>
                  <a:lnTo>
                    <a:pt x="371005" y="508292"/>
                  </a:lnTo>
                  <a:lnTo>
                    <a:pt x="371005" y="430999"/>
                  </a:lnTo>
                  <a:lnTo>
                    <a:pt x="129120" y="430999"/>
                  </a:lnTo>
                  <a:lnTo>
                    <a:pt x="125463" y="430072"/>
                  </a:lnTo>
                  <a:lnTo>
                    <a:pt x="122745" y="428282"/>
                  </a:lnTo>
                  <a:lnTo>
                    <a:pt x="120929" y="425538"/>
                  </a:lnTo>
                  <a:lnTo>
                    <a:pt x="120027" y="421919"/>
                  </a:lnTo>
                  <a:lnTo>
                    <a:pt x="120929" y="418274"/>
                  </a:lnTo>
                  <a:lnTo>
                    <a:pt x="122745" y="415556"/>
                  </a:lnTo>
                  <a:lnTo>
                    <a:pt x="125463" y="413727"/>
                  </a:lnTo>
                  <a:lnTo>
                    <a:pt x="129120" y="412800"/>
                  </a:lnTo>
                  <a:lnTo>
                    <a:pt x="543750" y="412800"/>
                  </a:lnTo>
                  <a:lnTo>
                    <a:pt x="547395" y="413727"/>
                  </a:lnTo>
                  <a:lnTo>
                    <a:pt x="550113" y="415556"/>
                  </a:lnTo>
                  <a:lnTo>
                    <a:pt x="551942" y="418274"/>
                  </a:lnTo>
                  <a:lnTo>
                    <a:pt x="552831" y="421919"/>
                  </a:lnTo>
                  <a:lnTo>
                    <a:pt x="552831" y="336435"/>
                  </a:lnTo>
                  <a:lnTo>
                    <a:pt x="551942" y="340093"/>
                  </a:lnTo>
                  <a:lnTo>
                    <a:pt x="550113" y="342811"/>
                  </a:lnTo>
                  <a:lnTo>
                    <a:pt x="547395" y="344627"/>
                  </a:lnTo>
                  <a:lnTo>
                    <a:pt x="543750" y="345528"/>
                  </a:lnTo>
                  <a:lnTo>
                    <a:pt x="129120" y="345528"/>
                  </a:lnTo>
                  <a:lnTo>
                    <a:pt x="125463" y="344627"/>
                  </a:lnTo>
                  <a:lnTo>
                    <a:pt x="122745" y="342811"/>
                  </a:lnTo>
                  <a:lnTo>
                    <a:pt x="120929" y="340093"/>
                  </a:lnTo>
                  <a:lnTo>
                    <a:pt x="120027" y="336435"/>
                  </a:lnTo>
                  <a:lnTo>
                    <a:pt x="120929" y="332790"/>
                  </a:lnTo>
                  <a:lnTo>
                    <a:pt x="122745" y="330073"/>
                  </a:lnTo>
                  <a:lnTo>
                    <a:pt x="125463" y="327355"/>
                  </a:lnTo>
                  <a:lnTo>
                    <a:pt x="547395" y="327355"/>
                  </a:lnTo>
                  <a:lnTo>
                    <a:pt x="550113" y="330073"/>
                  </a:lnTo>
                  <a:lnTo>
                    <a:pt x="551942" y="332790"/>
                  </a:lnTo>
                  <a:lnTo>
                    <a:pt x="552831" y="336435"/>
                  </a:lnTo>
                  <a:lnTo>
                    <a:pt x="552831" y="250063"/>
                  </a:lnTo>
                  <a:lnTo>
                    <a:pt x="551942" y="253682"/>
                  </a:lnTo>
                  <a:lnTo>
                    <a:pt x="550113" y="256438"/>
                  </a:lnTo>
                  <a:lnTo>
                    <a:pt x="547395" y="258216"/>
                  </a:lnTo>
                  <a:lnTo>
                    <a:pt x="543750" y="259156"/>
                  </a:lnTo>
                  <a:lnTo>
                    <a:pt x="129120" y="259156"/>
                  </a:lnTo>
                  <a:lnTo>
                    <a:pt x="125463" y="258216"/>
                  </a:lnTo>
                  <a:lnTo>
                    <a:pt x="122745" y="256438"/>
                  </a:lnTo>
                  <a:lnTo>
                    <a:pt x="120929" y="253682"/>
                  </a:lnTo>
                  <a:lnTo>
                    <a:pt x="120027" y="250063"/>
                  </a:lnTo>
                  <a:lnTo>
                    <a:pt x="120929" y="246418"/>
                  </a:lnTo>
                  <a:lnTo>
                    <a:pt x="122745" y="243700"/>
                  </a:lnTo>
                  <a:lnTo>
                    <a:pt x="125463" y="241871"/>
                  </a:lnTo>
                  <a:lnTo>
                    <a:pt x="129120" y="240944"/>
                  </a:lnTo>
                  <a:lnTo>
                    <a:pt x="543750" y="240944"/>
                  </a:lnTo>
                  <a:lnTo>
                    <a:pt x="547395" y="241871"/>
                  </a:lnTo>
                  <a:lnTo>
                    <a:pt x="550113" y="243700"/>
                  </a:lnTo>
                  <a:lnTo>
                    <a:pt x="551942" y="246418"/>
                  </a:lnTo>
                  <a:lnTo>
                    <a:pt x="552831" y="250063"/>
                  </a:lnTo>
                  <a:lnTo>
                    <a:pt x="552831" y="143662"/>
                  </a:lnTo>
                  <a:lnTo>
                    <a:pt x="521931" y="143662"/>
                  </a:lnTo>
                  <a:lnTo>
                    <a:pt x="511911" y="142773"/>
                  </a:lnTo>
                  <a:lnTo>
                    <a:pt x="478294" y="114592"/>
                  </a:lnTo>
                  <a:lnTo>
                    <a:pt x="474649" y="96380"/>
                  </a:lnTo>
                  <a:lnTo>
                    <a:pt x="474649" y="0"/>
                  </a:lnTo>
                  <a:lnTo>
                    <a:pt x="78181" y="0"/>
                  </a:lnTo>
                  <a:lnTo>
                    <a:pt x="54546" y="29108"/>
                  </a:lnTo>
                  <a:lnTo>
                    <a:pt x="54546" y="661949"/>
                  </a:lnTo>
                  <a:lnTo>
                    <a:pt x="83654" y="691057"/>
                  </a:lnTo>
                  <a:lnTo>
                    <a:pt x="589203" y="691057"/>
                  </a:lnTo>
                  <a:lnTo>
                    <a:pt x="618312" y="661949"/>
                  </a:lnTo>
                  <a:lnTo>
                    <a:pt x="618312" y="517385"/>
                  </a:lnTo>
                  <a:lnTo>
                    <a:pt x="618312" y="499211"/>
                  </a:lnTo>
                  <a:lnTo>
                    <a:pt x="618312" y="240944"/>
                  </a:lnTo>
                  <a:lnTo>
                    <a:pt x="618312" y="143662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9902" y="356400"/>
              <a:ext cx="125502" cy="1255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2610" y="356404"/>
              <a:ext cx="6311074" cy="389715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734" y="1493358"/>
              <a:ext cx="4945525" cy="281305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514600" y="168236"/>
            <a:ext cx="67246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CI</a:t>
            </a:r>
            <a:r>
              <a:rPr sz="3600" b="0" dirty="0">
                <a:solidFill>
                  <a:srgbClr val="CCCCCC"/>
                </a:solidFill>
                <a:latin typeface="+mj-lt"/>
              </a:rPr>
              <a:t> </a:t>
            </a:r>
            <a:r>
              <a:rPr sz="3600" b="0" dirty="0">
                <a:solidFill>
                  <a:schemeClr val="accent1"/>
                </a:solidFill>
                <a:latin typeface="+mj-lt"/>
              </a:rPr>
              <a:t>with</a:t>
            </a:r>
            <a:r>
              <a:rPr sz="3600" b="0" dirty="0">
                <a:solidFill>
                  <a:srgbClr val="CCCCCC"/>
                </a:solidFill>
                <a:latin typeface="+mj-lt"/>
              </a:rPr>
              <a:t> </a:t>
            </a:r>
            <a:r>
              <a:rPr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Jenkins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1043297" y="895350"/>
            <a:ext cx="7057406" cy="3977797"/>
            <a:chOff x="3196145" y="-145463"/>
            <a:chExt cx="7057406" cy="3977797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9902" y="356400"/>
              <a:ext cx="125502" cy="1255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6145" y="-145463"/>
              <a:ext cx="7057406" cy="39777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362" y="212972"/>
            <a:ext cx="7797662" cy="720944"/>
          </a:xfrm>
          <a:prstGeom prst="rect">
            <a:avLst/>
          </a:prstGeom>
        </p:spPr>
        <p:txBody>
          <a:bodyPr vert="horz" wrap="square" lIns="0" tIns="165332" rIns="0" bIns="0" rtlCol="0">
            <a:spAutoFit/>
          </a:bodyPr>
          <a:lstStyle/>
          <a:p>
            <a:pPr marL="141732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Jenkins</a:t>
            </a:r>
            <a:r>
              <a:rPr sz="3600" spc="-5" dirty="0">
                <a:solidFill>
                  <a:srgbClr val="CCCCCC"/>
                </a:solidFill>
              </a:rPr>
              <a:t> </a:t>
            </a:r>
            <a:r>
              <a:rPr sz="3600" spc="45" dirty="0"/>
              <a:t>Features</a:t>
            </a:r>
            <a:endParaRPr sz="36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84775" y="2033387"/>
            <a:ext cx="1351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70" dirty="0">
                <a:solidFill>
                  <a:srgbClr val="EEEEEE"/>
                </a:solidFill>
                <a:uFill>
                  <a:solidFill>
                    <a:srgbClr val="EEEEEE"/>
                  </a:solidFill>
                </a:uFill>
                <a:latin typeface="Trebuchet MS"/>
                <a:cs typeface="Trebuchet MS"/>
              </a:rPr>
              <a:t>OpenSource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87089" y="356399"/>
            <a:ext cx="618490" cy="748665"/>
            <a:chOff x="8087089" y="356399"/>
            <a:chExt cx="618490" cy="748665"/>
          </a:xfrm>
        </p:grpSpPr>
        <p:sp>
          <p:nvSpPr>
            <p:cNvPr id="5" name="object 5"/>
            <p:cNvSpPr/>
            <p:nvPr/>
          </p:nvSpPr>
          <p:spPr>
            <a:xfrm>
              <a:off x="8087081" y="356399"/>
              <a:ext cx="618490" cy="748665"/>
            </a:xfrm>
            <a:custGeom>
              <a:avLst/>
              <a:gdLst/>
              <a:ahLst/>
              <a:cxnLst/>
              <a:rect l="l" t="t" r="r" b="b"/>
              <a:pathLst>
                <a:path w="618490" h="748665">
                  <a:moveTo>
                    <a:pt x="563740" y="711987"/>
                  </a:moveTo>
                  <a:lnTo>
                    <a:pt x="65493" y="711987"/>
                  </a:lnTo>
                  <a:lnTo>
                    <a:pt x="60020" y="711060"/>
                  </a:lnTo>
                  <a:lnTo>
                    <a:pt x="39090" y="691959"/>
                  </a:lnTo>
                  <a:lnTo>
                    <a:pt x="37274" y="686523"/>
                  </a:lnTo>
                  <a:lnTo>
                    <a:pt x="36372" y="680161"/>
                  </a:lnTo>
                  <a:lnTo>
                    <a:pt x="36372" y="57302"/>
                  </a:lnTo>
                  <a:lnTo>
                    <a:pt x="29121" y="57302"/>
                  </a:lnTo>
                  <a:lnTo>
                    <a:pt x="0" y="83667"/>
                  </a:lnTo>
                  <a:lnTo>
                    <a:pt x="0" y="716534"/>
                  </a:lnTo>
                  <a:lnTo>
                    <a:pt x="901" y="722896"/>
                  </a:lnTo>
                  <a:lnTo>
                    <a:pt x="2717" y="728332"/>
                  </a:lnTo>
                  <a:lnTo>
                    <a:pt x="4546" y="733806"/>
                  </a:lnTo>
                  <a:lnTo>
                    <a:pt x="29121" y="748334"/>
                  </a:lnTo>
                  <a:lnTo>
                    <a:pt x="534657" y="748334"/>
                  </a:lnTo>
                  <a:lnTo>
                    <a:pt x="561022" y="728332"/>
                  </a:lnTo>
                  <a:lnTo>
                    <a:pt x="562851" y="722896"/>
                  </a:lnTo>
                  <a:lnTo>
                    <a:pt x="563740" y="716534"/>
                  </a:lnTo>
                  <a:lnTo>
                    <a:pt x="563740" y="711987"/>
                  </a:lnTo>
                  <a:close/>
                </a:path>
                <a:path w="618490" h="748665">
                  <a:moveTo>
                    <a:pt x="618324" y="143675"/>
                  </a:moveTo>
                  <a:lnTo>
                    <a:pt x="552831" y="143675"/>
                  </a:lnTo>
                  <a:lnTo>
                    <a:pt x="552831" y="250075"/>
                  </a:lnTo>
                  <a:lnTo>
                    <a:pt x="552831" y="336448"/>
                  </a:lnTo>
                  <a:lnTo>
                    <a:pt x="552831" y="421932"/>
                  </a:lnTo>
                  <a:lnTo>
                    <a:pt x="551942" y="425538"/>
                  </a:lnTo>
                  <a:lnTo>
                    <a:pt x="550113" y="428294"/>
                  </a:lnTo>
                  <a:lnTo>
                    <a:pt x="547395" y="430085"/>
                  </a:lnTo>
                  <a:lnTo>
                    <a:pt x="543750" y="431012"/>
                  </a:lnTo>
                  <a:lnTo>
                    <a:pt x="371005" y="431012"/>
                  </a:lnTo>
                  <a:lnTo>
                    <a:pt x="371005" y="508304"/>
                  </a:lnTo>
                  <a:lnTo>
                    <a:pt x="370065" y="511924"/>
                  </a:lnTo>
                  <a:lnTo>
                    <a:pt x="368249" y="514667"/>
                  </a:lnTo>
                  <a:lnTo>
                    <a:pt x="365531" y="516496"/>
                  </a:lnTo>
                  <a:lnTo>
                    <a:pt x="361873" y="517385"/>
                  </a:lnTo>
                  <a:lnTo>
                    <a:pt x="129120" y="517385"/>
                  </a:lnTo>
                  <a:lnTo>
                    <a:pt x="125463" y="516496"/>
                  </a:lnTo>
                  <a:lnTo>
                    <a:pt x="122745" y="514667"/>
                  </a:lnTo>
                  <a:lnTo>
                    <a:pt x="120929" y="511924"/>
                  </a:lnTo>
                  <a:lnTo>
                    <a:pt x="120027" y="508304"/>
                  </a:lnTo>
                  <a:lnTo>
                    <a:pt x="120929" y="504659"/>
                  </a:lnTo>
                  <a:lnTo>
                    <a:pt x="122745" y="501942"/>
                  </a:lnTo>
                  <a:lnTo>
                    <a:pt x="125463" y="500113"/>
                  </a:lnTo>
                  <a:lnTo>
                    <a:pt x="129120" y="499224"/>
                  </a:lnTo>
                  <a:lnTo>
                    <a:pt x="361873" y="499224"/>
                  </a:lnTo>
                  <a:lnTo>
                    <a:pt x="365531" y="500113"/>
                  </a:lnTo>
                  <a:lnTo>
                    <a:pt x="368249" y="501942"/>
                  </a:lnTo>
                  <a:lnTo>
                    <a:pt x="370065" y="504659"/>
                  </a:lnTo>
                  <a:lnTo>
                    <a:pt x="371005" y="508304"/>
                  </a:lnTo>
                  <a:lnTo>
                    <a:pt x="371005" y="431012"/>
                  </a:lnTo>
                  <a:lnTo>
                    <a:pt x="129120" y="431012"/>
                  </a:lnTo>
                  <a:lnTo>
                    <a:pt x="125463" y="430085"/>
                  </a:lnTo>
                  <a:lnTo>
                    <a:pt x="122745" y="428294"/>
                  </a:lnTo>
                  <a:lnTo>
                    <a:pt x="120929" y="425538"/>
                  </a:lnTo>
                  <a:lnTo>
                    <a:pt x="120027" y="421932"/>
                  </a:lnTo>
                  <a:lnTo>
                    <a:pt x="120929" y="418287"/>
                  </a:lnTo>
                  <a:lnTo>
                    <a:pt x="122745" y="415569"/>
                  </a:lnTo>
                  <a:lnTo>
                    <a:pt x="125463" y="413740"/>
                  </a:lnTo>
                  <a:lnTo>
                    <a:pt x="129120" y="412813"/>
                  </a:lnTo>
                  <a:lnTo>
                    <a:pt x="543750" y="412813"/>
                  </a:lnTo>
                  <a:lnTo>
                    <a:pt x="547395" y="413740"/>
                  </a:lnTo>
                  <a:lnTo>
                    <a:pt x="550113" y="415569"/>
                  </a:lnTo>
                  <a:lnTo>
                    <a:pt x="551942" y="418287"/>
                  </a:lnTo>
                  <a:lnTo>
                    <a:pt x="552831" y="421932"/>
                  </a:lnTo>
                  <a:lnTo>
                    <a:pt x="552831" y="336448"/>
                  </a:lnTo>
                  <a:lnTo>
                    <a:pt x="551942" y="340106"/>
                  </a:lnTo>
                  <a:lnTo>
                    <a:pt x="550113" y="342823"/>
                  </a:lnTo>
                  <a:lnTo>
                    <a:pt x="547395" y="344639"/>
                  </a:lnTo>
                  <a:lnTo>
                    <a:pt x="543750" y="345541"/>
                  </a:lnTo>
                  <a:lnTo>
                    <a:pt x="129120" y="345541"/>
                  </a:lnTo>
                  <a:lnTo>
                    <a:pt x="125463" y="344639"/>
                  </a:lnTo>
                  <a:lnTo>
                    <a:pt x="122745" y="342823"/>
                  </a:lnTo>
                  <a:lnTo>
                    <a:pt x="120929" y="340106"/>
                  </a:lnTo>
                  <a:lnTo>
                    <a:pt x="120027" y="336448"/>
                  </a:lnTo>
                  <a:lnTo>
                    <a:pt x="120929" y="332803"/>
                  </a:lnTo>
                  <a:lnTo>
                    <a:pt x="122745" y="330085"/>
                  </a:lnTo>
                  <a:lnTo>
                    <a:pt x="125463" y="327367"/>
                  </a:lnTo>
                  <a:lnTo>
                    <a:pt x="547395" y="327367"/>
                  </a:lnTo>
                  <a:lnTo>
                    <a:pt x="550113" y="330085"/>
                  </a:lnTo>
                  <a:lnTo>
                    <a:pt x="551942" y="332803"/>
                  </a:lnTo>
                  <a:lnTo>
                    <a:pt x="552831" y="336448"/>
                  </a:lnTo>
                  <a:lnTo>
                    <a:pt x="552831" y="250075"/>
                  </a:lnTo>
                  <a:lnTo>
                    <a:pt x="551942" y="253695"/>
                  </a:lnTo>
                  <a:lnTo>
                    <a:pt x="550113" y="256451"/>
                  </a:lnTo>
                  <a:lnTo>
                    <a:pt x="547395" y="258229"/>
                  </a:lnTo>
                  <a:lnTo>
                    <a:pt x="543750" y="259168"/>
                  </a:lnTo>
                  <a:lnTo>
                    <a:pt x="129120" y="259168"/>
                  </a:lnTo>
                  <a:lnTo>
                    <a:pt x="125463" y="258229"/>
                  </a:lnTo>
                  <a:lnTo>
                    <a:pt x="122745" y="256451"/>
                  </a:lnTo>
                  <a:lnTo>
                    <a:pt x="120929" y="253695"/>
                  </a:lnTo>
                  <a:lnTo>
                    <a:pt x="120027" y="250075"/>
                  </a:lnTo>
                  <a:lnTo>
                    <a:pt x="120929" y="246430"/>
                  </a:lnTo>
                  <a:lnTo>
                    <a:pt x="122745" y="243713"/>
                  </a:lnTo>
                  <a:lnTo>
                    <a:pt x="125463" y="241884"/>
                  </a:lnTo>
                  <a:lnTo>
                    <a:pt x="129120" y="240957"/>
                  </a:lnTo>
                  <a:lnTo>
                    <a:pt x="543750" y="240957"/>
                  </a:lnTo>
                  <a:lnTo>
                    <a:pt x="547395" y="241884"/>
                  </a:lnTo>
                  <a:lnTo>
                    <a:pt x="550113" y="243713"/>
                  </a:lnTo>
                  <a:lnTo>
                    <a:pt x="551942" y="246430"/>
                  </a:lnTo>
                  <a:lnTo>
                    <a:pt x="552831" y="250075"/>
                  </a:lnTo>
                  <a:lnTo>
                    <a:pt x="552831" y="143675"/>
                  </a:lnTo>
                  <a:lnTo>
                    <a:pt x="521931" y="143675"/>
                  </a:lnTo>
                  <a:lnTo>
                    <a:pt x="511911" y="142786"/>
                  </a:lnTo>
                  <a:lnTo>
                    <a:pt x="478294" y="114604"/>
                  </a:lnTo>
                  <a:lnTo>
                    <a:pt x="474649" y="96393"/>
                  </a:lnTo>
                  <a:lnTo>
                    <a:pt x="474649" y="0"/>
                  </a:lnTo>
                  <a:lnTo>
                    <a:pt x="78181" y="0"/>
                  </a:lnTo>
                  <a:lnTo>
                    <a:pt x="54546" y="29121"/>
                  </a:lnTo>
                  <a:lnTo>
                    <a:pt x="54546" y="661949"/>
                  </a:lnTo>
                  <a:lnTo>
                    <a:pt x="83654" y="691070"/>
                  </a:lnTo>
                  <a:lnTo>
                    <a:pt x="589203" y="691070"/>
                  </a:lnTo>
                  <a:lnTo>
                    <a:pt x="618324" y="661949"/>
                  </a:lnTo>
                  <a:lnTo>
                    <a:pt x="618324" y="517385"/>
                  </a:lnTo>
                  <a:lnTo>
                    <a:pt x="618324" y="499224"/>
                  </a:lnTo>
                  <a:lnTo>
                    <a:pt x="618324" y="240957"/>
                  </a:lnTo>
                  <a:lnTo>
                    <a:pt x="618324" y="143675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9903" y="356400"/>
              <a:ext cx="125502" cy="12550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740741" y="1248491"/>
            <a:ext cx="3505200" cy="21371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" marR="678815">
              <a:lnSpc>
                <a:spcPct val="128499"/>
              </a:lnSpc>
              <a:spcBef>
                <a:spcPts val="100"/>
              </a:spcBef>
            </a:pPr>
            <a:r>
              <a:rPr sz="1800" u="heavy" spc="-10" dirty="0"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Extensible</a:t>
            </a:r>
            <a:r>
              <a:rPr sz="1800" spc="-10" dirty="0">
                <a:latin typeface="Trebuchet MS"/>
                <a:cs typeface="Trebuchet MS"/>
              </a:rPr>
              <a:t> Plugins:</a:t>
            </a:r>
            <a:endParaRPr sz="1800" dirty="0">
              <a:latin typeface="Trebuchet MS"/>
              <a:cs typeface="Trebuchet MS"/>
            </a:endParaRPr>
          </a:p>
          <a:p>
            <a:pPr marL="312420" indent="-299720">
              <a:lnSpc>
                <a:spcPct val="100000"/>
              </a:lnSpc>
              <a:spcBef>
                <a:spcPts val="615"/>
              </a:spcBef>
              <a:buSzPct val="61111"/>
              <a:buFont typeface="Arial"/>
              <a:buChar char="●"/>
              <a:tabLst>
                <a:tab pos="312420" algn="l"/>
              </a:tabLst>
            </a:pPr>
            <a:r>
              <a:rPr sz="1800" spc="165" dirty="0">
                <a:latin typeface="Trebuchet MS"/>
                <a:cs typeface="Trebuchet MS"/>
              </a:rPr>
              <a:t>VCS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Plugin</a:t>
            </a:r>
            <a:endParaRPr sz="1800" dirty="0">
              <a:latin typeface="Trebuchet MS"/>
              <a:cs typeface="Trebuchet MS"/>
            </a:endParaRPr>
          </a:p>
          <a:p>
            <a:pPr marL="312420" indent="-299720">
              <a:lnSpc>
                <a:spcPct val="100000"/>
              </a:lnSpc>
              <a:spcBef>
                <a:spcPts val="615"/>
              </a:spcBef>
              <a:buSzPct val="61111"/>
              <a:buFont typeface="Arial"/>
              <a:buChar char="●"/>
              <a:tabLst>
                <a:tab pos="312420" algn="l"/>
              </a:tabLst>
            </a:pPr>
            <a:r>
              <a:rPr sz="1800" dirty="0">
                <a:latin typeface="Trebuchet MS"/>
                <a:cs typeface="Trebuchet MS"/>
              </a:rPr>
              <a:t>Build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Plugin</a:t>
            </a:r>
            <a:endParaRPr sz="1800" dirty="0">
              <a:latin typeface="Trebuchet MS"/>
              <a:cs typeface="Trebuchet MS"/>
            </a:endParaRPr>
          </a:p>
          <a:p>
            <a:pPr marL="312420" indent="-299720">
              <a:lnSpc>
                <a:spcPct val="100000"/>
              </a:lnSpc>
              <a:spcBef>
                <a:spcPts val="615"/>
              </a:spcBef>
              <a:buSzPct val="61111"/>
              <a:buFont typeface="Arial"/>
              <a:buChar char="●"/>
              <a:tabLst>
                <a:tab pos="312420" algn="l"/>
              </a:tabLst>
            </a:pPr>
            <a:r>
              <a:rPr sz="1800" spc="80" dirty="0">
                <a:latin typeface="Trebuchet MS"/>
                <a:cs typeface="Trebuchet MS"/>
              </a:rPr>
              <a:t>Cloud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Plugin</a:t>
            </a:r>
            <a:endParaRPr sz="1800" dirty="0">
              <a:latin typeface="Trebuchet MS"/>
              <a:cs typeface="Trebuchet MS"/>
            </a:endParaRPr>
          </a:p>
          <a:p>
            <a:pPr marL="312420" indent="-299720">
              <a:lnSpc>
                <a:spcPct val="100000"/>
              </a:lnSpc>
              <a:spcBef>
                <a:spcPts val="615"/>
              </a:spcBef>
              <a:buSzPct val="61111"/>
              <a:buFont typeface="Arial"/>
              <a:buChar char="●"/>
              <a:tabLst>
                <a:tab pos="312420" algn="l"/>
              </a:tabLst>
            </a:pPr>
            <a:r>
              <a:rPr sz="1800" dirty="0">
                <a:latin typeface="Trebuchet MS"/>
                <a:cs typeface="Trebuchet MS"/>
              </a:rPr>
              <a:t>Testing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Plugin</a:t>
            </a:r>
            <a:endParaRPr sz="1800" dirty="0">
              <a:latin typeface="Trebuchet MS"/>
              <a:cs typeface="Trebuchet MS"/>
            </a:endParaRPr>
          </a:p>
          <a:p>
            <a:pPr marL="312420" indent="-299720">
              <a:lnSpc>
                <a:spcPct val="100000"/>
              </a:lnSpc>
              <a:spcBef>
                <a:spcPts val="615"/>
              </a:spcBef>
              <a:buSzPct val="61111"/>
              <a:buFont typeface="Arial"/>
              <a:buChar char="●"/>
              <a:tabLst>
                <a:tab pos="312420" algn="l"/>
              </a:tabLst>
            </a:pPr>
            <a:r>
              <a:rPr sz="1800" dirty="0">
                <a:latin typeface="Trebuchet MS"/>
                <a:cs typeface="Trebuchet MS"/>
              </a:rPr>
              <a:t>Etc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etc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etc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77AE78-9A4F-194D-190C-5CC9B99C904B}"/>
              </a:ext>
            </a:extLst>
          </p:cNvPr>
          <p:cNvSpPr txBox="1"/>
          <p:nvPr/>
        </p:nvSpPr>
        <p:spPr>
          <a:xfrm>
            <a:off x="685800" y="1254841"/>
            <a:ext cx="4610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Trebuchet MS" panose="020B0603020202020204" pitchFamily="34" charset="0"/>
              </a:rPr>
              <a:t>OpenSource</a:t>
            </a:r>
            <a:endParaRPr lang="en-IN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830" y="370259"/>
            <a:ext cx="7797662" cy="720944"/>
          </a:xfrm>
          <a:prstGeom prst="rect">
            <a:avLst/>
          </a:prstGeom>
        </p:spPr>
        <p:txBody>
          <a:bodyPr vert="horz" wrap="square" lIns="0" tIns="165332" rIns="0" bIns="0" rtlCol="0">
            <a:spAutoFit/>
          </a:bodyPr>
          <a:lstStyle/>
          <a:p>
            <a:pPr marL="1123315">
              <a:lnSpc>
                <a:spcPct val="100000"/>
              </a:lnSpc>
              <a:spcBef>
                <a:spcPts val="100"/>
              </a:spcBef>
            </a:pPr>
            <a:r>
              <a:rPr sz="3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Jenkins</a:t>
            </a:r>
            <a:r>
              <a:rPr sz="3600" u="sng" spc="-5" dirty="0">
                <a:solidFill>
                  <a:schemeClr val="tx1"/>
                </a:solidFill>
              </a:rPr>
              <a:t> </a:t>
            </a:r>
            <a:r>
              <a:rPr lang="en-IN" sz="3600" u="sng" spc="-5" dirty="0">
                <a:solidFill>
                  <a:schemeClr val="tx1"/>
                </a:solidFill>
              </a:rPr>
              <a:t> </a:t>
            </a:r>
            <a:r>
              <a:rPr sz="3600" u="sng" spc="80" dirty="0"/>
              <a:t>Installation</a:t>
            </a:r>
            <a:endParaRPr sz="3600" u="sng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1503892"/>
            <a:ext cx="1959610" cy="108267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715"/>
              </a:spcBef>
            </a:pPr>
            <a:r>
              <a:rPr sz="1800" spc="-10" dirty="0">
                <a:latin typeface="Trebuchet MS"/>
                <a:cs typeface="Trebuchet MS"/>
              </a:rPr>
              <a:t>Prerequisite</a:t>
            </a:r>
            <a:endParaRPr sz="1800" dirty="0">
              <a:latin typeface="Trebuchet MS"/>
              <a:cs typeface="Trebuchet MS"/>
            </a:endParaRPr>
          </a:p>
          <a:p>
            <a:pPr marL="401955" indent="-389255">
              <a:lnSpc>
                <a:spcPct val="100000"/>
              </a:lnSpc>
              <a:spcBef>
                <a:spcPts val="615"/>
              </a:spcBef>
              <a:buSzPct val="61111"/>
              <a:buFont typeface="Arial"/>
              <a:buAutoNum type="arabicPeriod"/>
              <a:tabLst>
                <a:tab pos="401955" algn="l"/>
              </a:tabLst>
            </a:pPr>
            <a:r>
              <a:rPr sz="1800" dirty="0">
                <a:latin typeface="Trebuchet MS"/>
                <a:cs typeface="Trebuchet MS"/>
              </a:rPr>
              <a:t>Java-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JRE,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JDK</a:t>
            </a:r>
            <a:endParaRPr sz="1800" dirty="0">
              <a:latin typeface="Trebuchet MS"/>
              <a:cs typeface="Trebuchet MS"/>
            </a:endParaRPr>
          </a:p>
          <a:p>
            <a:pPr marL="401955" indent="-389255">
              <a:lnSpc>
                <a:spcPct val="100000"/>
              </a:lnSpc>
              <a:spcBef>
                <a:spcPts val="615"/>
              </a:spcBef>
              <a:buSzPct val="61111"/>
              <a:buFont typeface="Arial"/>
              <a:buAutoNum type="arabicPeriod"/>
              <a:tabLst>
                <a:tab pos="401955" algn="l"/>
              </a:tabLst>
            </a:pPr>
            <a:r>
              <a:rPr sz="1800" spc="85" dirty="0">
                <a:latin typeface="Trebuchet MS"/>
                <a:cs typeface="Trebuchet MS"/>
              </a:rPr>
              <a:t>Any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150" dirty="0">
                <a:latin typeface="Trebuchet MS"/>
                <a:cs typeface="Trebuchet MS"/>
              </a:rPr>
              <a:t>OS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C45E0D-5F8F-B0D1-269A-320B8543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002397"/>
            <a:ext cx="7797677" cy="2396177"/>
          </a:xfrm>
        </p:spPr>
        <p:txBody>
          <a:bodyPr>
            <a:normAutofit/>
          </a:bodyPr>
          <a:lstStyle/>
          <a:p>
            <a:r>
              <a:rPr lang="en-IN" sz="6000" spc="90" dirty="0">
                <a:solidFill>
                  <a:srgbClr val="C00000"/>
                </a:solidFill>
                <a:cs typeface="Trebuchet MS"/>
              </a:rPr>
              <a:t>Pipeline</a:t>
            </a:r>
            <a:r>
              <a:rPr lang="en-IN" sz="6000" spc="-465" dirty="0">
                <a:solidFill>
                  <a:srgbClr val="C00000"/>
                </a:solidFill>
                <a:cs typeface="Trebuchet MS"/>
              </a:rPr>
              <a:t> </a:t>
            </a:r>
            <a:r>
              <a:rPr lang="en-IN" sz="6000" spc="215" dirty="0">
                <a:solidFill>
                  <a:srgbClr val="C00000"/>
                </a:solidFill>
                <a:cs typeface="Trebuchet MS"/>
              </a:rPr>
              <a:t>As</a:t>
            </a:r>
            <a:r>
              <a:rPr lang="en-IN" sz="6000" spc="-325" dirty="0">
                <a:solidFill>
                  <a:srgbClr val="C00000"/>
                </a:solidFill>
                <a:cs typeface="Trebuchet MS"/>
              </a:rPr>
              <a:t> </a:t>
            </a:r>
            <a:r>
              <a:rPr lang="en-IN" sz="6000" spc="225" dirty="0">
                <a:solidFill>
                  <a:srgbClr val="C00000"/>
                </a:solidFill>
                <a:cs typeface="Trebuchet MS"/>
              </a:rPr>
              <a:t>Code</a:t>
            </a:r>
            <a:br>
              <a:rPr lang="en-IN" sz="6000" dirty="0">
                <a:cs typeface="Trebuchet MS"/>
              </a:rPr>
            </a:br>
            <a:endParaRPr lang="en-IN" sz="6000" dirty="0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FE47262A-54D6-3989-5FA8-D343C4DF33A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544" y="2724149"/>
            <a:ext cx="2057400" cy="13488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0" name="object 5">
            <a:extLst>
              <a:ext uri="{FF2B5EF4-FFF2-40B4-BE49-F238E27FC236}">
                <a16:creationId xmlns:a16="http://schemas.microsoft.com/office/drawing/2014/main" id="{E148B4D1-D74C-88B7-92A0-F8775029DE68}"/>
              </a:ext>
            </a:extLst>
          </p:cNvPr>
          <p:cNvSpPr txBox="1"/>
          <p:nvPr/>
        </p:nvSpPr>
        <p:spPr>
          <a:xfrm>
            <a:off x="2908238" y="2834327"/>
            <a:ext cx="5562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rebuchet MS"/>
                <a:cs typeface="Trebuchet MS"/>
              </a:rPr>
              <a:t>Jenkinsfile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declares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stages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in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Pipeline</a:t>
            </a:r>
            <a:endParaRPr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64394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0996" y="410940"/>
            <a:ext cx="3723640" cy="636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9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Intro</a:t>
            </a:r>
            <a:r>
              <a:rPr u="sng" spc="90" dirty="0"/>
              <a:t>duction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58674" y="1249451"/>
            <a:ext cx="6123940" cy="288290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545465" indent="-444500">
              <a:lnSpc>
                <a:spcPct val="100000"/>
              </a:lnSpc>
              <a:spcBef>
                <a:spcPts val="1015"/>
              </a:spcBef>
              <a:buClr>
                <a:srgbClr val="C00000"/>
              </a:buClr>
              <a:buFont typeface="Wingdings" panose="05000000000000000000" pitchFamily="2" charset="2"/>
              <a:buChar char="v"/>
              <a:tabLst>
                <a:tab pos="545465" algn="l"/>
              </a:tabLst>
            </a:pPr>
            <a:r>
              <a:rPr sz="1800" dirty="0">
                <a:latin typeface="Verdana"/>
                <a:cs typeface="Verdana"/>
              </a:rPr>
              <a:t>Automate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pipeline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setup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Jenkinsfile</a:t>
            </a:r>
            <a:endParaRPr sz="1800" dirty="0">
              <a:latin typeface="Verdana"/>
              <a:cs typeface="Verdana"/>
            </a:endParaRPr>
          </a:p>
          <a:p>
            <a:pPr marL="545465" indent="-444500">
              <a:lnSpc>
                <a:spcPct val="100000"/>
              </a:lnSpc>
              <a:spcBef>
                <a:spcPts val="915"/>
              </a:spcBef>
              <a:buClr>
                <a:srgbClr val="C00000"/>
              </a:buClr>
              <a:buFont typeface="Wingdings" panose="05000000000000000000" pitchFamily="2" charset="2"/>
              <a:buChar char="v"/>
              <a:tabLst>
                <a:tab pos="545465" algn="l"/>
              </a:tabLst>
            </a:pPr>
            <a:r>
              <a:rPr sz="1800" dirty="0">
                <a:latin typeface="Verdana"/>
                <a:cs typeface="Verdana"/>
              </a:rPr>
              <a:t>Jenkinsfile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defines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Stages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CI/CD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Pipeline</a:t>
            </a:r>
            <a:endParaRPr sz="1800" dirty="0">
              <a:latin typeface="Verdana"/>
              <a:cs typeface="Verdana"/>
            </a:endParaRPr>
          </a:p>
          <a:p>
            <a:pPr marL="545465" indent="-444500">
              <a:lnSpc>
                <a:spcPct val="100000"/>
              </a:lnSpc>
              <a:spcBef>
                <a:spcPts val="915"/>
              </a:spcBef>
              <a:buClr>
                <a:srgbClr val="C00000"/>
              </a:buClr>
              <a:buFont typeface="Wingdings" panose="05000000000000000000" pitchFamily="2" charset="2"/>
              <a:buChar char="v"/>
              <a:tabLst>
                <a:tab pos="545465" algn="l"/>
              </a:tabLst>
            </a:pPr>
            <a:r>
              <a:rPr sz="1800" dirty="0">
                <a:latin typeface="Verdana"/>
                <a:cs typeface="Verdana"/>
              </a:rPr>
              <a:t>Jenkinsfile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text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file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Pipeline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DSL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Syntax</a:t>
            </a:r>
            <a:endParaRPr sz="1800" dirty="0">
              <a:latin typeface="Verdana"/>
              <a:cs typeface="Verdana"/>
            </a:endParaRPr>
          </a:p>
          <a:p>
            <a:pPr marL="545465" indent="-532765">
              <a:lnSpc>
                <a:spcPct val="100000"/>
              </a:lnSpc>
              <a:spcBef>
                <a:spcPts val="1585"/>
              </a:spcBef>
              <a:buClr>
                <a:srgbClr val="C00000"/>
              </a:buClr>
              <a:buSzPct val="138888"/>
              <a:buFont typeface="Wingdings" panose="05000000000000000000" pitchFamily="2" charset="2"/>
              <a:buChar char="v"/>
              <a:tabLst>
                <a:tab pos="545465" algn="l"/>
              </a:tabLst>
            </a:pPr>
            <a:r>
              <a:rPr sz="1800" dirty="0">
                <a:latin typeface="Verdana"/>
                <a:cs typeface="Verdana"/>
              </a:rPr>
              <a:t>Similar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groovy</a:t>
            </a:r>
            <a:endParaRPr sz="1800" dirty="0">
              <a:latin typeface="Verdana"/>
              <a:cs typeface="Verdana"/>
            </a:endParaRPr>
          </a:p>
          <a:p>
            <a:pPr marL="545465" indent="-444500">
              <a:lnSpc>
                <a:spcPct val="100000"/>
              </a:lnSpc>
              <a:spcBef>
                <a:spcPts val="1220"/>
              </a:spcBef>
              <a:buClr>
                <a:srgbClr val="C00000"/>
              </a:buClr>
              <a:buFont typeface="Wingdings" panose="05000000000000000000" pitchFamily="2" charset="2"/>
              <a:buChar char="v"/>
              <a:tabLst>
                <a:tab pos="545465" algn="l"/>
              </a:tabLst>
            </a:pPr>
            <a:r>
              <a:rPr sz="1800" dirty="0">
                <a:latin typeface="Verdana"/>
                <a:cs typeface="Verdana"/>
              </a:rPr>
              <a:t>Two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Syntax</a:t>
            </a:r>
            <a:endParaRPr sz="1800" dirty="0">
              <a:latin typeface="Verdana"/>
              <a:cs typeface="Verdana"/>
            </a:endParaRPr>
          </a:p>
          <a:p>
            <a:pPr marL="1174115" lvl="1" indent="-457200">
              <a:lnSpc>
                <a:spcPct val="100000"/>
              </a:lnSpc>
              <a:spcBef>
                <a:spcPts val="915"/>
              </a:spcBef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1174115" algn="l"/>
              </a:tabLst>
            </a:pPr>
            <a:r>
              <a:rPr sz="1800" spc="-10" dirty="0">
                <a:latin typeface="Verdana"/>
                <a:cs typeface="Verdana"/>
              </a:rPr>
              <a:t>Scripted</a:t>
            </a:r>
            <a:endParaRPr sz="1800" dirty="0">
              <a:latin typeface="Verdana"/>
              <a:cs typeface="Verdana"/>
            </a:endParaRPr>
          </a:p>
          <a:p>
            <a:pPr marL="1174115" lvl="1" indent="-457200">
              <a:lnSpc>
                <a:spcPct val="100000"/>
              </a:lnSpc>
              <a:spcBef>
                <a:spcPts val="915"/>
              </a:spcBef>
              <a:buClr>
                <a:srgbClr val="C00000"/>
              </a:buClr>
              <a:buFont typeface="Wingdings" panose="05000000000000000000" pitchFamily="2" charset="2"/>
              <a:buChar char="Ø"/>
              <a:tabLst>
                <a:tab pos="1174115" algn="l"/>
              </a:tabLst>
            </a:pPr>
            <a:r>
              <a:rPr sz="1800" spc="-10" dirty="0">
                <a:latin typeface="Verdana"/>
                <a:cs typeface="Verdana"/>
              </a:rPr>
              <a:t>Declarative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674" y="536065"/>
            <a:ext cx="5389880" cy="636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Pipeline</a:t>
            </a:r>
            <a:r>
              <a:rPr spc="-320" dirty="0">
                <a:solidFill>
                  <a:srgbClr val="C00000"/>
                </a:solidFill>
              </a:rPr>
              <a:t> </a:t>
            </a:r>
            <a:r>
              <a:rPr spc="180" dirty="0"/>
              <a:t>Concepts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504950"/>
            <a:ext cx="2440251" cy="14732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69265" algn="l"/>
              </a:tabLst>
            </a:pPr>
            <a:r>
              <a:rPr sz="1900" spc="-50" dirty="0">
                <a:latin typeface="MS PGothic"/>
                <a:cs typeface="MS PGothic"/>
              </a:rPr>
              <a:t>★</a:t>
            </a:r>
            <a:r>
              <a:rPr sz="1900" dirty="0">
                <a:latin typeface="MS PGothic"/>
                <a:cs typeface="MS PGothic"/>
              </a:rPr>
              <a:t>	</a:t>
            </a:r>
            <a:r>
              <a:rPr sz="1800" spc="-10" dirty="0">
                <a:latin typeface="Verdana"/>
                <a:cs typeface="Verdana"/>
              </a:rPr>
              <a:t>Pipeline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469265" algn="l"/>
              </a:tabLst>
            </a:pPr>
            <a:r>
              <a:rPr sz="1900" spc="-50" dirty="0">
                <a:latin typeface="MS PGothic"/>
                <a:cs typeface="MS PGothic"/>
              </a:rPr>
              <a:t>★</a:t>
            </a:r>
            <a:r>
              <a:rPr sz="1900" dirty="0">
                <a:latin typeface="MS PGothic"/>
                <a:cs typeface="MS PGothic"/>
              </a:rPr>
              <a:t>	</a:t>
            </a:r>
            <a:r>
              <a:rPr sz="1800" spc="-10" dirty="0">
                <a:latin typeface="Verdana"/>
                <a:cs typeface="Verdana"/>
              </a:rPr>
              <a:t>Agent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469265" algn="l"/>
              </a:tabLst>
            </a:pPr>
            <a:r>
              <a:rPr sz="1900" spc="-50" dirty="0">
                <a:latin typeface="MS PGothic"/>
                <a:cs typeface="MS PGothic"/>
              </a:rPr>
              <a:t>★</a:t>
            </a:r>
            <a:r>
              <a:rPr sz="1900" dirty="0">
                <a:latin typeface="MS PGothic"/>
                <a:cs typeface="MS PGothic"/>
              </a:rPr>
              <a:t>	</a:t>
            </a:r>
            <a:r>
              <a:rPr sz="1800" spc="-10" dirty="0">
                <a:latin typeface="Verdana"/>
                <a:cs typeface="Verdana"/>
              </a:rPr>
              <a:t>Stage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469265" algn="l"/>
              </a:tabLst>
            </a:pPr>
            <a:r>
              <a:rPr sz="1900" spc="-50" dirty="0">
                <a:latin typeface="MS PGothic"/>
                <a:cs typeface="MS PGothic"/>
              </a:rPr>
              <a:t>★</a:t>
            </a:r>
            <a:r>
              <a:rPr sz="1900" dirty="0">
                <a:latin typeface="MS PGothic"/>
                <a:cs typeface="MS PGothic"/>
              </a:rPr>
              <a:t>	</a:t>
            </a:r>
            <a:r>
              <a:rPr sz="1800" spc="-20" dirty="0">
                <a:latin typeface="Verdana"/>
                <a:cs typeface="Verdana"/>
              </a:rPr>
              <a:t>Step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8741FF7-143B-C2B8-CFDF-B1780398A62D}"/>
              </a:ext>
            </a:extLst>
          </p:cNvPr>
          <p:cNvSpPr txBox="1"/>
          <p:nvPr/>
        </p:nvSpPr>
        <p:spPr>
          <a:xfrm>
            <a:off x="1066800" y="209550"/>
            <a:ext cx="2438400" cy="390850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37490" marR="922019" indent="-225425">
              <a:lnSpc>
                <a:spcPct val="101000"/>
              </a:lnSpc>
              <a:spcBef>
                <a:spcPts val="85"/>
              </a:spcBef>
            </a:pPr>
            <a:r>
              <a:rPr sz="1400" b="1" dirty="0">
                <a:latin typeface="Verdana"/>
                <a:cs typeface="Verdana"/>
              </a:rPr>
              <a:t>pipeline</a:t>
            </a:r>
            <a:r>
              <a:rPr sz="1400" b="1" spc="-100" dirty="0">
                <a:latin typeface="Verdana"/>
                <a:cs typeface="Verdana"/>
              </a:rPr>
              <a:t> </a:t>
            </a:r>
            <a:r>
              <a:rPr sz="1400" b="1" spc="-50" dirty="0">
                <a:latin typeface="Verdana"/>
                <a:cs typeface="Verdana"/>
              </a:rPr>
              <a:t>{ </a:t>
            </a:r>
            <a:r>
              <a:rPr sz="1400" b="1" dirty="0">
                <a:latin typeface="Verdana"/>
                <a:cs typeface="Verdana"/>
              </a:rPr>
              <a:t>agent</a:t>
            </a:r>
            <a:r>
              <a:rPr sz="1400" b="1" spc="-25" dirty="0">
                <a:latin typeface="Verdana"/>
                <a:cs typeface="Verdana"/>
              </a:rPr>
              <a:t> any </a:t>
            </a:r>
            <a:r>
              <a:rPr sz="1400" b="1" dirty="0">
                <a:latin typeface="Verdana"/>
                <a:cs typeface="Verdana"/>
              </a:rPr>
              <a:t>stages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50" dirty="0">
                <a:latin typeface="Verdana"/>
                <a:cs typeface="Verdana"/>
              </a:rPr>
              <a:t>{</a:t>
            </a:r>
            <a:endParaRPr sz="1400" b="1" dirty="0">
              <a:latin typeface="Verdana"/>
              <a:cs typeface="Verdana"/>
            </a:endParaRPr>
          </a:p>
          <a:p>
            <a:pPr marL="687705" marR="172085" indent="-225425">
              <a:lnSpc>
                <a:spcPct val="101000"/>
              </a:lnSpc>
            </a:pPr>
            <a:r>
              <a:rPr sz="1400" b="1" spc="-10" dirty="0">
                <a:latin typeface="Verdana"/>
                <a:cs typeface="Verdana"/>
              </a:rPr>
              <a:t>stage('Build')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spc="-50" dirty="0">
                <a:latin typeface="Verdana"/>
                <a:cs typeface="Verdana"/>
              </a:rPr>
              <a:t>{ </a:t>
            </a:r>
            <a:r>
              <a:rPr sz="1400" b="1" dirty="0">
                <a:latin typeface="Verdana"/>
                <a:cs typeface="Verdana"/>
              </a:rPr>
              <a:t>steps</a:t>
            </a:r>
            <a:r>
              <a:rPr sz="1400" b="1" spc="-50" dirty="0">
                <a:latin typeface="Verdana"/>
                <a:cs typeface="Verdana"/>
              </a:rPr>
              <a:t> {</a:t>
            </a:r>
            <a:endParaRPr sz="1400" b="1" dirty="0">
              <a:latin typeface="Verdana"/>
              <a:cs typeface="Verdana"/>
            </a:endParaRPr>
          </a:p>
          <a:p>
            <a:pPr marL="913130">
              <a:lnSpc>
                <a:spcPct val="100000"/>
              </a:lnSpc>
              <a:spcBef>
                <a:spcPts val="10"/>
              </a:spcBef>
            </a:pPr>
            <a:r>
              <a:rPr sz="1400" b="1" spc="-25" dirty="0">
                <a:latin typeface="Verdana"/>
                <a:cs typeface="Verdana"/>
              </a:rPr>
              <a:t>//</a:t>
            </a:r>
            <a:endParaRPr sz="1400" b="1" dirty="0">
              <a:latin typeface="Verdana"/>
              <a:cs typeface="Verdana"/>
            </a:endParaRPr>
          </a:p>
          <a:p>
            <a:pPr marL="687705">
              <a:lnSpc>
                <a:spcPct val="100000"/>
              </a:lnSpc>
              <a:spcBef>
                <a:spcPts val="15"/>
              </a:spcBef>
            </a:pPr>
            <a:r>
              <a:rPr sz="1400" b="1" spc="-50" dirty="0">
                <a:latin typeface="Verdana"/>
                <a:cs typeface="Verdana"/>
              </a:rPr>
              <a:t>}</a:t>
            </a:r>
            <a:endParaRPr sz="1400" b="1" dirty="0">
              <a:latin typeface="Verdana"/>
              <a:cs typeface="Verdana"/>
            </a:endParaRPr>
          </a:p>
          <a:p>
            <a:pPr marL="462915">
              <a:lnSpc>
                <a:spcPct val="100000"/>
              </a:lnSpc>
              <a:spcBef>
                <a:spcPts val="15"/>
              </a:spcBef>
            </a:pPr>
            <a:r>
              <a:rPr sz="1400" b="1" spc="-50" dirty="0">
                <a:latin typeface="Verdana"/>
                <a:cs typeface="Verdana"/>
              </a:rPr>
              <a:t>}</a:t>
            </a:r>
            <a:endParaRPr sz="1400" b="1" dirty="0">
              <a:latin typeface="Verdana"/>
              <a:cs typeface="Verdana"/>
            </a:endParaRPr>
          </a:p>
          <a:p>
            <a:pPr marL="687705" marR="248920" indent="-225425">
              <a:lnSpc>
                <a:spcPct val="101000"/>
              </a:lnSpc>
            </a:pPr>
            <a:r>
              <a:rPr sz="1400" b="1" spc="-10" dirty="0">
                <a:latin typeface="Verdana"/>
                <a:cs typeface="Verdana"/>
              </a:rPr>
              <a:t>stage('Test')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-50" dirty="0">
                <a:latin typeface="Verdana"/>
                <a:cs typeface="Verdana"/>
              </a:rPr>
              <a:t>{ </a:t>
            </a:r>
            <a:r>
              <a:rPr sz="1400" b="1" dirty="0">
                <a:latin typeface="Verdana"/>
                <a:cs typeface="Verdana"/>
              </a:rPr>
              <a:t>steps</a:t>
            </a:r>
            <a:r>
              <a:rPr sz="1400" b="1" spc="-50" dirty="0">
                <a:latin typeface="Verdana"/>
                <a:cs typeface="Verdana"/>
              </a:rPr>
              <a:t> {</a:t>
            </a:r>
            <a:endParaRPr sz="1400" b="1" dirty="0">
              <a:latin typeface="Verdana"/>
              <a:cs typeface="Verdana"/>
            </a:endParaRPr>
          </a:p>
          <a:p>
            <a:pPr marL="913130">
              <a:lnSpc>
                <a:spcPct val="100000"/>
              </a:lnSpc>
              <a:spcBef>
                <a:spcPts val="15"/>
              </a:spcBef>
            </a:pPr>
            <a:r>
              <a:rPr sz="1400" b="1" spc="-25" dirty="0">
                <a:latin typeface="Verdana"/>
                <a:cs typeface="Verdana"/>
              </a:rPr>
              <a:t>//</a:t>
            </a:r>
            <a:endParaRPr sz="1400" b="1" dirty="0">
              <a:latin typeface="Verdana"/>
              <a:cs typeface="Verdana"/>
            </a:endParaRPr>
          </a:p>
          <a:p>
            <a:pPr marL="688340">
              <a:lnSpc>
                <a:spcPct val="100000"/>
              </a:lnSpc>
              <a:spcBef>
                <a:spcPts val="15"/>
              </a:spcBef>
            </a:pPr>
            <a:r>
              <a:rPr sz="1400" b="1" spc="-50" dirty="0">
                <a:latin typeface="Verdana"/>
                <a:cs typeface="Verdana"/>
              </a:rPr>
              <a:t>}</a:t>
            </a:r>
            <a:endParaRPr sz="1400" b="1" dirty="0">
              <a:latin typeface="Verdana"/>
              <a:cs typeface="Verdana"/>
            </a:endParaRPr>
          </a:p>
          <a:p>
            <a:pPr marL="462915">
              <a:lnSpc>
                <a:spcPct val="100000"/>
              </a:lnSpc>
              <a:spcBef>
                <a:spcPts val="15"/>
              </a:spcBef>
            </a:pPr>
            <a:r>
              <a:rPr sz="1400" b="1" spc="-50" dirty="0">
                <a:latin typeface="Verdana"/>
                <a:cs typeface="Verdana"/>
              </a:rPr>
              <a:t>}</a:t>
            </a:r>
            <a:endParaRPr sz="1400" b="1" dirty="0">
              <a:latin typeface="Verdana"/>
              <a:cs typeface="Verdana"/>
            </a:endParaRPr>
          </a:p>
          <a:p>
            <a:pPr marL="687705" marR="5080" indent="-225425">
              <a:lnSpc>
                <a:spcPct val="101000"/>
              </a:lnSpc>
            </a:pPr>
            <a:r>
              <a:rPr sz="1400" b="1" spc="-10" dirty="0">
                <a:latin typeface="Verdana"/>
                <a:cs typeface="Verdana"/>
              </a:rPr>
              <a:t>stage('Deploy')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60" dirty="0">
                <a:latin typeface="Verdana"/>
                <a:cs typeface="Verdana"/>
              </a:rPr>
              <a:t>{ </a:t>
            </a:r>
            <a:r>
              <a:rPr sz="1400" b="1" dirty="0">
                <a:latin typeface="Verdana"/>
                <a:cs typeface="Verdana"/>
              </a:rPr>
              <a:t>steps</a:t>
            </a:r>
            <a:r>
              <a:rPr sz="1400" b="1" spc="-50" dirty="0">
                <a:latin typeface="Verdana"/>
                <a:cs typeface="Verdana"/>
              </a:rPr>
              <a:t> {</a:t>
            </a:r>
            <a:endParaRPr sz="1400" b="1" dirty="0">
              <a:latin typeface="Verdana"/>
              <a:cs typeface="Verdana"/>
            </a:endParaRPr>
          </a:p>
          <a:p>
            <a:pPr marL="913130">
              <a:lnSpc>
                <a:spcPct val="100000"/>
              </a:lnSpc>
              <a:spcBef>
                <a:spcPts val="15"/>
              </a:spcBef>
            </a:pPr>
            <a:r>
              <a:rPr sz="1400" b="1" spc="-25" dirty="0">
                <a:latin typeface="Verdana"/>
                <a:cs typeface="Verdana"/>
              </a:rPr>
              <a:t>//</a:t>
            </a:r>
            <a:endParaRPr sz="1400" b="1" dirty="0">
              <a:latin typeface="Verdana"/>
              <a:cs typeface="Verdana"/>
            </a:endParaRPr>
          </a:p>
          <a:p>
            <a:pPr marL="687705">
              <a:lnSpc>
                <a:spcPct val="100000"/>
              </a:lnSpc>
              <a:spcBef>
                <a:spcPts val="15"/>
              </a:spcBef>
            </a:pPr>
            <a:r>
              <a:rPr sz="1400" b="1" spc="-50" dirty="0">
                <a:latin typeface="Verdana"/>
                <a:cs typeface="Verdana"/>
              </a:rPr>
              <a:t>}</a:t>
            </a:r>
            <a:endParaRPr sz="1400" b="1" dirty="0">
              <a:latin typeface="Verdana"/>
              <a:cs typeface="Verdana"/>
            </a:endParaRPr>
          </a:p>
          <a:p>
            <a:pPr marL="462915">
              <a:lnSpc>
                <a:spcPct val="100000"/>
              </a:lnSpc>
              <a:spcBef>
                <a:spcPts val="15"/>
              </a:spcBef>
            </a:pPr>
            <a:r>
              <a:rPr lang="en-IN" sz="1400" b="1" spc="-50" dirty="0">
                <a:latin typeface="Verdana"/>
                <a:cs typeface="Verdana"/>
              </a:rPr>
              <a:t>}}}</a:t>
            </a:r>
            <a:endParaRPr sz="1400" b="1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54210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98889A-6FC6-07BF-FEAD-8771A373F904}"/>
              </a:ext>
            </a:extLst>
          </p:cNvPr>
          <p:cNvSpPr txBox="1"/>
          <p:nvPr/>
        </p:nvSpPr>
        <p:spPr>
          <a:xfrm>
            <a:off x="609600" y="285750"/>
            <a:ext cx="4610100" cy="1541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265"/>
              </a:lnSpc>
              <a:spcBef>
                <a:spcPts val="100"/>
              </a:spcBef>
            </a:pPr>
            <a:r>
              <a:rPr lang="en-IN" sz="1800" b="1" dirty="0">
                <a:latin typeface="Verdana"/>
                <a:cs typeface="Verdana"/>
              </a:rPr>
              <a:t>pipeline</a:t>
            </a:r>
            <a:r>
              <a:rPr lang="en-IN" sz="1800" b="1" spc="-40" dirty="0">
                <a:latin typeface="Verdana"/>
                <a:cs typeface="Verdana"/>
              </a:rPr>
              <a:t> </a:t>
            </a:r>
            <a:r>
              <a:rPr lang="en-IN" sz="1800" b="1" spc="-50" dirty="0">
                <a:latin typeface="Verdana"/>
                <a:cs typeface="Verdana"/>
              </a:rPr>
              <a:t>{</a:t>
            </a:r>
            <a:endParaRPr lang="en-IN" sz="1800" b="1" dirty="0">
              <a:latin typeface="Verdana"/>
              <a:cs typeface="Verdana"/>
            </a:endParaRPr>
          </a:p>
          <a:p>
            <a:pPr marL="341630">
              <a:lnSpc>
                <a:spcPts val="2250"/>
              </a:lnSpc>
            </a:pPr>
            <a:r>
              <a:rPr lang="en-IN" sz="1800" b="1" spc="-25" dirty="0">
                <a:latin typeface="Verdana"/>
                <a:cs typeface="Verdana"/>
              </a:rPr>
              <a:t>..</a:t>
            </a:r>
            <a:endParaRPr lang="en-IN" sz="1800" b="1" dirty="0">
              <a:latin typeface="Verdana"/>
              <a:cs typeface="Verdana"/>
            </a:endParaRPr>
          </a:p>
          <a:p>
            <a:pPr marL="341630">
              <a:lnSpc>
                <a:spcPts val="2250"/>
              </a:lnSpc>
            </a:pPr>
            <a:r>
              <a:rPr lang="en-IN" sz="1800" b="1" spc="-50" dirty="0">
                <a:latin typeface="Verdana"/>
                <a:cs typeface="Verdana"/>
              </a:rPr>
              <a:t>…</a:t>
            </a:r>
            <a:endParaRPr lang="en-IN" sz="1800" b="1" dirty="0">
              <a:latin typeface="Verdana"/>
              <a:cs typeface="Verdana"/>
            </a:endParaRPr>
          </a:p>
          <a:p>
            <a:pPr marL="341630">
              <a:lnSpc>
                <a:spcPts val="2250"/>
              </a:lnSpc>
            </a:pPr>
            <a:r>
              <a:rPr lang="en-IN" sz="1800" b="1" spc="-25" dirty="0">
                <a:latin typeface="Verdana"/>
                <a:cs typeface="Verdana"/>
              </a:rPr>
              <a:t>…..</a:t>
            </a:r>
            <a:endParaRPr lang="en-IN" sz="1800" b="1" dirty="0">
              <a:latin typeface="Verdana"/>
              <a:cs typeface="Verdana"/>
            </a:endParaRPr>
          </a:p>
          <a:p>
            <a:pPr marL="12700">
              <a:lnSpc>
                <a:spcPts val="2265"/>
              </a:lnSpc>
            </a:pPr>
            <a:r>
              <a:rPr lang="en-IN" sz="1800" b="1" spc="-50" dirty="0">
                <a:latin typeface="Verdana"/>
                <a:cs typeface="Verdana"/>
              </a:rPr>
              <a:t>}</a:t>
            </a:r>
            <a:endParaRPr lang="en-IN" sz="1800" b="1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14359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09C2CE34-88D5-BBA1-BE5D-56647A2BF6C3}"/>
              </a:ext>
            </a:extLst>
          </p:cNvPr>
          <p:cNvSpPr txBox="1"/>
          <p:nvPr/>
        </p:nvSpPr>
        <p:spPr>
          <a:xfrm>
            <a:off x="1371600" y="133350"/>
            <a:ext cx="2060575" cy="406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212529"/>
                </a:solidFill>
                <a:latin typeface="Verdana"/>
                <a:cs typeface="Verdana"/>
              </a:rPr>
              <a:t>pipeline</a:t>
            </a:r>
            <a:r>
              <a:rPr sz="1600" b="1" spc="-114" dirty="0">
                <a:solidFill>
                  <a:srgbClr val="212529"/>
                </a:solidFill>
                <a:latin typeface="Verdana"/>
                <a:cs typeface="Verdana"/>
              </a:rPr>
              <a:t> </a:t>
            </a:r>
            <a:r>
              <a:rPr sz="1300" b="1" spc="-50" dirty="0">
                <a:solidFill>
                  <a:srgbClr val="212529"/>
                </a:solidFill>
                <a:latin typeface="Verdana"/>
                <a:cs typeface="Verdana"/>
              </a:rPr>
              <a:t>{</a:t>
            </a:r>
            <a:endParaRPr sz="13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605"/>
              </a:spcBef>
            </a:pPr>
            <a:r>
              <a:rPr sz="1600" b="1" dirty="0">
                <a:solidFill>
                  <a:srgbClr val="FF9900"/>
                </a:solidFill>
                <a:latin typeface="Verdana"/>
                <a:cs typeface="Verdana"/>
              </a:rPr>
              <a:t>agent</a:t>
            </a:r>
            <a:r>
              <a:rPr sz="1600" b="1" spc="-75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300" b="1" spc="-50" dirty="0">
                <a:solidFill>
                  <a:srgbClr val="212529"/>
                </a:solidFill>
                <a:latin typeface="Verdana"/>
                <a:cs typeface="Verdana"/>
              </a:rPr>
              <a:t>{</a:t>
            </a:r>
            <a:endParaRPr sz="13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614"/>
              </a:spcBef>
            </a:pPr>
            <a:r>
              <a:rPr sz="1300" b="1" spc="-50" dirty="0">
                <a:solidFill>
                  <a:srgbClr val="212529"/>
                </a:solidFill>
                <a:latin typeface="Verdana"/>
                <a:cs typeface="Verdana"/>
              </a:rPr>
              <a:t>}</a:t>
            </a:r>
            <a:endParaRPr sz="13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00" dirty="0">
              <a:latin typeface="Verdana"/>
              <a:cs typeface="Verdana"/>
            </a:endParaRPr>
          </a:p>
          <a:p>
            <a:pPr marL="463550">
              <a:lnSpc>
                <a:spcPct val="100000"/>
              </a:lnSpc>
            </a:pPr>
            <a:r>
              <a:rPr sz="1600" b="1" dirty="0">
                <a:solidFill>
                  <a:srgbClr val="FF9900"/>
                </a:solidFill>
                <a:latin typeface="Verdana"/>
                <a:cs typeface="Verdana"/>
              </a:rPr>
              <a:t>tools</a:t>
            </a:r>
            <a:r>
              <a:rPr sz="1600" b="1" spc="-65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300" b="1" spc="-50" dirty="0">
                <a:solidFill>
                  <a:srgbClr val="212529"/>
                </a:solidFill>
                <a:latin typeface="Verdana"/>
                <a:cs typeface="Verdana"/>
              </a:rPr>
              <a:t>{</a:t>
            </a:r>
            <a:endParaRPr sz="1300" dirty="0">
              <a:latin typeface="Verdana"/>
              <a:cs typeface="Verdana"/>
            </a:endParaRPr>
          </a:p>
          <a:p>
            <a:pPr marL="462915">
              <a:lnSpc>
                <a:spcPct val="100000"/>
              </a:lnSpc>
              <a:spcBef>
                <a:spcPts val="1614"/>
              </a:spcBef>
            </a:pPr>
            <a:r>
              <a:rPr sz="1300" b="1" spc="-50" dirty="0">
                <a:solidFill>
                  <a:srgbClr val="212529"/>
                </a:solidFill>
                <a:latin typeface="Verdana"/>
                <a:cs typeface="Verdana"/>
              </a:rPr>
              <a:t>}</a:t>
            </a:r>
            <a:endParaRPr sz="13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00" dirty="0">
              <a:latin typeface="Verdana"/>
              <a:cs typeface="Verdana"/>
            </a:endParaRPr>
          </a:p>
          <a:p>
            <a:pPr marL="407034">
              <a:lnSpc>
                <a:spcPct val="100000"/>
              </a:lnSpc>
            </a:pPr>
            <a:r>
              <a:rPr sz="1600" b="1" dirty="0">
                <a:solidFill>
                  <a:srgbClr val="FF9900"/>
                </a:solidFill>
                <a:latin typeface="Verdana"/>
                <a:cs typeface="Verdana"/>
              </a:rPr>
              <a:t>environment</a:t>
            </a:r>
            <a:r>
              <a:rPr sz="1600" b="1" spc="-45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300" b="1" spc="-50" dirty="0">
                <a:solidFill>
                  <a:srgbClr val="212529"/>
                </a:solidFill>
                <a:latin typeface="Verdana"/>
                <a:cs typeface="Verdana"/>
              </a:rPr>
              <a:t>{</a:t>
            </a:r>
            <a:endParaRPr sz="1300" dirty="0">
              <a:latin typeface="Verdana"/>
              <a:cs typeface="Verdana"/>
            </a:endParaRPr>
          </a:p>
          <a:p>
            <a:pPr marL="406400">
              <a:lnSpc>
                <a:spcPct val="100000"/>
              </a:lnSpc>
              <a:spcBef>
                <a:spcPts val="1614"/>
              </a:spcBef>
            </a:pPr>
            <a:r>
              <a:rPr sz="1300" b="1" spc="-50" dirty="0">
                <a:solidFill>
                  <a:srgbClr val="212529"/>
                </a:solidFill>
                <a:latin typeface="Verdana"/>
                <a:cs typeface="Verdana"/>
              </a:rPr>
              <a:t>}</a:t>
            </a:r>
            <a:endParaRPr sz="13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</a:pPr>
            <a:r>
              <a:rPr sz="1600" b="1" dirty="0">
                <a:solidFill>
                  <a:srgbClr val="FF9900"/>
                </a:solidFill>
                <a:latin typeface="Verdana"/>
                <a:cs typeface="Verdana"/>
              </a:rPr>
              <a:t>stages</a:t>
            </a:r>
            <a:r>
              <a:rPr sz="1600" b="1" spc="-85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300" b="1" spc="-50" dirty="0">
                <a:solidFill>
                  <a:srgbClr val="212529"/>
                </a:solidFill>
                <a:latin typeface="Verdana"/>
                <a:cs typeface="Verdana"/>
              </a:rPr>
              <a:t>{</a:t>
            </a:r>
            <a:endParaRPr sz="1300" dirty="0">
              <a:latin typeface="Verdana"/>
              <a:cs typeface="Verdana"/>
            </a:endParaRPr>
          </a:p>
          <a:p>
            <a:pPr marL="462915">
              <a:lnSpc>
                <a:spcPct val="100000"/>
              </a:lnSpc>
              <a:spcBef>
                <a:spcPts val="1614"/>
              </a:spcBef>
            </a:pPr>
            <a:r>
              <a:rPr sz="1300" b="1" spc="-50" dirty="0">
                <a:solidFill>
                  <a:srgbClr val="212529"/>
                </a:solidFill>
                <a:latin typeface="Verdana"/>
                <a:cs typeface="Verdana"/>
              </a:rPr>
              <a:t>}</a:t>
            </a:r>
            <a:endParaRPr sz="13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300" b="1" spc="-50" dirty="0">
                <a:solidFill>
                  <a:srgbClr val="212529"/>
                </a:solidFill>
                <a:latin typeface="Verdana"/>
                <a:cs typeface="Verdana"/>
              </a:rPr>
              <a:t>}</a:t>
            </a:r>
            <a:endParaRPr sz="13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98354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6B7B4E6A-D944-127A-3833-22937F3040DA}"/>
              </a:ext>
            </a:extLst>
          </p:cNvPr>
          <p:cNvSpPr txBox="1"/>
          <p:nvPr/>
        </p:nvSpPr>
        <p:spPr>
          <a:xfrm>
            <a:off x="1295400" y="361950"/>
            <a:ext cx="2094230" cy="3516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Verdana"/>
                <a:cs typeface="Verdana"/>
              </a:rPr>
              <a:t>pipeline</a:t>
            </a:r>
            <a:r>
              <a:rPr sz="1600" b="1" spc="-114" dirty="0">
                <a:latin typeface="Verdana"/>
                <a:cs typeface="Verdana"/>
              </a:rPr>
              <a:t> </a:t>
            </a:r>
            <a:r>
              <a:rPr sz="1300" b="1" spc="-50" dirty="0">
                <a:latin typeface="Verdana"/>
                <a:cs typeface="Verdana"/>
              </a:rPr>
              <a:t>{</a:t>
            </a:r>
            <a:endParaRPr sz="13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605"/>
              </a:spcBef>
            </a:pPr>
            <a:r>
              <a:rPr sz="1600" b="1" dirty="0">
                <a:latin typeface="Verdana"/>
                <a:cs typeface="Verdana"/>
              </a:rPr>
              <a:t>agent</a:t>
            </a:r>
            <a:r>
              <a:rPr sz="1600" b="1" spc="-80" dirty="0">
                <a:latin typeface="Verdana"/>
                <a:cs typeface="Verdana"/>
              </a:rPr>
              <a:t> </a:t>
            </a:r>
            <a:r>
              <a:rPr sz="1600" b="1" spc="-50" dirty="0">
                <a:latin typeface="Verdana"/>
                <a:cs typeface="Verdana"/>
              </a:rPr>
              <a:t>{</a:t>
            </a:r>
            <a:br>
              <a:rPr lang="en-IN" sz="1600" b="1" spc="-50" dirty="0">
                <a:latin typeface="Verdana"/>
                <a:cs typeface="Verdana"/>
              </a:rPr>
            </a:br>
            <a:endParaRPr sz="1600" dirty="0">
              <a:latin typeface="Verdana"/>
              <a:cs typeface="Verdana"/>
            </a:endParaRPr>
          </a:p>
          <a:p>
            <a:pPr marL="497205">
              <a:lnSpc>
                <a:spcPts val="1660"/>
              </a:lnSpc>
              <a:spcBef>
                <a:spcPts val="35"/>
              </a:spcBef>
            </a:pPr>
            <a:r>
              <a:rPr sz="1400" b="1" dirty="0">
                <a:solidFill>
                  <a:srgbClr val="FF9900"/>
                </a:solidFill>
                <a:latin typeface="Verdana"/>
                <a:cs typeface="Verdana"/>
              </a:rPr>
              <a:t>label</a:t>
            </a:r>
            <a:r>
              <a:rPr sz="1400" b="1" spc="-25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9900"/>
                </a:solidFill>
                <a:latin typeface="Verdana"/>
                <a:cs typeface="Verdana"/>
              </a:rPr>
              <a:t>"master"</a:t>
            </a:r>
            <a:endParaRPr sz="1400" dirty="0">
              <a:latin typeface="Verdana"/>
              <a:cs typeface="Verdana"/>
            </a:endParaRPr>
          </a:p>
          <a:p>
            <a:pPr marL="289560">
              <a:lnSpc>
                <a:spcPts val="1900"/>
              </a:lnSpc>
            </a:pPr>
            <a:r>
              <a:rPr sz="1600" b="1" spc="-50" dirty="0">
                <a:latin typeface="Verdana"/>
                <a:cs typeface="Verdana"/>
              </a:rPr>
              <a:t>}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</a:pPr>
            <a:r>
              <a:rPr sz="1600" b="1" dirty="0">
                <a:latin typeface="Verdana"/>
                <a:cs typeface="Verdana"/>
              </a:rPr>
              <a:t>tools</a:t>
            </a:r>
            <a:r>
              <a:rPr sz="1600" b="1" spc="-70" dirty="0">
                <a:latin typeface="Verdana"/>
                <a:cs typeface="Verdana"/>
              </a:rPr>
              <a:t> </a:t>
            </a:r>
            <a:r>
              <a:rPr sz="1600" b="1" spc="-50" dirty="0">
                <a:latin typeface="Verdana"/>
                <a:cs typeface="Verdana"/>
              </a:rPr>
              <a:t>{</a:t>
            </a:r>
            <a:br>
              <a:rPr lang="en-IN" sz="1600" b="1" spc="-50" dirty="0">
                <a:latin typeface="Verdana"/>
                <a:cs typeface="Verdana"/>
              </a:rPr>
            </a:br>
            <a:endParaRPr sz="1600" dirty="0">
              <a:latin typeface="Verdana"/>
              <a:cs typeface="Verdana"/>
            </a:endParaRPr>
          </a:p>
          <a:p>
            <a:pPr marL="497205">
              <a:lnSpc>
                <a:spcPts val="1660"/>
              </a:lnSpc>
              <a:spcBef>
                <a:spcPts val="40"/>
              </a:spcBef>
            </a:pPr>
            <a:r>
              <a:rPr sz="1400" b="1" dirty="0">
                <a:solidFill>
                  <a:srgbClr val="FF9900"/>
                </a:solidFill>
                <a:latin typeface="Verdana"/>
                <a:cs typeface="Verdana"/>
              </a:rPr>
              <a:t>maven</a:t>
            </a:r>
            <a:r>
              <a:rPr sz="1400" b="1" spc="-80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9900"/>
                </a:solidFill>
                <a:latin typeface="Verdana"/>
                <a:cs typeface="Verdana"/>
              </a:rPr>
              <a:t>"Maven"</a:t>
            </a:r>
            <a:endParaRPr sz="1400" dirty="0">
              <a:latin typeface="Verdana"/>
              <a:cs typeface="Verdana"/>
            </a:endParaRPr>
          </a:p>
          <a:p>
            <a:pPr marL="289560">
              <a:lnSpc>
                <a:spcPts val="1900"/>
              </a:lnSpc>
            </a:pPr>
            <a:r>
              <a:rPr sz="1600" b="1" spc="-50" dirty="0">
                <a:latin typeface="Verdana"/>
                <a:cs typeface="Verdana"/>
              </a:rPr>
              <a:t>}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1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spc="-50" dirty="0">
                <a:latin typeface="Verdana"/>
                <a:cs typeface="Verdana"/>
              </a:rPr>
              <a:t>}</a:t>
            </a:r>
            <a:endParaRPr sz="13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71715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0">
            <a:extLst>
              <a:ext uri="{FF2B5EF4-FFF2-40B4-BE49-F238E27FC236}">
                <a16:creationId xmlns:a16="http://schemas.microsoft.com/office/drawing/2014/main" id="{BA0EF9BB-34C7-D6FF-9FD9-D4E095037909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509ACA3-D162-054A-F84C-4B95628B224D}"/>
              </a:ext>
            </a:extLst>
          </p:cNvPr>
          <p:cNvSpPr txBox="1">
            <a:spLocks/>
          </p:cNvSpPr>
          <p:nvPr/>
        </p:nvSpPr>
        <p:spPr>
          <a:xfrm>
            <a:off x="958302" y="730923"/>
            <a:ext cx="1327697" cy="25904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>
                <a:solidFill>
                  <a:srgbClr val="000000"/>
                </a:solidFill>
                <a:latin typeface="Verdana"/>
                <a:cs typeface="Verdana"/>
              </a:rPr>
              <a:t>pipeline</a:t>
            </a:r>
            <a:r>
              <a:rPr lang="en-IN" sz="1600" spc="-114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IN" sz="1600" spc="-50">
                <a:solidFill>
                  <a:srgbClr val="000000"/>
                </a:solidFill>
                <a:latin typeface="Verdana"/>
                <a:cs typeface="Verdana"/>
              </a:rPr>
              <a:t>{</a:t>
            </a:r>
            <a:endParaRPr lang="en-IN" sz="1600" dirty="0">
              <a:latin typeface="Verdana"/>
              <a:cs typeface="Verdan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D1072A0-68F9-5FEB-F47B-FA7F7FFED1DC}"/>
              </a:ext>
            </a:extLst>
          </p:cNvPr>
          <p:cNvSpPr txBox="1"/>
          <p:nvPr/>
        </p:nvSpPr>
        <p:spPr>
          <a:xfrm>
            <a:off x="2077491" y="1247059"/>
            <a:ext cx="5923509" cy="255281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20345" marR="2252345" indent="-27940">
              <a:lnSpc>
                <a:spcPct val="108300"/>
              </a:lnSpc>
              <a:spcBef>
                <a:spcPts val="200"/>
              </a:spcBef>
            </a:pPr>
            <a:r>
              <a:rPr sz="1600" dirty="0">
                <a:latin typeface="Verdana"/>
                <a:cs typeface="Verdana"/>
              </a:rPr>
              <a:t>environment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{ </a:t>
            </a:r>
            <a:endParaRPr lang="en-IN" sz="1600" spc="-50" dirty="0">
              <a:latin typeface="Verdana"/>
              <a:cs typeface="Verdana"/>
            </a:endParaRPr>
          </a:p>
          <a:p>
            <a:pPr marL="220345" marR="2252345" indent="-27940">
              <a:lnSpc>
                <a:spcPct val="108300"/>
              </a:lnSpc>
              <a:spcBef>
                <a:spcPts val="200"/>
              </a:spcBef>
            </a:pPr>
            <a:r>
              <a:rPr sz="1600" spc="-10" dirty="0">
                <a:latin typeface="Verdana"/>
                <a:cs typeface="Verdana"/>
              </a:rPr>
              <a:t>NEXUS_VERSION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"nexus3" NEXUS_PROTOCOL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"http"</a:t>
            </a:r>
            <a:endParaRPr sz="1600" dirty="0">
              <a:latin typeface="Verdana"/>
              <a:cs typeface="Verdana"/>
            </a:endParaRPr>
          </a:p>
          <a:p>
            <a:pPr marL="220345" marR="5080">
              <a:lnSpc>
                <a:spcPct val="98100"/>
              </a:lnSpc>
              <a:spcBef>
                <a:spcPts val="5"/>
              </a:spcBef>
            </a:pPr>
            <a:r>
              <a:rPr sz="1600" spc="-10" dirty="0">
                <a:latin typeface="Verdana"/>
                <a:cs typeface="Verdana"/>
              </a:rPr>
              <a:t>NEXUS_URL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"you-ip-addr-</a:t>
            </a:r>
            <a:r>
              <a:rPr sz="1600" spc="-10" dirty="0">
                <a:latin typeface="Verdana"/>
                <a:cs typeface="Verdana"/>
              </a:rPr>
              <a:t>here:8081" NEXUS_REPOSITORY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"maven-nexus-</a:t>
            </a:r>
            <a:r>
              <a:rPr sz="1600" spc="-10" dirty="0">
                <a:latin typeface="Verdana"/>
                <a:cs typeface="Verdana"/>
              </a:rPr>
              <a:t>repo" NEXUS_CREDENTIAL_ID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"nexus-user-credentials" ARTVERSION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"${env.BUILD_ID}"</a:t>
            </a:r>
            <a:endParaRPr sz="1600" dirty="0">
              <a:latin typeface="Verdana"/>
              <a:cs typeface="Verdana"/>
            </a:endParaRPr>
          </a:p>
          <a:p>
            <a:pPr marL="220345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latin typeface="Verdana"/>
                <a:cs typeface="Verdana"/>
              </a:rPr>
              <a:t>TIME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10" dirty="0">
                <a:latin typeface="Verdana"/>
                <a:cs typeface="Verdana"/>
              </a:rPr>
              <a:t> “${BUILD_TIMESTAMP}”</a:t>
            </a:r>
            <a:br>
              <a:rPr lang="en-IN" sz="1600" spc="-10" dirty="0">
                <a:latin typeface="Verdana"/>
                <a:cs typeface="Verdana"/>
              </a:rPr>
            </a:br>
            <a:endParaRPr sz="1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85AB831-1A78-8680-EDBE-106C7AE97FB0}"/>
              </a:ext>
            </a:extLst>
          </p:cNvPr>
          <p:cNvSpPr txBox="1"/>
          <p:nvPr/>
        </p:nvSpPr>
        <p:spPr>
          <a:xfrm>
            <a:off x="1960016" y="3921426"/>
            <a:ext cx="16949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96711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DA1781C8-DC7F-C67E-5186-D6FE8D6B5E64}"/>
              </a:ext>
            </a:extLst>
          </p:cNvPr>
          <p:cNvSpPr txBox="1">
            <a:spLocks/>
          </p:cNvSpPr>
          <p:nvPr/>
        </p:nvSpPr>
        <p:spPr>
          <a:xfrm>
            <a:off x="1143000" y="361950"/>
            <a:ext cx="11195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>
                <a:solidFill>
                  <a:srgbClr val="000000"/>
                </a:solidFill>
                <a:latin typeface="Verdana"/>
                <a:cs typeface="Verdana"/>
              </a:rPr>
              <a:t>pipeline</a:t>
            </a:r>
            <a:r>
              <a:rPr lang="en-IN" sz="1600" spc="-114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IN" sz="1300" spc="-50">
                <a:solidFill>
                  <a:srgbClr val="000000"/>
                </a:solidFill>
                <a:latin typeface="Verdana"/>
                <a:cs typeface="Verdana"/>
              </a:rPr>
              <a:t>{</a:t>
            </a:r>
            <a:endParaRPr lang="en-IN" sz="1300">
              <a:latin typeface="Verdana"/>
              <a:cs typeface="Verdana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949E4208-F3E9-0843-B1BE-CF640E599550}"/>
              </a:ext>
            </a:extLst>
          </p:cNvPr>
          <p:cNvSpPr txBox="1"/>
          <p:nvPr/>
        </p:nvSpPr>
        <p:spPr>
          <a:xfrm>
            <a:off x="1117600" y="819150"/>
            <a:ext cx="5566410" cy="33958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ts val="1664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stages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0" dirty="0">
                <a:latin typeface="Verdana"/>
                <a:cs typeface="Verdana"/>
              </a:rPr>
              <a:t>{</a:t>
            </a:r>
            <a:br>
              <a:rPr lang="en-IN" sz="1400" b="1" spc="-50" dirty="0">
                <a:latin typeface="Verdana"/>
                <a:cs typeface="Verdana"/>
              </a:rPr>
            </a:br>
            <a:endParaRPr sz="1400" dirty="0">
              <a:latin typeface="Verdana"/>
              <a:cs typeface="Verdana"/>
            </a:endParaRPr>
          </a:p>
          <a:p>
            <a:pPr marL="680085">
              <a:lnSpc>
                <a:spcPts val="1664"/>
              </a:lnSpc>
            </a:pPr>
            <a:r>
              <a:rPr sz="1400" b="1" dirty="0">
                <a:solidFill>
                  <a:srgbClr val="FF9900"/>
                </a:solidFill>
                <a:latin typeface="Verdana"/>
                <a:cs typeface="Verdana"/>
              </a:rPr>
              <a:t>stage("Clone</a:t>
            </a:r>
            <a:r>
              <a:rPr sz="1400" b="1" spc="-55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9900"/>
                </a:solidFill>
                <a:latin typeface="Verdana"/>
                <a:cs typeface="Verdana"/>
              </a:rPr>
              <a:t>code</a:t>
            </a:r>
            <a:r>
              <a:rPr sz="1400" b="1" spc="-50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9900"/>
                </a:solidFill>
                <a:latin typeface="Verdana"/>
                <a:cs typeface="Verdana"/>
              </a:rPr>
              <a:t>from</a:t>
            </a:r>
            <a:r>
              <a:rPr sz="1400" b="1" spc="-55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9900"/>
                </a:solidFill>
                <a:latin typeface="Verdana"/>
                <a:cs typeface="Verdana"/>
              </a:rPr>
              <a:t>VCS")</a:t>
            </a:r>
            <a:r>
              <a:rPr sz="1400" b="1" spc="-50" dirty="0">
                <a:solidFill>
                  <a:srgbClr val="FF9900"/>
                </a:solidFill>
                <a:latin typeface="Verdana"/>
                <a:cs typeface="Verdana"/>
              </a:rPr>
              <a:t> {</a:t>
            </a:r>
            <a:endParaRPr sz="1400" dirty="0">
              <a:latin typeface="Verdana"/>
              <a:cs typeface="Verdana"/>
            </a:endParaRPr>
          </a:p>
          <a:p>
            <a:pPr marL="679450">
              <a:lnSpc>
                <a:spcPct val="100000"/>
              </a:lnSpc>
              <a:spcBef>
                <a:spcPts val="1620"/>
              </a:spcBef>
            </a:pPr>
            <a:r>
              <a:rPr sz="1400" b="1" spc="-50" dirty="0">
                <a:solidFill>
                  <a:srgbClr val="FF9900"/>
                </a:solidFill>
                <a:latin typeface="Verdana"/>
                <a:cs typeface="Verdana"/>
              </a:rPr>
              <a:t>}</a:t>
            </a:r>
            <a:endParaRPr sz="1400" dirty="0">
              <a:latin typeface="Verdana"/>
              <a:cs typeface="Verdana"/>
            </a:endParaRPr>
          </a:p>
          <a:p>
            <a:pPr marL="679450">
              <a:lnSpc>
                <a:spcPct val="100000"/>
              </a:lnSpc>
              <a:spcBef>
                <a:spcPts val="1620"/>
              </a:spcBef>
            </a:pPr>
            <a:r>
              <a:rPr sz="1400" b="1" dirty="0">
                <a:solidFill>
                  <a:srgbClr val="FF9900"/>
                </a:solidFill>
                <a:latin typeface="Verdana"/>
                <a:cs typeface="Verdana"/>
              </a:rPr>
              <a:t>stage("Maven</a:t>
            </a:r>
            <a:r>
              <a:rPr sz="1400" b="1" spc="-50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9900"/>
                </a:solidFill>
                <a:latin typeface="Verdana"/>
                <a:cs typeface="Verdana"/>
              </a:rPr>
              <a:t>Build")</a:t>
            </a:r>
            <a:r>
              <a:rPr sz="1400" b="1" spc="-45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FF9900"/>
                </a:solidFill>
                <a:latin typeface="Verdana"/>
                <a:cs typeface="Verdana"/>
              </a:rPr>
              <a:t>{</a:t>
            </a:r>
            <a:endParaRPr sz="1400" dirty="0">
              <a:latin typeface="Verdana"/>
              <a:cs typeface="Verdana"/>
            </a:endParaRPr>
          </a:p>
          <a:p>
            <a:pPr marL="679450">
              <a:lnSpc>
                <a:spcPct val="100000"/>
              </a:lnSpc>
              <a:spcBef>
                <a:spcPts val="1620"/>
              </a:spcBef>
            </a:pPr>
            <a:r>
              <a:rPr sz="1400" b="1" spc="-50" dirty="0">
                <a:solidFill>
                  <a:srgbClr val="FF9900"/>
                </a:solidFill>
                <a:latin typeface="Verdana"/>
                <a:cs typeface="Verdana"/>
              </a:rPr>
              <a:t>}</a:t>
            </a:r>
            <a:endParaRPr sz="1400" dirty="0">
              <a:latin typeface="Verdana"/>
              <a:cs typeface="Verdana"/>
            </a:endParaRPr>
          </a:p>
          <a:p>
            <a:pPr marL="679450">
              <a:lnSpc>
                <a:spcPct val="100000"/>
              </a:lnSpc>
              <a:spcBef>
                <a:spcPts val="1620"/>
              </a:spcBef>
            </a:pPr>
            <a:r>
              <a:rPr sz="1400" b="1" dirty="0">
                <a:solidFill>
                  <a:srgbClr val="FF9900"/>
                </a:solidFill>
                <a:latin typeface="Verdana"/>
                <a:cs typeface="Verdana"/>
              </a:rPr>
              <a:t>stage("Publish</a:t>
            </a:r>
            <a:r>
              <a:rPr sz="1400" b="1" spc="-45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9900"/>
                </a:solidFill>
                <a:latin typeface="Verdana"/>
                <a:cs typeface="Verdana"/>
              </a:rPr>
              <a:t>to</a:t>
            </a:r>
            <a:r>
              <a:rPr sz="1400" b="1" spc="-40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9900"/>
                </a:solidFill>
                <a:latin typeface="Verdana"/>
                <a:cs typeface="Verdana"/>
              </a:rPr>
              <a:t>Nexus</a:t>
            </a:r>
            <a:r>
              <a:rPr sz="1400" b="1" spc="-45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9900"/>
                </a:solidFill>
                <a:latin typeface="Verdana"/>
                <a:cs typeface="Verdana"/>
              </a:rPr>
              <a:t>Repository</a:t>
            </a:r>
            <a:r>
              <a:rPr sz="1400" b="1" spc="-40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9900"/>
                </a:solidFill>
                <a:latin typeface="Verdana"/>
                <a:cs typeface="Verdana"/>
              </a:rPr>
              <a:t>Manager")</a:t>
            </a:r>
            <a:r>
              <a:rPr sz="1400" b="1" spc="-40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FF9900"/>
                </a:solidFill>
                <a:latin typeface="Verdana"/>
                <a:cs typeface="Verdana"/>
              </a:rPr>
              <a:t>{</a:t>
            </a:r>
            <a:endParaRPr sz="1400" dirty="0">
              <a:latin typeface="Verdana"/>
              <a:cs typeface="Verdana"/>
            </a:endParaRPr>
          </a:p>
          <a:p>
            <a:pPr marL="679450">
              <a:lnSpc>
                <a:spcPts val="1664"/>
              </a:lnSpc>
              <a:spcBef>
                <a:spcPts val="1620"/>
              </a:spcBef>
            </a:pPr>
            <a:r>
              <a:rPr sz="1400" b="1" spc="-50" dirty="0">
                <a:solidFill>
                  <a:srgbClr val="FF9900"/>
                </a:solidFill>
                <a:latin typeface="Verdana"/>
                <a:cs typeface="Verdana"/>
              </a:rPr>
              <a:t>}</a:t>
            </a:r>
            <a:endParaRPr sz="1400" dirty="0">
              <a:latin typeface="Verdana"/>
              <a:cs typeface="Verdana"/>
            </a:endParaRPr>
          </a:p>
          <a:p>
            <a:pPr marL="436880">
              <a:lnSpc>
                <a:spcPts val="1664"/>
              </a:lnSpc>
            </a:pPr>
            <a:r>
              <a:rPr sz="1400" b="1" spc="-50" dirty="0">
                <a:latin typeface="Verdana"/>
                <a:cs typeface="Verdana"/>
              </a:rPr>
              <a:t>}</a:t>
            </a:r>
            <a:endParaRPr sz="1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1300" b="1" spc="-50" dirty="0">
                <a:latin typeface="Verdana"/>
                <a:cs typeface="Verdana"/>
              </a:rPr>
              <a:t>}</a:t>
            </a:r>
            <a:endParaRPr sz="13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06853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7B7F75-FF25-6943-7B55-39B84DB9BADA}"/>
              </a:ext>
            </a:extLst>
          </p:cNvPr>
          <p:cNvSpPr txBox="1"/>
          <p:nvPr/>
        </p:nvSpPr>
        <p:spPr>
          <a:xfrm>
            <a:off x="1371600" y="438150"/>
            <a:ext cx="4610100" cy="373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dirty="0">
                <a:latin typeface="Verdana"/>
                <a:cs typeface="Verdana"/>
              </a:rPr>
              <a:t>pipeline</a:t>
            </a:r>
            <a:r>
              <a:rPr lang="en-IN" sz="2000" b="1" spc="-114" dirty="0">
                <a:latin typeface="Verdana"/>
                <a:cs typeface="Verdana"/>
              </a:rPr>
              <a:t> </a:t>
            </a:r>
            <a:r>
              <a:rPr lang="en-IN" sz="1800" b="1" spc="-50" dirty="0">
                <a:latin typeface="Verdana"/>
                <a:cs typeface="Verdana"/>
              </a:rPr>
              <a:t>{</a:t>
            </a:r>
            <a:endParaRPr lang="en-IN" sz="1800" dirty="0">
              <a:latin typeface="Verdana"/>
              <a:cs typeface="Verdana"/>
            </a:endParaRPr>
          </a:p>
          <a:p>
            <a:pPr marL="181610">
              <a:lnSpc>
                <a:spcPts val="1664"/>
              </a:lnSpc>
              <a:spcBef>
                <a:spcPts val="1610"/>
              </a:spcBef>
            </a:pPr>
            <a:r>
              <a:rPr lang="en-IN" sz="1800" b="1" dirty="0">
                <a:latin typeface="Verdana"/>
                <a:cs typeface="Verdana"/>
              </a:rPr>
              <a:t>stages</a:t>
            </a:r>
            <a:r>
              <a:rPr lang="en-IN" sz="1800" b="1" spc="-30" dirty="0">
                <a:latin typeface="Verdana"/>
                <a:cs typeface="Verdana"/>
              </a:rPr>
              <a:t> </a:t>
            </a:r>
            <a:r>
              <a:rPr lang="en-IN" sz="1800" b="1" spc="-50" dirty="0">
                <a:latin typeface="Verdana"/>
                <a:cs typeface="Verdana"/>
              </a:rPr>
              <a:t>{</a:t>
            </a:r>
            <a:br>
              <a:rPr lang="en-IN" sz="1800" b="1" spc="-50" dirty="0">
                <a:latin typeface="Verdana"/>
                <a:cs typeface="Verdana"/>
              </a:rPr>
            </a:br>
            <a:endParaRPr lang="en-IN" sz="1800" dirty="0">
              <a:latin typeface="Verdana"/>
              <a:cs typeface="Verdana"/>
            </a:endParaRPr>
          </a:p>
          <a:p>
            <a:pPr marL="741045" marR="5080" indent="-304800">
              <a:lnSpc>
                <a:spcPts val="1650"/>
              </a:lnSpc>
              <a:spcBef>
                <a:spcPts val="65"/>
              </a:spcBef>
            </a:pPr>
            <a:r>
              <a:rPr lang="en-IN" sz="1800" b="1" dirty="0">
                <a:latin typeface="Verdana"/>
                <a:cs typeface="Verdana"/>
              </a:rPr>
              <a:t>stage("Clone</a:t>
            </a:r>
            <a:r>
              <a:rPr lang="en-IN" sz="1800" b="1" spc="-55" dirty="0">
                <a:latin typeface="Verdana"/>
                <a:cs typeface="Verdana"/>
              </a:rPr>
              <a:t> </a:t>
            </a:r>
            <a:r>
              <a:rPr lang="en-IN" sz="1800" b="1" dirty="0">
                <a:latin typeface="Verdana"/>
                <a:cs typeface="Verdana"/>
              </a:rPr>
              <a:t>code</a:t>
            </a:r>
            <a:r>
              <a:rPr lang="en-IN" sz="1800" b="1" spc="-50" dirty="0">
                <a:latin typeface="Verdana"/>
                <a:cs typeface="Verdana"/>
              </a:rPr>
              <a:t> </a:t>
            </a:r>
            <a:r>
              <a:rPr lang="en-IN" sz="1800" b="1" dirty="0">
                <a:latin typeface="Verdana"/>
                <a:cs typeface="Verdana"/>
              </a:rPr>
              <a:t>from</a:t>
            </a:r>
            <a:r>
              <a:rPr lang="en-IN" sz="1800" b="1" spc="-55" dirty="0">
                <a:latin typeface="Verdana"/>
                <a:cs typeface="Verdana"/>
              </a:rPr>
              <a:t> </a:t>
            </a:r>
            <a:r>
              <a:rPr lang="en-IN" sz="1800" b="1" dirty="0">
                <a:latin typeface="Verdana"/>
                <a:cs typeface="Verdana"/>
              </a:rPr>
              <a:t>VCS")</a:t>
            </a:r>
            <a:br>
              <a:rPr lang="en-IN" sz="1800" b="1" dirty="0">
                <a:latin typeface="Verdana"/>
                <a:cs typeface="Verdana"/>
              </a:rPr>
            </a:br>
            <a:br>
              <a:rPr lang="en-IN" sz="1800" b="1" dirty="0">
                <a:latin typeface="Verdana"/>
                <a:cs typeface="Verdana"/>
              </a:rPr>
            </a:br>
            <a:r>
              <a:rPr lang="en-IN" sz="1800" b="1" spc="-50" dirty="0">
                <a:latin typeface="Verdana"/>
                <a:cs typeface="Verdana"/>
              </a:rPr>
              <a:t> { </a:t>
            </a:r>
            <a:r>
              <a:rPr lang="en-IN" sz="1800" b="1" dirty="0">
                <a:solidFill>
                  <a:srgbClr val="FF9900"/>
                </a:solidFill>
                <a:latin typeface="Verdana"/>
                <a:cs typeface="Verdana"/>
              </a:rPr>
              <a:t>steps</a:t>
            </a:r>
            <a:r>
              <a:rPr lang="en-IN" sz="1800" b="1" spc="-25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lang="en-IN" sz="1800" b="1" spc="-50" dirty="0">
                <a:solidFill>
                  <a:srgbClr val="FF9900"/>
                </a:solidFill>
                <a:latin typeface="Verdana"/>
                <a:cs typeface="Verdana"/>
              </a:rPr>
              <a:t>{</a:t>
            </a:r>
            <a:endParaRPr lang="en-IN" sz="1800" dirty="0">
              <a:latin typeface="Verdana"/>
              <a:cs typeface="Verdana"/>
            </a:endParaRPr>
          </a:p>
          <a:p>
            <a:pPr marL="739775">
              <a:lnSpc>
                <a:spcPts val="1664"/>
              </a:lnSpc>
              <a:spcBef>
                <a:spcPts val="1570"/>
              </a:spcBef>
            </a:pPr>
            <a:r>
              <a:rPr lang="en-IN" sz="1800" b="1" spc="-50" dirty="0">
                <a:solidFill>
                  <a:srgbClr val="FF9900"/>
                </a:solidFill>
                <a:latin typeface="Verdana"/>
                <a:cs typeface="Verdana"/>
              </a:rPr>
              <a:t>}</a:t>
            </a:r>
            <a:endParaRPr lang="en-IN" sz="1800" dirty="0">
              <a:latin typeface="Verdana"/>
              <a:cs typeface="Verdana"/>
            </a:endParaRPr>
          </a:p>
          <a:p>
            <a:pPr marL="772795">
              <a:lnSpc>
                <a:spcPts val="1664"/>
              </a:lnSpc>
            </a:pPr>
            <a:r>
              <a:rPr lang="en-IN" sz="1800" b="1" dirty="0">
                <a:solidFill>
                  <a:srgbClr val="FF9900"/>
                </a:solidFill>
                <a:latin typeface="Verdana"/>
                <a:cs typeface="Verdana"/>
              </a:rPr>
              <a:t>post</a:t>
            </a:r>
            <a:r>
              <a:rPr lang="en-IN" sz="1800" b="1" spc="-20" dirty="0">
                <a:solidFill>
                  <a:srgbClr val="FF9900"/>
                </a:solidFill>
                <a:latin typeface="Verdana"/>
                <a:cs typeface="Verdana"/>
              </a:rPr>
              <a:t> </a:t>
            </a:r>
            <a:r>
              <a:rPr lang="en-IN" sz="1800" b="1" spc="-50" dirty="0">
                <a:solidFill>
                  <a:srgbClr val="FF9900"/>
                </a:solidFill>
                <a:latin typeface="Verdana"/>
                <a:cs typeface="Verdana"/>
              </a:rPr>
              <a:t>{</a:t>
            </a:r>
            <a:endParaRPr lang="en-IN" sz="1800" dirty="0">
              <a:latin typeface="Verdana"/>
              <a:cs typeface="Verdana"/>
            </a:endParaRPr>
          </a:p>
          <a:p>
            <a:pPr marL="772795">
              <a:lnSpc>
                <a:spcPts val="1664"/>
              </a:lnSpc>
              <a:spcBef>
                <a:spcPts val="1620"/>
              </a:spcBef>
            </a:pPr>
            <a:r>
              <a:rPr lang="en-IN" sz="1800" b="1" spc="-50" dirty="0">
                <a:solidFill>
                  <a:srgbClr val="FF9900"/>
                </a:solidFill>
                <a:latin typeface="Verdana"/>
                <a:cs typeface="Verdana"/>
              </a:rPr>
              <a:t>}</a:t>
            </a:r>
            <a:endParaRPr lang="en-IN" sz="1800" dirty="0">
              <a:latin typeface="Verdana"/>
              <a:cs typeface="Verdana"/>
            </a:endParaRPr>
          </a:p>
          <a:p>
            <a:pPr marL="436880">
              <a:lnSpc>
                <a:spcPts val="1664"/>
              </a:lnSpc>
            </a:pPr>
            <a:r>
              <a:rPr lang="en-IN" sz="1800" b="1" spc="-50" dirty="0">
                <a:latin typeface="Verdana"/>
                <a:cs typeface="Verdana"/>
              </a:rPr>
              <a:t>}</a:t>
            </a:r>
            <a:endParaRPr lang="en-IN"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lang="en-IN"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lang="en-IN" sz="1800" b="1" spc="-50" dirty="0">
                <a:latin typeface="Verdana"/>
                <a:cs typeface="Verdana"/>
              </a:rPr>
              <a:t>}</a:t>
            </a:r>
            <a:endParaRPr lang="en-IN" sz="18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08766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0928D5EE-08BC-3AF6-EC79-AF03F05BE184}"/>
              </a:ext>
            </a:extLst>
          </p:cNvPr>
          <p:cNvSpPr txBox="1">
            <a:spLocks/>
          </p:cNvSpPr>
          <p:nvPr/>
        </p:nvSpPr>
        <p:spPr>
          <a:xfrm>
            <a:off x="1066800" y="1014913"/>
            <a:ext cx="7797662" cy="311367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5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35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2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05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05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05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05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05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05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12065" marR="3154680" indent="0">
              <a:lnSpc>
                <a:spcPts val="1650"/>
              </a:lnSpc>
              <a:spcBef>
                <a:spcPts val="180"/>
              </a:spcBef>
              <a:buFont typeface="Arial" panose="020B0604020202020204" pitchFamily="34" charset="0"/>
              <a:buNone/>
            </a:pPr>
            <a:r>
              <a:rPr lang="en-IN" spc="-10" dirty="0"/>
              <a:t>stage('</a:t>
            </a:r>
            <a:r>
              <a:rPr lang="en-IN" spc="-10" dirty="0" err="1"/>
              <a:t>BuildAndTest</a:t>
            </a:r>
            <a:r>
              <a:rPr lang="en-IN" spc="-10" dirty="0"/>
              <a:t>'){ </a:t>
            </a:r>
            <a:r>
              <a:rPr lang="en-IN" dirty="0"/>
              <a:t>steps</a:t>
            </a:r>
            <a:r>
              <a:rPr lang="en-IN" spc="-25" dirty="0"/>
              <a:t> </a:t>
            </a:r>
            <a:r>
              <a:rPr lang="en-IN" spc="-50" dirty="0"/>
              <a:t>{</a:t>
            </a:r>
          </a:p>
          <a:p>
            <a:pPr marL="641985" indent="0">
              <a:lnSpc>
                <a:spcPts val="1585"/>
              </a:lnSpc>
              <a:buFont typeface="Arial" panose="020B0604020202020204" pitchFamily="34" charset="0"/>
              <a:buNone/>
            </a:pPr>
            <a:r>
              <a:rPr lang="en-IN" dirty="0" err="1">
                <a:solidFill>
                  <a:srgbClr val="FF9900"/>
                </a:solidFill>
              </a:rPr>
              <a:t>sh</a:t>
            </a:r>
            <a:r>
              <a:rPr lang="en-IN" spc="-35" dirty="0">
                <a:solidFill>
                  <a:srgbClr val="FF9900"/>
                </a:solidFill>
              </a:rPr>
              <a:t> </a:t>
            </a:r>
            <a:r>
              <a:rPr lang="en-IN" dirty="0">
                <a:solidFill>
                  <a:srgbClr val="FF9900"/>
                </a:solidFill>
              </a:rPr>
              <a:t>'</a:t>
            </a:r>
            <a:r>
              <a:rPr lang="en-IN" dirty="0" err="1">
                <a:solidFill>
                  <a:srgbClr val="FF9900"/>
                </a:solidFill>
              </a:rPr>
              <a:t>mvn</a:t>
            </a:r>
            <a:r>
              <a:rPr lang="en-IN" spc="-35" dirty="0">
                <a:solidFill>
                  <a:srgbClr val="FF9900"/>
                </a:solidFill>
              </a:rPr>
              <a:t> </a:t>
            </a:r>
            <a:r>
              <a:rPr lang="en-IN" spc="-10" dirty="0">
                <a:solidFill>
                  <a:srgbClr val="FF9900"/>
                </a:solidFill>
              </a:rPr>
              <a:t>install'</a:t>
            </a:r>
          </a:p>
          <a:p>
            <a:pPr marL="399415" indent="0">
              <a:lnSpc>
                <a:spcPts val="1650"/>
              </a:lnSpc>
              <a:buFont typeface="Arial" panose="020B0604020202020204" pitchFamily="34" charset="0"/>
              <a:buNone/>
            </a:pPr>
            <a:r>
              <a:rPr lang="en-IN" spc="-50" dirty="0"/>
              <a:t>}</a:t>
            </a:r>
          </a:p>
          <a:p>
            <a:pPr marL="399415" indent="0">
              <a:lnSpc>
                <a:spcPts val="1650"/>
              </a:lnSpc>
              <a:buFont typeface="Arial" panose="020B0604020202020204" pitchFamily="34" charset="0"/>
              <a:buNone/>
            </a:pPr>
            <a:r>
              <a:rPr lang="en-IN" dirty="0"/>
              <a:t>post</a:t>
            </a:r>
            <a:r>
              <a:rPr lang="en-IN" spc="-20" dirty="0"/>
              <a:t> </a:t>
            </a:r>
            <a:r>
              <a:rPr lang="en-IN" spc="-50" dirty="0"/>
              <a:t>{</a:t>
            </a:r>
          </a:p>
          <a:p>
            <a:pPr marL="641985" indent="0">
              <a:lnSpc>
                <a:spcPts val="1650"/>
              </a:lnSpc>
              <a:buFont typeface="Arial" panose="020B0604020202020204" pitchFamily="34" charset="0"/>
              <a:buNone/>
            </a:pPr>
            <a:r>
              <a:rPr lang="en-IN" dirty="0"/>
              <a:t>success</a:t>
            </a:r>
            <a:r>
              <a:rPr lang="en-IN" spc="-35" dirty="0"/>
              <a:t> </a:t>
            </a:r>
            <a:r>
              <a:rPr lang="en-IN" spc="-50" dirty="0"/>
              <a:t>{</a:t>
            </a:r>
          </a:p>
          <a:p>
            <a:pPr marL="886460" indent="0">
              <a:lnSpc>
                <a:spcPts val="1650"/>
              </a:lnSpc>
              <a:buFont typeface="Arial" panose="020B0604020202020204" pitchFamily="34" charset="0"/>
              <a:buNone/>
            </a:pPr>
            <a:r>
              <a:rPr lang="en-IN" dirty="0">
                <a:solidFill>
                  <a:srgbClr val="FF9900"/>
                </a:solidFill>
              </a:rPr>
              <a:t>echo</a:t>
            </a:r>
            <a:r>
              <a:rPr lang="en-IN" spc="-60" dirty="0">
                <a:solidFill>
                  <a:srgbClr val="FF9900"/>
                </a:solidFill>
              </a:rPr>
              <a:t> </a:t>
            </a:r>
            <a:r>
              <a:rPr lang="en-IN" dirty="0">
                <a:solidFill>
                  <a:srgbClr val="FF9900"/>
                </a:solidFill>
              </a:rPr>
              <a:t>'Now</a:t>
            </a:r>
            <a:r>
              <a:rPr lang="en-IN" spc="-60" dirty="0">
                <a:solidFill>
                  <a:srgbClr val="FF9900"/>
                </a:solidFill>
              </a:rPr>
              <a:t> </a:t>
            </a:r>
            <a:r>
              <a:rPr lang="en-IN" spc="-10" dirty="0">
                <a:solidFill>
                  <a:srgbClr val="FF9900"/>
                </a:solidFill>
              </a:rPr>
              <a:t>Archiving...'</a:t>
            </a:r>
          </a:p>
          <a:p>
            <a:pPr marL="884555" indent="0">
              <a:lnSpc>
                <a:spcPts val="1650"/>
              </a:lnSpc>
              <a:buFont typeface="Arial" panose="020B0604020202020204" pitchFamily="34" charset="0"/>
              <a:buNone/>
            </a:pPr>
            <a:r>
              <a:rPr lang="en-IN" dirty="0" err="1">
                <a:solidFill>
                  <a:srgbClr val="FF9900"/>
                </a:solidFill>
              </a:rPr>
              <a:t>archiveArtifacts</a:t>
            </a:r>
            <a:r>
              <a:rPr lang="en-IN" spc="-65" dirty="0">
                <a:solidFill>
                  <a:srgbClr val="FF9900"/>
                </a:solidFill>
              </a:rPr>
              <a:t> </a:t>
            </a:r>
            <a:r>
              <a:rPr lang="en-IN" dirty="0">
                <a:solidFill>
                  <a:srgbClr val="FF9900"/>
                </a:solidFill>
              </a:rPr>
              <a:t>artifacts:</a:t>
            </a:r>
            <a:r>
              <a:rPr lang="en-IN" spc="-65" dirty="0">
                <a:solidFill>
                  <a:srgbClr val="FF9900"/>
                </a:solidFill>
              </a:rPr>
              <a:t> </a:t>
            </a:r>
            <a:r>
              <a:rPr lang="en-IN" spc="-10" dirty="0">
                <a:solidFill>
                  <a:srgbClr val="FF9900"/>
                </a:solidFill>
              </a:rPr>
              <a:t>'**/target/*.war'</a:t>
            </a:r>
          </a:p>
          <a:p>
            <a:pPr marL="641985" indent="0">
              <a:lnSpc>
                <a:spcPts val="1650"/>
              </a:lnSpc>
              <a:buFont typeface="Arial" panose="020B0604020202020204" pitchFamily="34" charset="0"/>
              <a:buNone/>
            </a:pPr>
            <a:r>
              <a:rPr lang="en-IN" spc="-50" dirty="0"/>
              <a:t>}</a:t>
            </a:r>
          </a:p>
          <a:p>
            <a:pPr marL="399415" indent="0">
              <a:lnSpc>
                <a:spcPts val="1650"/>
              </a:lnSpc>
              <a:buFont typeface="Arial" panose="020B0604020202020204" pitchFamily="34" charset="0"/>
              <a:buNone/>
            </a:pPr>
            <a:r>
              <a:rPr lang="en-IN" spc="-50" dirty="0"/>
              <a:t>}</a:t>
            </a:r>
          </a:p>
          <a:p>
            <a:pPr marL="156845" indent="0">
              <a:lnSpc>
                <a:spcPts val="1664"/>
              </a:lnSpc>
              <a:buFont typeface="Arial" panose="020B0604020202020204" pitchFamily="34" charset="0"/>
              <a:buNone/>
            </a:pPr>
            <a:r>
              <a:rPr lang="en-IN" spc="-50" dirty="0"/>
              <a:t>}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24B9A96-A429-6597-DF7A-A561A1C4C2A8}"/>
              </a:ext>
            </a:extLst>
          </p:cNvPr>
          <p:cNvSpPr txBox="1">
            <a:spLocks/>
          </p:cNvSpPr>
          <p:nvPr/>
        </p:nvSpPr>
        <p:spPr>
          <a:xfrm>
            <a:off x="507047" y="514350"/>
            <a:ext cx="11195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 cap="all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>
                <a:solidFill>
                  <a:srgbClr val="000000"/>
                </a:solidFill>
                <a:latin typeface="Verdana"/>
                <a:cs typeface="Verdana"/>
              </a:rPr>
              <a:t>pipeline</a:t>
            </a:r>
            <a:r>
              <a:rPr lang="en-IN" sz="1600" spc="-114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IN" sz="1300" spc="-50">
                <a:solidFill>
                  <a:srgbClr val="000000"/>
                </a:solidFill>
                <a:latin typeface="Verdana"/>
                <a:cs typeface="Verdana"/>
              </a:rPr>
              <a:t>{</a:t>
            </a:r>
            <a:endParaRPr lang="en-IN" sz="13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43712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211" y="177687"/>
            <a:ext cx="8381578" cy="44781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8824" y="556845"/>
            <a:ext cx="5108576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b="1" spc="10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Everything </a:t>
            </a:r>
            <a:r>
              <a:rPr sz="6000" b="1" spc="31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Needs </a:t>
            </a:r>
            <a:r>
              <a:rPr sz="6000" b="1" spc="130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Automation</a:t>
            </a:r>
            <a:endParaRPr sz="6000" b="1" dirty="0">
              <a:solidFill>
                <a:srgbClr val="C00000"/>
              </a:solidFill>
              <a:latin typeface="Arial Black" panose="020B0A04020102020204" pitchFamily="34" charset="0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58825" y="3551635"/>
            <a:ext cx="2238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latin typeface="Trebuchet MS"/>
                <a:cs typeface="Trebuchet MS"/>
              </a:rPr>
              <a:t>PIPELINE</a:t>
            </a:r>
            <a:r>
              <a:rPr sz="18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75" dirty="0">
                <a:solidFill>
                  <a:schemeClr val="accent1"/>
                </a:solidFill>
                <a:latin typeface="Trebuchet MS"/>
                <a:cs typeface="Trebuchet MS"/>
              </a:rPr>
              <a:t>AS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chemeClr val="accent1"/>
                </a:solidFill>
                <a:latin typeface="Trebuchet MS"/>
                <a:cs typeface="Trebuchet MS"/>
              </a:rPr>
              <a:t>A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latin typeface="Trebuchet MS"/>
                <a:cs typeface="Trebuchet MS"/>
              </a:rPr>
              <a:t>CODE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734" y="379877"/>
            <a:ext cx="8362950" cy="4384040"/>
          </a:xfrm>
          <a:custGeom>
            <a:avLst/>
            <a:gdLst/>
            <a:ahLst/>
            <a:cxnLst/>
            <a:rect l="l" t="t" r="r" b="b"/>
            <a:pathLst>
              <a:path w="8362950" h="4384040">
                <a:moveTo>
                  <a:pt x="7406913" y="0"/>
                </a:moveTo>
                <a:lnTo>
                  <a:pt x="387213" y="0"/>
                </a:lnTo>
                <a:lnTo>
                  <a:pt x="346383" y="1786"/>
                </a:lnTo>
                <a:lnTo>
                  <a:pt x="309068" y="7117"/>
                </a:lnTo>
                <a:lnTo>
                  <a:pt x="271781" y="17779"/>
                </a:lnTo>
                <a:lnTo>
                  <a:pt x="202511" y="46190"/>
                </a:lnTo>
                <a:lnTo>
                  <a:pt x="140328" y="88807"/>
                </a:lnTo>
                <a:lnTo>
                  <a:pt x="88807" y="140328"/>
                </a:lnTo>
                <a:lnTo>
                  <a:pt x="46190" y="202511"/>
                </a:lnTo>
                <a:lnTo>
                  <a:pt x="17779" y="271781"/>
                </a:lnTo>
                <a:lnTo>
                  <a:pt x="7117" y="309068"/>
                </a:lnTo>
                <a:lnTo>
                  <a:pt x="0" y="387213"/>
                </a:lnTo>
                <a:lnTo>
                  <a:pt x="0" y="3996531"/>
                </a:lnTo>
                <a:lnTo>
                  <a:pt x="1786" y="4037362"/>
                </a:lnTo>
                <a:lnTo>
                  <a:pt x="17779" y="4111963"/>
                </a:lnTo>
                <a:lnTo>
                  <a:pt x="46190" y="4181234"/>
                </a:lnTo>
                <a:lnTo>
                  <a:pt x="88807" y="4243417"/>
                </a:lnTo>
                <a:lnTo>
                  <a:pt x="140328" y="4294938"/>
                </a:lnTo>
                <a:lnTo>
                  <a:pt x="202511" y="4337555"/>
                </a:lnTo>
                <a:lnTo>
                  <a:pt x="271781" y="4365966"/>
                </a:lnTo>
                <a:lnTo>
                  <a:pt x="309068" y="4376628"/>
                </a:lnTo>
                <a:lnTo>
                  <a:pt x="387213" y="4383745"/>
                </a:lnTo>
                <a:lnTo>
                  <a:pt x="7975315" y="4383745"/>
                </a:lnTo>
                <a:lnTo>
                  <a:pt x="8016145" y="4381959"/>
                </a:lnTo>
                <a:lnTo>
                  <a:pt x="8090746" y="4365966"/>
                </a:lnTo>
                <a:lnTo>
                  <a:pt x="8160017" y="4337555"/>
                </a:lnTo>
                <a:lnTo>
                  <a:pt x="8222200" y="4294938"/>
                </a:lnTo>
                <a:lnTo>
                  <a:pt x="8273721" y="4243417"/>
                </a:lnTo>
                <a:lnTo>
                  <a:pt x="8316339" y="4181234"/>
                </a:lnTo>
                <a:lnTo>
                  <a:pt x="8344749" y="4111963"/>
                </a:lnTo>
                <a:lnTo>
                  <a:pt x="8355411" y="4074677"/>
                </a:lnTo>
                <a:lnTo>
                  <a:pt x="8362528" y="3996531"/>
                </a:lnTo>
                <a:lnTo>
                  <a:pt x="8362528" y="955615"/>
                </a:lnTo>
              </a:path>
            </a:pathLst>
          </a:custGeom>
          <a:ln w="19049">
            <a:solidFill>
              <a:srgbClr val="434343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762000" y="2343150"/>
            <a:ext cx="6724650" cy="1607491"/>
          </a:xfrm>
          <a:prstGeom prst="rect">
            <a:avLst/>
          </a:prstGeom>
        </p:spPr>
        <p:txBody>
          <a:bodyPr vert="horz" wrap="square" lIns="0" tIns="36766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2895"/>
              </a:spcBef>
              <a:buNone/>
            </a:pPr>
            <a:r>
              <a:rPr sz="5400" spc="24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Code</a:t>
            </a:r>
            <a:r>
              <a:rPr sz="5400" spc="-45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 </a:t>
            </a:r>
            <a:r>
              <a:rPr sz="5400" spc="120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Analysis</a:t>
            </a:r>
            <a:endParaRPr sz="5400" dirty="0">
              <a:solidFill>
                <a:srgbClr val="C00000"/>
              </a:solidFill>
              <a:latin typeface="Arial Black" panose="020B0A04020102020204" pitchFamily="34" charset="0"/>
              <a:cs typeface="Trebuchet MS"/>
            </a:endParaRPr>
          </a:p>
          <a:p>
            <a:pPr marL="0" indent="0">
              <a:lnSpc>
                <a:spcPct val="100000"/>
              </a:lnSpc>
              <a:spcBef>
                <a:spcPts val="1045"/>
              </a:spcBef>
              <a:buNone/>
            </a:pPr>
            <a:r>
              <a:rPr sz="1800" b="0" dirty="0">
                <a:latin typeface="Trebuchet MS"/>
                <a:cs typeface="Trebuchet MS"/>
              </a:rPr>
              <a:t>Detects</a:t>
            </a:r>
            <a:r>
              <a:rPr sz="1800" b="0" spc="-35" dirty="0">
                <a:latin typeface="Trebuchet MS"/>
                <a:cs typeface="Trebuchet MS"/>
              </a:rPr>
              <a:t> </a:t>
            </a:r>
            <a:r>
              <a:rPr sz="1800" b="0" spc="-25" dirty="0">
                <a:latin typeface="Trebuchet MS"/>
                <a:cs typeface="Trebuchet MS"/>
              </a:rPr>
              <a:t>Vulnerability</a:t>
            </a:r>
            <a:r>
              <a:rPr sz="1800" b="0" spc="-20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and</a:t>
            </a:r>
            <a:r>
              <a:rPr sz="1800" b="0" spc="45" dirty="0">
                <a:latin typeface="Trebuchet MS"/>
                <a:cs typeface="Trebuchet MS"/>
              </a:rPr>
              <a:t> </a:t>
            </a:r>
            <a:r>
              <a:rPr sz="1800" b="0" spc="-10" dirty="0">
                <a:latin typeface="Trebuchet MS"/>
                <a:cs typeface="Trebuchet MS"/>
              </a:rPr>
              <a:t>functional</a:t>
            </a:r>
            <a:r>
              <a:rPr sz="1800" b="0" spc="-30" dirty="0">
                <a:latin typeface="Trebuchet MS"/>
                <a:cs typeface="Trebuchet MS"/>
              </a:rPr>
              <a:t> </a:t>
            </a:r>
            <a:r>
              <a:rPr sz="1800" b="0" spc="-10" dirty="0">
                <a:latin typeface="Trebuchet MS"/>
                <a:cs typeface="Trebuchet MS"/>
              </a:rPr>
              <a:t>errors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8334" y="-247650"/>
            <a:ext cx="8658448" cy="5011566"/>
            <a:chOff x="390734" y="-247650"/>
            <a:chExt cx="8658448" cy="5011566"/>
          </a:xfrm>
        </p:grpSpPr>
        <p:sp>
          <p:nvSpPr>
            <p:cNvPr id="3" name="object 3"/>
            <p:cNvSpPr/>
            <p:nvPr/>
          </p:nvSpPr>
          <p:spPr>
            <a:xfrm>
              <a:off x="390734" y="379876"/>
              <a:ext cx="8362950" cy="4384040"/>
            </a:xfrm>
            <a:custGeom>
              <a:avLst/>
              <a:gdLst/>
              <a:ahLst/>
              <a:cxnLst/>
              <a:rect l="l" t="t" r="r" b="b"/>
              <a:pathLst>
                <a:path w="8362950" h="4384040">
                  <a:moveTo>
                    <a:pt x="7406913" y="0"/>
                  </a:moveTo>
                  <a:lnTo>
                    <a:pt x="387213" y="0"/>
                  </a:lnTo>
                  <a:lnTo>
                    <a:pt x="346383" y="1786"/>
                  </a:lnTo>
                  <a:lnTo>
                    <a:pt x="309068" y="7117"/>
                  </a:lnTo>
                  <a:lnTo>
                    <a:pt x="271781" y="17779"/>
                  </a:lnTo>
                  <a:lnTo>
                    <a:pt x="202511" y="46190"/>
                  </a:lnTo>
                  <a:lnTo>
                    <a:pt x="140328" y="88807"/>
                  </a:lnTo>
                  <a:lnTo>
                    <a:pt x="88807" y="140328"/>
                  </a:lnTo>
                  <a:lnTo>
                    <a:pt x="46190" y="202511"/>
                  </a:lnTo>
                  <a:lnTo>
                    <a:pt x="17779" y="271781"/>
                  </a:lnTo>
                  <a:lnTo>
                    <a:pt x="7117" y="309068"/>
                  </a:lnTo>
                  <a:lnTo>
                    <a:pt x="0" y="387213"/>
                  </a:lnTo>
                  <a:lnTo>
                    <a:pt x="0" y="3996531"/>
                  </a:lnTo>
                  <a:lnTo>
                    <a:pt x="1786" y="4037362"/>
                  </a:lnTo>
                  <a:lnTo>
                    <a:pt x="17779" y="4111963"/>
                  </a:lnTo>
                  <a:lnTo>
                    <a:pt x="46190" y="4181234"/>
                  </a:lnTo>
                  <a:lnTo>
                    <a:pt x="88807" y="4243417"/>
                  </a:lnTo>
                  <a:lnTo>
                    <a:pt x="140328" y="4294938"/>
                  </a:lnTo>
                  <a:lnTo>
                    <a:pt x="202511" y="4337555"/>
                  </a:lnTo>
                  <a:lnTo>
                    <a:pt x="271781" y="4365966"/>
                  </a:lnTo>
                  <a:lnTo>
                    <a:pt x="309068" y="4376628"/>
                  </a:lnTo>
                  <a:lnTo>
                    <a:pt x="387213" y="4383745"/>
                  </a:lnTo>
                  <a:lnTo>
                    <a:pt x="7975315" y="4383745"/>
                  </a:lnTo>
                  <a:lnTo>
                    <a:pt x="8016145" y="4381959"/>
                  </a:lnTo>
                  <a:lnTo>
                    <a:pt x="8090746" y="4365966"/>
                  </a:lnTo>
                  <a:lnTo>
                    <a:pt x="8160017" y="4337555"/>
                  </a:lnTo>
                  <a:lnTo>
                    <a:pt x="8222200" y="4294938"/>
                  </a:lnTo>
                  <a:lnTo>
                    <a:pt x="8273721" y="4243417"/>
                  </a:lnTo>
                  <a:lnTo>
                    <a:pt x="8316339" y="4181234"/>
                  </a:lnTo>
                  <a:lnTo>
                    <a:pt x="8344749" y="4111963"/>
                  </a:lnTo>
                  <a:lnTo>
                    <a:pt x="8355411" y="4074677"/>
                  </a:lnTo>
                  <a:lnTo>
                    <a:pt x="8362528" y="3996531"/>
                  </a:lnTo>
                  <a:lnTo>
                    <a:pt x="8362528" y="955615"/>
                  </a:lnTo>
                </a:path>
              </a:pathLst>
            </a:custGeom>
            <a:ln w="19049">
              <a:solidFill>
                <a:srgbClr val="FFB6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734" y="-247650"/>
              <a:ext cx="8658448" cy="48386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351" y="628301"/>
            <a:ext cx="7797662" cy="636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>
                <a:solidFill>
                  <a:schemeClr val="tx1"/>
                </a:solidFill>
              </a:rPr>
              <a:t>Why</a:t>
            </a:r>
            <a:r>
              <a:rPr spc="-430" dirty="0">
                <a:solidFill>
                  <a:srgbClr val="FFFFFF"/>
                </a:solidFill>
              </a:rPr>
              <a:t> </a:t>
            </a:r>
            <a:r>
              <a:rPr spc="245" dirty="0">
                <a:solidFill>
                  <a:schemeClr val="tx1"/>
                </a:solidFill>
              </a:rPr>
              <a:t>Code</a:t>
            </a:r>
            <a:r>
              <a:rPr spc="-320" dirty="0">
                <a:solidFill>
                  <a:srgbClr val="FFFFFF"/>
                </a:solidFill>
              </a:rPr>
              <a:t> </a:t>
            </a:r>
            <a:r>
              <a:rPr spc="135" dirty="0"/>
              <a:t>Analysis</a:t>
            </a:r>
            <a:r>
              <a:rPr spc="135" dirty="0">
                <a:solidFill>
                  <a:srgbClr val="434343"/>
                </a:solidFill>
              </a:rPr>
              <a:t>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5351" y="1962150"/>
            <a:ext cx="4310380" cy="155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sz="1800" spc="60" dirty="0">
                <a:latin typeface="Trebuchet MS"/>
                <a:cs typeface="Trebuchet MS"/>
              </a:rPr>
              <a:t>Best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Practices</a:t>
            </a:r>
            <a:endParaRPr sz="1800" dirty="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15"/>
              </a:spcBef>
              <a:buClr>
                <a:srgbClr val="C00000"/>
              </a:buClr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sz="1800" spc="-20" dirty="0">
                <a:latin typeface="Trebuchet MS"/>
                <a:cs typeface="Trebuchet MS"/>
              </a:rPr>
              <a:t>Vulnerabilities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code</a:t>
            </a:r>
            <a:endParaRPr sz="1800" dirty="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spcBef>
                <a:spcPts val="15"/>
              </a:spcBef>
              <a:buClr>
                <a:srgbClr val="C00000"/>
              </a:buClr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sz="1800" dirty="0">
                <a:latin typeface="Trebuchet MS"/>
                <a:cs typeface="Trebuchet MS"/>
              </a:rPr>
              <a:t>Functional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Errors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before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deployment</a:t>
            </a:r>
            <a:endParaRPr sz="1800" dirty="0">
              <a:latin typeface="Trebuchet MS"/>
              <a:cs typeface="Trebuchet MS"/>
            </a:endParaRPr>
          </a:p>
          <a:p>
            <a:pPr marL="285750" indent="-285750">
              <a:lnSpc>
                <a:spcPct val="100000"/>
              </a:lnSpc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buClr>
                <a:srgbClr val="C00000"/>
              </a:buClr>
            </a:pPr>
            <a:r>
              <a:rPr sz="1800" spc="-30" dirty="0">
                <a:latin typeface="Trebuchet MS"/>
                <a:cs typeface="Trebuchet MS"/>
              </a:rPr>
              <a:t>Variety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test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performed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on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CODE.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19681" y="226034"/>
            <a:ext cx="539750" cy="880110"/>
          </a:xfrm>
          <a:custGeom>
            <a:avLst/>
            <a:gdLst/>
            <a:ahLst/>
            <a:cxnLst/>
            <a:rect l="l" t="t" r="r" b="b"/>
            <a:pathLst>
              <a:path w="539750" h="880110">
                <a:moveTo>
                  <a:pt x="369430" y="326009"/>
                </a:moveTo>
                <a:lnTo>
                  <a:pt x="337502" y="352856"/>
                </a:lnTo>
                <a:lnTo>
                  <a:pt x="333629" y="355371"/>
                </a:lnTo>
                <a:lnTo>
                  <a:pt x="328561" y="356679"/>
                </a:lnTo>
                <a:lnTo>
                  <a:pt x="324688" y="355371"/>
                </a:lnTo>
                <a:lnTo>
                  <a:pt x="320865" y="352856"/>
                </a:lnTo>
                <a:lnTo>
                  <a:pt x="269722" y="309359"/>
                </a:lnTo>
                <a:lnTo>
                  <a:pt x="218579" y="352856"/>
                </a:lnTo>
                <a:lnTo>
                  <a:pt x="214757" y="355371"/>
                </a:lnTo>
                <a:lnTo>
                  <a:pt x="210947" y="356679"/>
                </a:lnTo>
                <a:lnTo>
                  <a:pt x="205816" y="355371"/>
                </a:lnTo>
                <a:lnTo>
                  <a:pt x="201993" y="352856"/>
                </a:lnTo>
                <a:lnTo>
                  <a:pt x="170014" y="326009"/>
                </a:lnTo>
                <a:lnTo>
                  <a:pt x="239052" y="645579"/>
                </a:lnTo>
                <a:lnTo>
                  <a:pt x="300393" y="645579"/>
                </a:lnTo>
                <a:lnTo>
                  <a:pt x="369430" y="326009"/>
                </a:lnTo>
                <a:close/>
              </a:path>
              <a:path w="539750" h="880110">
                <a:moveTo>
                  <a:pt x="377126" y="816902"/>
                </a:moveTo>
                <a:lnTo>
                  <a:pt x="162369" y="816902"/>
                </a:lnTo>
                <a:lnTo>
                  <a:pt x="162369" y="825855"/>
                </a:lnTo>
                <a:lnTo>
                  <a:pt x="260769" y="878243"/>
                </a:lnTo>
                <a:lnTo>
                  <a:pt x="269722" y="879551"/>
                </a:lnTo>
                <a:lnTo>
                  <a:pt x="278676" y="878243"/>
                </a:lnTo>
                <a:lnTo>
                  <a:pt x="359232" y="851446"/>
                </a:lnTo>
                <a:lnTo>
                  <a:pt x="377126" y="825855"/>
                </a:lnTo>
                <a:lnTo>
                  <a:pt x="377126" y="816902"/>
                </a:lnTo>
                <a:close/>
              </a:path>
              <a:path w="539750" h="880110">
                <a:moveTo>
                  <a:pt x="377126" y="744029"/>
                </a:moveTo>
                <a:lnTo>
                  <a:pt x="162369" y="744029"/>
                </a:lnTo>
                <a:lnTo>
                  <a:pt x="162369" y="791349"/>
                </a:lnTo>
                <a:lnTo>
                  <a:pt x="377126" y="791349"/>
                </a:lnTo>
                <a:lnTo>
                  <a:pt x="377126" y="744029"/>
                </a:lnTo>
                <a:close/>
              </a:path>
              <a:path w="539750" h="880110">
                <a:moveTo>
                  <a:pt x="377126" y="671169"/>
                </a:moveTo>
                <a:lnTo>
                  <a:pt x="162369" y="671169"/>
                </a:lnTo>
                <a:lnTo>
                  <a:pt x="162369" y="718489"/>
                </a:lnTo>
                <a:lnTo>
                  <a:pt x="377126" y="718489"/>
                </a:lnTo>
                <a:lnTo>
                  <a:pt x="377126" y="671169"/>
                </a:lnTo>
                <a:close/>
              </a:path>
              <a:path w="539750" h="880110">
                <a:moveTo>
                  <a:pt x="539445" y="269735"/>
                </a:moveTo>
                <a:lnTo>
                  <a:pt x="533057" y="214769"/>
                </a:lnTo>
                <a:lnTo>
                  <a:pt x="517715" y="164896"/>
                </a:lnTo>
                <a:lnTo>
                  <a:pt x="493433" y="118884"/>
                </a:lnTo>
                <a:lnTo>
                  <a:pt x="460197" y="79260"/>
                </a:lnTo>
                <a:lnTo>
                  <a:pt x="420573" y="46012"/>
                </a:lnTo>
                <a:lnTo>
                  <a:pt x="374561" y="21729"/>
                </a:lnTo>
                <a:lnTo>
                  <a:pt x="323430" y="5080"/>
                </a:lnTo>
                <a:lnTo>
                  <a:pt x="269722" y="0"/>
                </a:lnTo>
                <a:lnTo>
                  <a:pt x="241617" y="1257"/>
                </a:lnTo>
                <a:lnTo>
                  <a:pt x="189166" y="12776"/>
                </a:lnTo>
                <a:lnTo>
                  <a:pt x="141897" y="33248"/>
                </a:lnTo>
                <a:lnTo>
                  <a:pt x="98412" y="61353"/>
                </a:lnTo>
                <a:lnTo>
                  <a:pt x="62661" y="98412"/>
                </a:lnTo>
                <a:lnTo>
                  <a:pt x="33235" y="140601"/>
                </a:lnTo>
                <a:lnTo>
                  <a:pt x="12776" y="189179"/>
                </a:lnTo>
                <a:lnTo>
                  <a:pt x="2565" y="241630"/>
                </a:lnTo>
                <a:lnTo>
                  <a:pt x="0" y="269735"/>
                </a:lnTo>
                <a:lnTo>
                  <a:pt x="1257" y="283819"/>
                </a:lnTo>
                <a:lnTo>
                  <a:pt x="6388" y="324700"/>
                </a:lnTo>
                <a:lnTo>
                  <a:pt x="21729" y="373278"/>
                </a:lnTo>
                <a:lnTo>
                  <a:pt x="44754" y="416775"/>
                </a:lnTo>
                <a:lnTo>
                  <a:pt x="71602" y="457657"/>
                </a:lnTo>
                <a:lnTo>
                  <a:pt x="99720" y="498589"/>
                </a:lnTo>
                <a:lnTo>
                  <a:pt x="112483" y="520319"/>
                </a:lnTo>
                <a:lnTo>
                  <a:pt x="125260" y="542036"/>
                </a:lnTo>
                <a:lnTo>
                  <a:pt x="136779" y="565073"/>
                </a:lnTo>
                <a:lnTo>
                  <a:pt x="147027" y="590613"/>
                </a:lnTo>
                <a:lnTo>
                  <a:pt x="155930" y="617461"/>
                </a:lnTo>
                <a:lnTo>
                  <a:pt x="162369" y="645579"/>
                </a:lnTo>
                <a:lnTo>
                  <a:pt x="213448" y="645579"/>
                </a:lnTo>
                <a:lnTo>
                  <a:pt x="170014" y="444881"/>
                </a:lnTo>
                <a:lnTo>
                  <a:pt x="139331" y="295287"/>
                </a:lnTo>
                <a:lnTo>
                  <a:pt x="139331" y="288899"/>
                </a:lnTo>
                <a:lnTo>
                  <a:pt x="141897" y="283819"/>
                </a:lnTo>
                <a:lnTo>
                  <a:pt x="145719" y="281254"/>
                </a:lnTo>
                <a:lnTo>
                  <a:pt x="150850" y="279946"/>
                </a:lnTo>
                <a:lnTo>
                  <a:pt x="154673" y="279946"/>
                </a:lnTo>
                <a:lnTo>
                  <a:pt x="159804" y="282511"/>
                </a:lnTo>
                <a:lnTo>
                  <a:pt x="210947" y="327266"/>
                </a:lnTo>
                <a:lnTo>
                  <a:pt x="260769" y="282511"/>
                </a:lnTo>
                <a:lnTo>
                  <a:pt x="265899" y="279946"/>
                </a:lnTo>
                <a:lnTo>
                  <a:pt x="273545" y="279946"/>
                </a:lnTo>
                <a:lnTo>
                  <a:pt x="278676" y="282511"/>
                </a:lnTo>
                <a:lnTo>
                  <a:pt x="328561" y="327266"/>
                </a:lnTo>
                <a:lnTo>
                  <a:pt x="379641" y="282511"/>
                </a:lnTo>
                <a:lnTo>
                  <a:pt x="384771" y="279946"/>
                </a:lnTo>
                <a:lnTo>
                  <a:pt x="388594" y="279946"/>
                </a:lnTo>
                <a:lnTo>
                  <a:pt x="393725" y="281254"/>
                </a:lnTo>
                <a:lnTo>
                  <a:pt x="397548" y="283819"/>
                </a:lnTo>
                <a:lnTo>
                  <a:pt x="400113" y="288899"/>
                </a:lnTo>
                <a:lnTo>
                  <a:pt x="400113" y="295287"/>
                </a:lnTo>
                <a:lnTo>
                  <a:pt x="369430" y="444881"/>
                </a:lnTo>
                <a:lnTo>
                  <a:pt x="325996" y="645579"/>
                </a:lnTo>
                <a:lnTo>
                  <a:pt x="377126" y="645579"/>
                </a:lnTo>
                <a:lnTo>
                  <a:pt x="392468" y="590613"/>
                </a:lnTo>
                <a:lnTo>
                  <a:pt x="414185" y="542036"/>
                </a:lnTo>
                <a:lnTo>
                  <a:pt x="439724" y="498589"/>
                </a:lnTo>
                <a:lnTo>
                  <a:pt x="467893" y="457657"/>
                </a:lnTo>
                <a:lnTo>
                  <a:pt x="481914" y="437184"/>
                </a:lnTo>
                <a:lnTo>
                  <a:pt x="506209" y="396303"/>
                </a:lnTo>
                <a:lnTo>
                  <a:pt x="526669" y="350291"/>
                </a:lnTo>
                <a:lnTo>
                  <a:pt x="536930" y="297853"/>
                </a:lnTo>
                <a:lnTo>
                  <a:pt x="538187" y="283819"/>
                </a:lnTo>
                <a:lnTo>
                  <a:pt x="539445" y="269735"/>
                </a:lnTo>
                <a:close/>
              </a:path>
            </a:pathLst>
          </a:custGeom>
          <a:solidFill>
            <a:srgbClr val="FFB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908" y="890895"/>
            <a:ext cx="166849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50" dirty="0"/>
              <a:t>Tools</a:t>
            </a:r>
            <a:endParaRPr sz="320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5025" y="1767813"/>
            <a:ext cx="9423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rebuchet MS"/>
                <a:cs typeface="Trebuchet MS"/>
              </a:rPr>
              <a:t>Checkstyle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6801" y="1767813"/>
            <a:ext cx="8540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rebuchet MS"/>
                <a:cs typeface="Trebuchet MS"/>
              </a:rPr>
              <a:t>Cobertura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8577" y="1682172"/>
            <a:ext cx="582930" cy="5810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400" spc="-10" dirty="0">
                <a:latin typeface="Trebuchet MS"/>
                <a:cs typeface="Trebuchet MS"/>
              </a:rPr>
              <a:t>mstest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00" spc="-50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5025" y="3215613"/>
            <a:ext cx="5632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latin typeface="Trebuchet MS"/>
                <a:cs typeface="Trebuchet MS"/>
              </a:rPr>
              <a:t>owasp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46801" y="3215613"/>
            <a:ext cx="16770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latin typeface="Trebuchet MS"/>
                <a:cs typeface="Trebuchet MS"/>
              </a:rPr>
              <a:t>SonarQube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Scanner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98577" y="3215613"/>
            <a:ext cx="10579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Etc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etc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etc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350" dirty="0">
                <a:latin typeface="Trebuchet MS"/>
                <a:cs typeface="Trebuchet MS"/>
              </a:rPr>
              <a:t>….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20000" y="57150"/>
            <a:ext cx="796290" cy="763905"/>
            <a:chOff x="8054838" y="308798"/>
            <a:chExt cx="796290" cy="763905"/>
          </a:xfrm>
        </p:grpSpPr>
        <p:sp>
          <p:nvSpPr>
            <p:cNvPr id="10" name="object 10"/>
            <p:cNvSpPr/>
            <p:nvPr/>
          </p:nvSpPr>
          <p:spPr>
            <a:xfrm>
              <a:off x="8547451" y="308798"/>
              <a:ext cx="238125" cy="263525"/>
            </a:xfrm>
            <a:custGeom>
              <a:avLst/>
              <a:gdLst/>
              <a:ahLst/>
              <a:cxnLst/>
              <a:rect l="l" t="t" r="r" b="b"/>
              <a:pathLst>
                <a:path w="238125" h="263525">
                  <a:moveTo>
                    <a:pt x="26144" y="262992"/>
                  </a:moveTo>
                  <a:lnTo>
                    <a:pt x="13533" y="251266"/>
                  </a:lnTo>
                  <a:lnTo>
                    <a:pt x="0" y="241383"/>
                  </a:lnTo>
                  <a:lnTo>
                    <a:pt x="117078" y="103581"/>
                  </a:lnTo>
                  <a:lnTo>
                    <a:pt x="112579" y="95469"/>
                  </a:lnTo>
                  <a:lnTo>
                    <a:pt x="109003" y="86471"/>
                  </a:lnTo>
                  <a:lnTo>
                    <a:pt x="106274" y="76552"/>
                  </a:lnTo>
                  <a:lnTo>
                    <a:pt x="105389" y="66669"/>
                  </a:lnTo>
                  <a:lnTo>
                    <a:pt x="106274" y="59442"/>
                  </a:lnTo>
                  <a:lnTo>
                    <a:pt x="107196" y="53136"/>
                  </a:lnTo>
                  <a:lnTo>
                    <a:pt x="108081" y="46831"/>
                  </a:lnTo>
                  <a:lnTo>
                    <a:pt x="125190" y="19838"/>
                  </a:lnTo>
                  <a:lnTo>
                    <a:pt x="129689" y="15303"/>
                  </a:lnTo>
                  <a:lnTo>
                    <a:pt x="164831" y="921"/>
                  </a:lnTo>
                  <a:lnTo>
                    <a:pt x="171137" y="0"/>
                  </a:lnTo>
                  <a:lnTo>
                    <a:pt x="208049" y="11726"/>
                  </a:lnTo>
                  <a:lnTo>
                    <a:pt x="213469" y="15303"/>
                  </a:lnTo>
                  <a:lnTo>
                    <a:pt x="217968" y="19838"/>
                  </a:lnTo>
                  <a:lnTo>
                    <a:pt x="222467" y="24337"/>
                  </a:lnTo>
                  <a:lnTo>
                    <a:pt x="226081" y="29721"/>
                  </a:lnTo>
                  <a:lnTo>
                    <a:pt x="229657" y="35141"/>
                  </a:lnTo>
                  <a:lnTo>
                    <a:pt x="232386" y="40525"/>
                  </a:lnTo>
                  <a:lnTo>
                    <a:pt x="234156" y="46831"/>
                  </a:lnTo>
                  <a:lnTo>
                    <a:pt x="235963" y="53136"/>
                  </a:lnTo>
                  <a:lnTo>
                    <a:pt x="236885" y="59442"/>
                  </a:lnTo>
                  <a:lnTo>
                    <a:pt x="237770" y="66669"/>
                  </a:lnTo>
                  <a:lnTo>
                    <a:pt x="236885" y="72975"/>
                  </a:lnTo>
                  <a:lnTo>
                    <a:pt x="235963" y="79244"/>
                  </a:lnTo>
                  <a:lnTo>
                    <a:pt x="234156" y="85549"/>
                  </a:lnTo>
                  <a:lnTo>
                    <a:pt x="232386" y="91855"/>
                  </a:lnTo>
                  <a:lnTo>
                    <a:pt x="208049" y="120691"/>
                  </a:lnTo>
                  <a:lnTo>
                    <a:pt x="202665" y="124305"/>
                  </a:lnTo>
                  <a:lnTo>
                    <a:pt x="171137" y="132381"/>
                  </a:lnTo>
                  <a:lnTo>
                    <a:pt x="163909" y="131496"/>
                  </a:lnTo>
                  <a:lnTo>
                    <a:pt x="156718" y="130611"/>
                  </a:lnTo>
                  <a:lnTo>
                    <a:pt x="149528" y="128804"/>
                  </a:lnTo>
                  <a:lnTo>
                    <a:pt x="143222" y="126075"/>
                  </a:lnTo>
                  <a:lnTo>
                    <a:pt x="26144" y="262992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7219" y="347517"/>
              <a:ext cx="189131" cy="21885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054838" y="724896"/>
              <a:ext cx="266065" cy="161290"/>
            </a:xfrm>
            <a:custGeom>
              <a:avLst/>
              <a:gdLst/>
              <a:ahLst/>
              <a:cxnLst/>
              <a:rect l="l" t="t" r="r" b="b"/>
              <a:pathLst>
                <a:path w="266065" h="161290">
                  <a:moveTo>
                    <a:pt x="70246" y="161180"/>
                  </a:moveTo>
                  <a:lnTo>
                    <a:pt x="63941" y="161180"/>
                  </a:lnTo>
                  <a:lnTo>
                    <a:pt x="51329" y="159410"/>
                  </a:lnTo>
                  <a:lnTo>
                    <a:pt x="22530" y="144070"/>
                  </a:lnTo>
                  <a:lnTo>
                    <a:pt x="17110" y="139571"/>
                  </a:lnTo>
                  <a:lnTo>
                    <a:pt x="13496" y="134187"/>
                  </a:lnTo>
                  <a:lnTo>
                    <a:pt x="9919" y="129689"/>
                  </a:lnTo>
                  <a:lnTo>
                    <a:pt x="7190" y="123383"/>
                  </a:lnTo>
                  <a:lnTo>
                    <a:pt x="4498" y="117963"/>
                  </a:lnTo>
                  <a:lnTo>
                    <a:pt x="2691" y="111657"/>
                  </a:lnTo>
                  <a:lnTo>
                    <a:pt x="921" y="105351"/>
                  </a:lnTo>
                  <a:lnTo>
                    <a:pt x="0" y="99046"/>
                  </a:lnTo>
                  <a:lnTo>
                    <a:pt x="0" y="92740"/>
                  </a:lnTo>
                  <a:lnTo>
                    <a:pt x="921" y="86434"/>
                  </a:lnTo>
                  <a:lnTo>
                    <a:pt x="1806" y="80129"/>
                  </a:lnTo>
                  <a:lnTo>
                    <a:pt x="17110" y="51329"/>
                  </a:lnTo>
                  <a:lnTo>
                    <a:pt x="21608" y="46831"/>
                  </a:lnTo>
                  <a:lnTo>
                    <a:pt x="27029" y="42332"/>
                  </a:lnTo>
                  <a:lnTo>
                    <a:pt x="32413" y="38718"/>
                  </a:lnTo>
                  <a:lnTo>
                    <a:pt x="37833" y="36026"/>
                  </a:lnTo>
                  <a:lnTo>
                    <a:pt x="43217" y="33298"/>
                  </a:lnTo>
                  <a:lnTo>
                    <a:pt x="49522" y="31528"/>
                  </a:lnTo>
                  <a:lnTo>
                    <a:pt x="55829" y="29721"/>
                  </a:lnTo>
                  <a:lnTo>
                    <a:pt x="62134" y="29721"/>
                  </a:lnTo>
                  <a:lnTo>
                    <a:pt x="68439" y="28799"/>
                  </a:lnTo>
                  <a:lnTo>
                    <a:pt x="74745" y="29721"/>
                  </a:lnTo>
                  <a:lnTo>
                    <a:pt x="81050" y="30606"/>
                  </a:lnTo>
                  <a:lnTo>
                    <a:pt x="114385" y="50408"/>
                  </a:lnTo>
                  <a:lnTo>
                    <a:pt x="118885" y="54943"/>
                  </a:lnTo>
                  <a:lnTo>
                    <a:pt x="252187" y="0"/>
                  </a:lnTo>
                  <a:lnTo>
                    <a:pt x="257571" y="16188"/>
                  </a:lnTo>
                  <a:lnTo>
                    <a:pt x="265684" y="31528"/>
                  </a:lnTo>
                  <a:lnTo>
                    <a:pt x="131496" y="86434"/>
                  </a:lnTo>
                  <a:lnTo>
                    <a:pt x="123383" y="128767"/>
                  </a:lnTo>
                  <a:lnTo>
                    <a:pt x="94584" y="154874"/>
                  </a:lnTo>
                  <a:lnTo>
                    <a:pt x="76552" y="160295"/>
                  </a:lnTo>
                  <a:lnTo>
                    <a:pt x="70246" y="161180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9965" y="836553"/>
              <a:ext cx="131495" cy="2359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12314" y="655534"/>
              <a:ext cx="238655" cy="13238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318715" y="540263"/>
              <a:ext cx="279400" cy="280670"/>
            </a:xfrm>
            <a:custGeom>
              <a:avLst/>
              <a:gdLst/>
              <a:ahLst/>
              <a:cxnLst/>
              <a:rect l="l" t="t" r="r" b="b"/>
              <a:pathLst>
                <a:path w="279400" h="280669">
                  <a:moveTo>
                    <a:pt x="139608" y="280102"/>
                  </a:moveTo>
                  <a:lnTo>
                    <a:pt x="125190" y="279180"/>
                  </a:lnTo>
                  <a:lnTo>
                    <a:pt x="111656" y="276488"/>
                  </a:lnTo>
                  <a:lnTo>
                    <a:pt x="98160" y="273796"/>
                  </a:lnTo>
                  <a:lnTo>
                    <a:pt x="85549" y="268376"/>
                  </a:lnTo>
                  <a:lnTo>
                    <a:pt x="72938" y="262992"/>
                  </a:lnTo>
                  <a:lnTo>
                    <a:pt x="41410" y="238654"/>
                  </a:lnTo>
                  <a:lnTo>
                    <a:pt x="17110" y="206241"/>
                  </a:lnTo>
                  <a:lnTo>
                    <a:pt x="2691" y="168408"/>
                  </a:lnTo>
                  <a:lnTo>
                    <a:pt x="0" y="139608"/>
                  </a:lnTo>
                  <a:lnTo>
                    <a:pt x="885" y="126075"/>
                  </a:lnTo>
                  <a:lnTo>
                    <a:pt x="10803" y="85549"/>
                  </a:lnTo>
                  <a:lnTo>
                    <a:pt x="32413" y="51329"/>
                  </a:lnTo>
                  <a:lnTo>
                    <a:pt x="61249" y="24300"/>
                  </a:lnTo>
                  <a:lnTo>
                    <a:pt x="98160" y="6305"/>
                  </a:lnTo>
                  <a:lnTo>
                    <a:pt x="139608" y="0"/>
                  </a:lnTo>
                  <a:lnTo>
                    <a:pt x="153989" y="885"/>
                  </a:lnTo>
                  <a:lnTo>
                    <a:pt x="194515" y="10804"/>
                  </a:lnTo>
                  <a:lnTo>
                    <a:pt x="228735" y="32413"/>
                  </a:lnTo>
                  <a:lnTo>
                    <a:pt x="255764" y="62134"/>
                  </a:lnTo>
                  <a:lnTo>
                    <a:pt x="268375" y="85549"/>
                  </a:lnTo>
                  <a:lnTo>
                    <a:pt x="273796" y="98161"/>
                  </a:lnTo>
                  <a:lnTo>
                    <a:pt x="276488" y="111657"/>
                  </a:lnTo>
                  <a:lnTo>
                    <a:pt x="279180" y="126075"/>
                  </a:lnTo>
                  <a:lnTo>
                    <a:pt x="279180" y="153989"/>
                  </a:lnTo>
                  <a:lnTo>
                    <a:pt x="268375" y="194515"/>
                  </a:lnTo>
                  <a:lnTo>
                    <a:pt x="247652" y="228735"/>
                  </a:lnTo>
                  <a:lnTo>
                    <a:pt x="217931" y="255764"/>
                  </a:lnTo>
                  <a:lnTo>
                    <a:pt x="181019" y="273796"/>
                  </a:lnTo>
                  <a:lnTo>
                    <a:pt x="153989" y="279180"/>
                  </a:lnTo>
                  <a:lnTo>
                    <a:pt x="139608" y="280102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734" y="379877"/>
            <a:ext cx="8362950" cy="4384040"/>
          </a:xfrm>
          <a:custGeom>
            <a:avLst/>
            <a:gdLst/>
            <a:ahLst/>
            <a:cxnLst/>
            <a:rect l="l" t="t" r="r" b="b"/>
            <a:pathLst>
              <a:path w="8362950" h="4384040">
                <a:moveTo>
                  <a:pt x="7406913" y="0"/>
                </a:moveTo>
                <a:lnTo>
                  <a:pt x="387213" y="0"/>
                </a:lnTo>
                <a:lnTo>
                  <a:pt x="346383" y="1786"/>
                </a:lnTo>
                <a:lnTo>
                  <a:pt x="309068" y="7117"/>
                </a:lnTo>
                <a:lnTo>
                  <a:pt x="271781" y="17779"/>
                </a:lnTo>
                <a:lnTo>
                  <a:pt x="202511" y="46190"/>
                </a:lnTo>
                <a:lnTo>
                  <a:pt x="140328" y="88807"/>
                </a:lnTo>
                <a:lnTo>
                  <a:pt x="88807" y="140328"/>
                </a:lnTo>
                <a:lnTo>
                  <a:pt x="46190" y="202511"/>
                </a:lnTo>
                <a:lnTo>
                  <a:pt x="17779" y="271781"/>
                </a:lnTo>
                <a:lnTo>
                  <a:pt x="7117" y="309068"/>
                </a:lnTo>
                <a:lnTo>
                  <a:pt x="0" y="387213"/>
                </a:lnTo>
                <a:lnTo>
                  <a:pt x="0" y="3996531"/>
                </a:lnTo>
                <a:lnTo>
                  <a:pt x="1786" y="4037362"/>
                </a:lnTo>
                <a:lnTo>
                  <a:pt x="17779" y="4111963"/>
                </a:lnTo>
                <a:lnTo>
                  <a:pt x="46190" y="4181234"/>
                </a:lnTo>
                <a:lnTo>
                  <a:pt x="88807" y="4243417"/>
                </a:lnTo>
                <a:lnTo>
                  <a:pt x="140328" y="4294938"/>
                </a:lnTo>
                <a:lnTo>
                  <a:pt x="202511" y="4337555"/>
                </a:lnTo>
                <a:lnTo>
                  <a:pt x="271781" y="4365966"/>
                </a:lnTo>
                <a:lnTo>
                  <a:pt x="309068" y="4376628"/>
                </a:lnTo>
                <a:lnTo>
                  <a:pt x="387213" y="4383745"/>
                </a:lnTo>
                <a:lnTo>
                  <a:pt x="7975315" y="4383745"/>
                </a:lnTo>
                <a:lnTo>
                  <a:pt x="8016145" y="4381959"/>
                </a:lnTo>
                <a:lnTo>
                  <a:pt x="8090746" y="4365966"/>
                </a:lnTo>
                <a:lnTo>
                  <a:pt x="8160017" y="4337555"/>
                </a:lnTo>
                <a:lnTo>
                  <a:pt x="8222200" y="4294938"/>
                </a:lnTo>
                <a:lnTo>
                  <a:pt x="8273721" y="4243417"/>
                </a:lnTo>
                <a:lnTo>
                  <a:pt x="8316339" y="4181234"/>
                </a:lnTo>
                <a:lnTo>
                  <a:pt x="8344749" y="4111963"/>
                </a:lnTo>
                <a:lnTo>
                  <a:pt x="8355411" y="4074677"/>
                </a:lnTo>
                <a:lnTo>
                  <a:pt x="8362528" y="3996531"/>
                </a:lnTo>
                <a:lnTo>
                  <a:pt x="8362528" y="955615"/>
                </a:lnTo>
              </a:path>
            </a:pathLst>
          </a:custGeom>
          <a:ln w="19049">
            <a:solidFill>
              <a:srgbClr val="434343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838200" y="1962150"/>
            <a:ext cx="6724650" cy="2253822"/>
          </a:xfrm>
          <a:prstGeom prst="rect">
            <a:avLst/>
          </a:prstGeom>
        </p:spPr>
        <p:txBody>
          <a:bodyPr vert="horz" wrap="square" lIns="0" tIns="36766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2895"/>
              </a:spcBef>
              <a:buNone/>
            </a:pPr>
            <a:r>
              <a:rPr sz="4800" spc="140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Software</a:t>
            </a:r>
            <a:r>
              <a:rPr sz="4800" spc="-31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 </a:t>
            </a:r>
            <a:r>
              <a:rPr sz="4800" spc="9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Repositories</a:t>
            </a:r>
            <a:endParaRPr sz="4800" dirty="0">
              <a:solidFill>
                <a:srgbClr val="C00000"/>
              </a:solidFill>
              <a:latin typeface="Arial Black" panose="020B0A04020102020204" pitchFamily="34" charset="0"/>
              <a:cs typeface="Trebuchet MS"/>
            </a:endParaRPr>
          </a:p>
          <a:p>
            <a:pPr marL="0" indent="0">
              <a:lnSpc>
                <a:spcPct val="100000"/>
              </a:lnSpc>
              <a:spcBef>
                <a:spcPts val="1045"/>
              </a:spcBef>
              <a:buNone/>
            </a:pPr>
            <a:r>
              <a:rPr sz="1800" b="0" dirty="0">
                <a:latin typeface="Trebuchet MS"/>
                <a:cs typeface="Trebuchet MS"/>
              </a:rPr>
              <a:t>Storage location </a:t>
            </a:r>
            <a:r>
              <a:rPr sz="1800" b="0" spc="-40" dirty="0">
                <a:latin typeface="Trebuchet MS"/>
                <a:cs typeface="Trebuchet MS"/>
              </a:rPr>
              <a:t>for</a:t>
            </a:r>
            <a:r>
              <a:rPr sz="1800" b="0" spc="-50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software </a:t>
            </a:r>
            <a:r>
              <a:rPr sz="1800" b="0" spc="65" dirty="0">
                <a:latin typeface="Trebuchet MS"/>
                <a:cs typeface="Trebuchet MS"/>
              </a:rPr>
              <a:t>packages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87089" y="356400"/>
            <a:ext cx="618490" cy="748665"/>
            <a:chOff x="8087089" y="356400"/>
            <a:chExt cx="618490" cy="748665"/>
          </a:xfrm>
        </p:grpSpPr>
        <p:sp>
          <p:nvSpPr>
            <p:cNvPr id="5" name="object 5"/>
            <p:cNvSpPr/>
            <p:nvPr/>
          </p:nvSpPr>
          <p:spPr>
            <a:xfrm>
              <a:off x="8087081" y="356412"/>
              <a:ext cx="618490" cy="748665"/>
            </a:xfrm>
            <a:custGeom>
              <a:avLst/>
              <a:gdLst/>
              <a:ahLst/>
              <a:cxnLst/>
              <a:rect l="l" t="t" r="r" b="b"/>
              <a:pathLst>
                <a:path w="618490" h="748665">
                  <a:moveTo>
                    <a:pt x="563740" y="711974"/>
                  </a:moveTo>
                  <a:lnTo>
                    <a:pt x="65493" y="711974"/>
                  </a:lnTo>
                  <a:lnTo>
                    <a:pt x="60020" y="711047"/>
                  </a:lnTo>
                  <a:lnTo>
                    <a:pt x="39090" y="691946"/>
                  </a:lnTo>
                  <a:lnTo>
                    <a:pt x="37274" y="686511"/>
                  </a:lnTo>
                  <a:lnTo>
                    <a:pt x="36372" y="680148"/>
                  </a:lnTo>
                  <a:lnTo>
                    <a:pt x="36372" y="57289"/>
                  </a:lnTo>
                  <a:lnTo>
                    <a:pt x="29121" y="57289"/>
                  </a:lnTo>
                  <a:lnTo>
                    <a:pt x="0" y="83654"/>
                  </a:lnTo>
                  <a:lnTo>
                    <a:pt x="0" y="716521"/>
                  </a:lnTo>
                  <a:lnTo>
                    <a:pt x="901" y="722884"/>
                  </a:lnTo>
                  <a:lnTo>
                    <a:pt x="2717" y="728319"/>
                  </a:lnTo>
                  <a:lnTo>
                    <a:pt x="4546" y="733793"/>
                  </a:lnTo>
                  <a:lnTo>
                    <a:pt x="29121" y="748322"/>
                  </a:lnTo>
                  <a:lnTo>
                    <a:pt x="534657" y="748322"/>
                  </a:lnTo>
                  <a:lnTo>
                    <a:pt x="561022" y="728319"/>
                  </a:lnTo>
                  <a:lnTo>
                    <a:pt x="562851" y="722884"/>
                  </a:lnTo>
                  <a:lnTo>
                    <a:pt x="563740" y="716521"/>
                  </a:lnTo>
                  <a:lnTo>
                    <a:pt x="563740" y="711974"/>
                  </a:lnTo>
                  <a:close/>
                </a:path>
                <a:path w="618490" h="748665">
                  <a:moveTo>
                    <a:pt x="618312" y="143662"/>
                  </a:moveTo>
                  <a:lnTo>
                    <a:pt x="552831" y="143662"/>
                  </a:lnTo>
                  <a:lnTo>
                    <a:pt x="552831" y="250063"/>
                  </a:lnTo>
                  <a:lnTo>
                    <a:pt x="552831" y="336435"/>
                  </a:lnTo>
                  <a:lnTo>
                    <a:pt x="552831" y="421919"/>
                  </a:lnTo>
                  <a:lnTo>
                    <a:pt x="551942" y="425538"/>
                  </a:lnTo>
                  <a:lnTo>
                    <a:pt x="550113" y="428282"/>
                  </a:lnTo>
                  <a:lnTo>
                    <a:pt x="547395" y="430072"/>
                  </a:lnTo>
                  <a:lnTo>
                    <a:pt x="543750" y="430999"/>
                  </a:lnTo>
                  <a:lnTo>
                    <a:pt x="371005" y="430999"/>
                  </a:lnTo>
                  <a:lnTo>
                    <a:pt x="371005" y="508292"/>
                  </a:lnTo>
                  <a:lnTo>
                    <a:pt x="370065" y="511911"/>
                  </a:lnTo>
                  <a:lnTo>
                    <a:pt x="368249" y="514667"/>
                  </a:lnTo>
                  <a:lnTo>
                    <a:pt x="365531" y="516483"/>
                  </a:lnTo>
                  <a:lnTo>
                    <a:pt x="361873" y="517385"/>
                  </a:lnTo>
                  <a:lnTo>
                    <a:pt x="129120" y="517385"/>
                  </a:lnTo>
                  <a:lnTo>
                    <a:pt x="125463" y="516483"/>
                  </a:lnTo>
                  <a:lnTo>
                    <a:pt x="122745" y="514667"/>
                  </a:lnTo>
                  <a:lnTo>
                    <a:pt x="120929" y="511911"/>
                  </a:lnTo>
                  <a:lnTo>
                    <a:pt x="120027" y="508292"/>
                  </a:lnTo>
                  <a:lnTo>
                    <a:pt x="120929" y="504647"/>
                  </a:lnTo>
                  <a:lnTo>
                    <a:pt x="122745" y="501929"/>
                  </a:lnTo>
                  <a:lnTo>
                    <a:pt x="125463" y="500100"/>
                  </a:lnTo>
                  <a:lnTo>
                    <a:pt x="129120" y="499211"/>
                  </a:lnTo>
                  <a:lnTo>
                    <a:pt x="361873" y="499211"/>
                  </a:lnTo>
                  <a:lnTo>
                    <a:pt x="365531" y="500100"/>
                  </a:lnTo>
                  <a:lnTo>
                    <a:pt x="368249" y="501929"/>
                  </a:lnTo>
                  <a:lnTo>
                    <a:pt x="370065" y="504647"/>
                  </a:lnTo>
                  <a:lnTo>
                    <a:pt x="371005" y="508292"/>
                  </a:lnTo>
                  <a:lnTo>
                    <a:pt x="371005" y="430999"/>
                  </a:lnTo>
                  <a:lnTo>
                    <a:pt x="129120" y="430999"/>
                  </a:lnTo>
                  <a:lnTo>
                    <a:pt x="125463" y="430072"/>
                  </a:lnTo>
                  <a:lnTo>
                    <a:pt x="122745" y="428282"/>
                  </a:lnTo>
                  <a:lnTo>
                    <a:pt x="120929" y="425538"/>
                  </a:lnTo>
                  <a:lnTo>
                    <a:pt x="120027" y="421919"/>
                  </a:lnTo>
                  <a:lnTo>
                    <a:pt x="120929" y="418274"/>
                  </a:lnTo>
                  <a:lnTo>
                    <a:pt x="122745" y="415556"/>
                  </a:lnTo>
                  <a:lnTo>
                    <a:pt x="125463" y="413727"/>
                  </a:lnTo>
                  <a:lnTo>
                    <a:pt x="129120" y="412800"/>
                  </a:lnTo>
                  <a:lnTo>
                    <a:pt x="543750" y="412800"/>
                  </a:lnTo>
                  <a:lnTo>
                    <a:pt x="547395" y="413727"/>
                  </a:lnTo>
                  <a:lnTo>
                    <a:pt x="550113" y="415556"/>
                  </a:lnTo>
                  <a:lnTo>
                    <a:pt x="551942" y="418274"/>
                  </a:lnTo>
                  <a:lnTo>
                    <a:pt x="552831" y="421919"/>
                  </a:lnTo>
                  <a:lnTo>
                    <a:pt x="552831" y="336435"/>
                  </a:lnTo>
                  <a:lnTo>
                    <a:pt x="551942" y="340093"/>
                  </a:lnTo>
                  <a:lnTo>
                    <a:pt x="550113" y="342811"/>
                  </a:lnTo>
                  <a:lnTo>
                    <a:pt x="547395" y="344627"/>
                  </a:lnTo>
                  <a:lnTo>
                    <a:pt x="543750" y="345528"/>
                  </a:lnTo>
                  <a:lnTo>
                    <a:pt x="129120" y="345528"/>
                  </a:lnTo>
                  <a:lnTo>
                    <a:pt x="125463" y="344627"/>
                  </a:lnTo>
                  <a:lnTo>
                    <a:pt x="122745" y="342811"/>
                  </a:lnTo>
                  <a:lnTo>
                    <a:pt x="120929" y="340093"/>
                  </a:lnTo>
                  <a:lnTo>
                    <a:pt x="120027" y="336435"/>
                  </a:lnTo>
                  <a:lnTo>
                    <a:pt x="120929" y="332790"/>
                  </a:lnTo>
                  <a:lnTo>
                    <a:pt x="122745" y="330073"/>
                  </a:lnTo>
                  <a:lnTo>
                    <a:pt x="125463" y="327355"/>
                  </a:lnTo>
                  <a:lnTo>
                    <a:pt x="547395" y="327355"/>
                  </a:lnTo>
                  <a:lnTo>
                    <a:pt x="550113" y="330073"/>
                  </a:lnTo>
                  <a:lnTo>
                    <a:pt x="551942" y="332790"/>
                  </a:lnTo>
                  <a:lnTo>
                    <a:pt x="552831" y="336435"/>
                  </a:lnTo>
                  <a:lnTo>
                    <a:pt x="552831" y="250063"/>
                  </a:lnTo>
                  <a:lnTo>
                    <a:pt x="551942" y="253682"/>
                  </a:lnTo>
                  <a:lnTo>
                    <a:pt x="550113" y="256438"/>
                  </a:lnTo>
                  <a:lnTo>
                    <a:pt x="547395" y="258216"/>
                  </a:lnTo>
                  <a:lnTo>
                    <a:pt x="543750" y="259156"/>
                  </a:lnTo>
                  <a:lnTo>
                    <a:pt x="129120" y="259156"/>
                  </a:lnTo>
                  <a:lnTo>
                    <a:pt x="125463" y="258216"/>
                  </a:lnTo>
                  <a:lnTo>
                    <a:pt x="122745" y="256438"/>
                  </a:lnTo>
                  <a:lnTo>
                    <a:pt x="120929" y="253682"/>
                  </a:lnTo>
                  <a:lnTo>
                    <a:pt x="120027" y="250063"/>
                  </a:lnTo>
                  <a:lnTo>
                    <a:pt x="120929" y="246418"/>
                  </a:lnTo>
                  <a:lnTo>
                    <a:pt x="122745" y="243700"/>
                  </a:lnTo>
                  <a:lnTo>
                    <a:pt x="125463" y="241871"/>
                  </a:lnTo>
                  <a:lnTo>
                    <a:pt x="129120" y="240944"/>
                  </a:lnTo>
                  <a:lnTo>
                    <a:pt x="543750" y="240944"/>
                  </a:lnTo>
                  <a:lnTo>
                    <a:pt x="547395" y="241871"/>
                  </a:lnTo>
                  <a:lnTo>
                    <a:pt x="550113" y="243700"/>
                  </a:lnTo>
                  <a:lnTo>
                    <a:pt x="551942" y="246418"/>
                  </a:lnTo>
                  <a:lnTo>
                    <a:pt x="552831" y="250063"/>
                  </a:lnTo>
                  <a:lnTo>
                    <a:pt x="552831" y="143662"/>
                  </a:lnTo>
                  <a:lnTo>
                    <a:pt x="521931" y="143662"/>
                  </a:lnTo>
                  <a:lnTo>
                    <a:pt x="511911" y="142773"/>
                  </a:lnTo>
                  <a:lnTo>
                    <a:pt x="478294" y="114592"/>
                  </a:lnTo>
                  <a:lnTo>
                    <a:pt x="474649" y="96380"/>
                  </a:lnTo>
                  <a:lnTo>
                    <a:pt x="474649" y="0"/>
                  </a:lnTo>
                  <a:lnTo>
                    <a:pt x="78181" y="0"/>
                  </a:lnTo>
                  <a:lnTo>
                    <a:pt x="54546" y="29108"/>
                  </a:lnTo>
                  <a:lnTo>
                    <a:pt x="54546" y="661949"/>
                  </a:lnTo>
                  <a:lnTo>
                    <a:pt x="83654" y="691057"/>
                  </a:lnTo>
                  <a:lnTo>
                    <a:pt x="589203" y="691057"/>
                  </a:lnTo>
                  <a:lnTo>
                    <a:pt x="618312" y="661949"/>
                  </a:lnTo>
                  <a:lnTo>
                    <a:pt x="618312" y="517385"/>
                  </a:lnTo>
                  <a:lnTo>
                    <a:pt x="618312" y="499211"/>
                  </a:lnTo>
                  <a:lnTo>
                    <a:pt x="618312" y="240944"/>
                  </a:lnTo>
                  <a:lnTo>
                    <a:pt x="618312" y="143662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9902" y="356400"/>
              <a:ext cx="125502" cy="1255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2776" y="-247650"/>
            <a:ext cx="8658448" cy="5011566"/>
            <a:chOff x="242776" y="-247650"/>
            <a:chExt cx="8658448" cy="5011566"/>
          </a:xfrm>
        </p:grpSpPr>
        <p:sp>
          <p:nvSpPr>
            <p:cNvPr id="3" name="object 3"/>
            <p:cNvSpPr/>
            <p:nvPr/>
          </p:nvSpPr>
          <p:spPr>
            <a:xfrm>
              <a:off x="390734" y="379876"/>
              <a:ext cx="8362950" cy="4384040"/>
            </a:xfrm>
            <a:custGeom>
              <a:avLst/>
              <a:gdLst/>
              <a:ahLst/>
              <a:cxnLst/>
              <a:rect l="l" t="t" r="r" b="b"/>
              <a:pathLst>
                <a:path w="8362950" h="4384040">
                  <a:moveTo>
                    <a:pt x="7406913" y="0"/>
                  </a:moveTo>
                  <a:lnTo>
                    <a:pt x="387213" y="0"/>
                  </a:lnTo>
                  <a:lnTo>
                    <a:pt x="346383" y="1786"/>
                  </a:lnTo>
                  <a:lnTo>
                    <a:pt x="309068" y="7117"/>
                  </a:lnTo>
                  <a:lnTo>
                    <a:pt x="271781" y="17779"/>
                  </a:lnTo>
                  <a:lnTo>
                    <a:pt x="202511" y="46190"/>
                  </a:lnTo>
                  <a:lnTo>
                    <a:pt x="140328" y="88807"/>
                  </a:lnTo>
                  <a:lnTo>
                    <a:pt x="88807" y="140328"/>
                  </a:lnTo>
                  <a:lnTo>
                    <a:pt x="46190" y="202511"/>
                  </a:lnTo>
                  <a:lnTo>
                    <a:pt x="17779" y="271781"/>
                  </a:lnTo>
                  <a:lnTo>
                    <a:pt x="7117" y="309068"/>
                  </a:lnTo>
                  <a:lnTo>
                    <a:pt x="0" y="387213"/>
                  </a:lnTo>
                  <a:lnTo>
                    <a:pt x="0" y="3996531"/>
                  </a:lnTo>
                  <a:lnTo>
                    <a:pt x="1786" y="4037362"/>
                  </a:lnTo>
                  <a:lnTo>
                    <a:pt x="17779" y="4111963"/>
                  </a:lnTo>
                  <a:lnTo>
                    <a:pt x="46190" y="4181234"/>
                  </a:lnTo>
                  <a:lnTo>
                    <a:pt x="88807" y="4243417"/>
                  </a:lnTo>
                  <a:lnTo>
                    <a:pt x="140328" y="4294938"/>
                  </a:lnTo>
                  <a:lnTo>
                    <a:pt x="202511" y="4337555"/>
                  </a:lnTo>
                  <a:lnTo>
                    <a:pt x="271781" y="4365966"/>
                  </a:lnTo>
                  <a:lnTo>
                    <a:pt x="309068" y="4376628"/>
                  </a:lnTo>
                  <a:lnTo>
                    <a:pt x="387213" y="4383745"/>
                  </a:lnTo>
                  <a:lnTo>
                    <a:pt x="7975315" y="4383745"/>
                  </a:lnTo>
                  <a:lnTo>
                    <a:pt x="8016145" y="4381959"/>
                  </a:lnTo>
                  <a:lnTo>
                    <a:pt x="8090746" y="4365966"/>
                  </a:lnTo>
                  <a:lnTo>
                    <a:pt x="8160017" y="4337555"/>
                  </a:lnTo>
                  <a:lnTo>
                    <a:pt x="8222200" y="4294938"/>
                  </a:lnTo>
                  <a:lnTo>
                    <a:pt x="8273721" y="4243417"/>
                  </a:lnTo>
                  <a:lnTo>
                    <a:pt x="8316339" y="4181234"/>
                  </a:lnTo>
                  <a:lnTo>
                    <a:pt x="8344749" y="4111963"/>
                  </a:lnTo>
                  <a:lnTo>
                    <a:pt x="8355411" y="4074677"/>
                  </a:lnTo>
                  <a:lnTo>
                    <a:pt x="8362528" y="3996531"/>
                  </a:lnTo>
                  <a:lnTo>
                    <a:pt x="8362528" y="955615"/>
                  </a:lnTo>
                </a:path>
              </a:pathLst>
            </a:custGeom>
            <a:ln w="19049">
              <a:solidFill>
                <a:srgbClr val="FFB6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776" y="-247650"/>
              <a:ext cx="8658448" cy="48386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648" y="629647"/>
            <a:ext cx="78981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Your</a:t>
            </a:r>
            <a:r>
              <a:rPr sz="3200" spc="-265" dirty="0"/>
              <a:t> </a:t>
            </a:r>
            <a:r>
              <a:rPr sz="3200" spc="105" dirty="0"/>
              <a:t>own</a:t>
            </a:r>
            <a:r>
              <a:rPr sz="3200" spc="-200" dirty="0"/>
              <a:t> </a:t>
            </a:r>
            <a:r>
              <a:rPr sz="3200" spc="12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Repo</a:t>
            </a:r>
            <a:r>
              <a:rPr sz="3200" spc="-195" dirty="0"/>
              <a:t> </a:t>
            </a:r>
            <a:r>
              <a:rPr sz="3200" dirty="0"/>
              <a:t>for</a:t>
            </a:r>
            <a:r>
              <a:rPr sz="3200" spc="-265" dirty="0"/>
              <a:t> </a:t>
            </a:r>
            <a:r>
              <a:rPr sz="3200" spc="1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Softwares</a:t>
            </a:r>
            <a:r>
              <a:rPr sz="3200" spc="180" dirty="0"/>
              <a:t>/Packages</a:t>
            </a:r>
            <a:endParaRPr sz="320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5025" y="1695423"/>
            <a:ext cx="1782445" cy="5969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60" dirty="0">
                <a:latin typeface="Trebuchet MS"/>
                <a:cs typeface="Trebuchet MS"/>
              </a:rPr>
              <a:t>Maven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400" spc="65" dirty="0">
                <a:latin typeface="Trebuchet MS"/>
                <a:cs typeface="Trebuchet MS"/>
              </a:rPr>
              <a:t>Maven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dependencies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6801" y="1682172"/>
            <a:ext cx="1909445" cy="7620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400" spc="-25" dirty="0">
                <a:latin typeface="Trebuchet MS"/>
                <a:cs typeface="Trebuchet MS"/>
              </a:rPr>
              <a:t>apt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ts val="1430"/>
              </a:lnSpc>
              <a:spcBef>
                <a:spcPts val="630"/>
              </a:spcBef>
            </a:pPr>
            <a:r>
              <a:rPr sz="1200" spc="50" dirty="0">
                <a:latin typeface="Trebuchet MS"/>
                <a:cs typeface="Trebuchet MS"/>
              </a:rPr>
              <a:t>Packages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for</a:t>
            </a:r>
            <a:r>
              <a:rPr sz="1200" spc="-2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debian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spc="45" dirty="0">
                <a:latin typeface="Trebuchet MS"/>
                <a:cs typeface="Trebuchet MS"/>
              </a:rPr>
              <a:t>based </a:t>
            </a:r>
            <a:r>
              <a:rPr sz="1200" spc="-10" dirty="0">
                <a:latin typeface="Trebuchet MS"/>
                <a:cs typeface="Trebuchet MS"/>
              </a:rPr>
              <a:t>systems.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8577" y="1682172"/>
            <a:ext cx="1953260" cy="7620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400" spc="60" dirty="0">
                <a:latin typeface="Trebuchet MS"/>
                <a:cs typeface="Trebuchet MS"/>
              </a:rPr>
              <a:t>yum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ts val="1430"/>
              </a:lnSpc>
              <a:spcBef>
                <a:spcPts val="630"/>
              </a:spcBef>
            </a:pPr>
            <a:r>
              <a:rPr sz="1200" spc="50" dirty="0">
                <a:latin typeface="Trebuchet MS"/>
                <a:cs typeface="Trebuchet MS"/>
              </a:rPr>
              <a:t>Packages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for</a:t>
            </a:r>
            <a:r>
              <a:rPr sz="1200" spc="-1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RedHat</a:t>
            </a:r>
            <a:r>
              <a:rPr sz="1200" spc="25" dirty="0">
                <a:latin typeface="Trebuchet MS"/>
                <a:cs typeface="Trebuchet MS"/>
              </a:rPr>
              <a:t> </a:t>
            </a:r>
            <a:r>
              <a:rPr sz="1200" spc="45" dirty="0">
                <a:latin typeface="Trebuchet MS"/>
                <a:cs typeface="Trebuchet MS"/>
              </a:rPr>
              <a:t>based </a:t>
            </a:r>
            <a:r>
              <a:rPr sz="1200" spc="-10" dirty="0">
                <a:latin typeface="Trebuchet MS"/>
                <a:cs typeface="Trebuchet MS"/>
              </a:rPr>
              <a:t>systems.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5025" y="3129972"/>
            <a:ext cx="1935480" cy="5810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400" spc="-10" dirty="0">
                <a:latin typeface="Trebuchet MS"/>
                <a:cs typeface="Trebuchet MS"/>
              </a:rPr>
              <a:t>nuget</a:t>
            </a:r>
            <a:endParaRPr sz="1400">
              <a:latin typeface="Trebuchet MS"/>
              <a:cs typeface="Trebuchet MS"/>
            </a:endParaRPr>
          </a:p>
          <a:p>
            <a:pPr marL="51435">
              <a:lnSpc>
                <a:spcPct val="100000"/>
              </a:lnSpc>
              <a:spcBef>
                <a:spcPts val="575"/>
              </a:spcBef>
            </a:pPr>
            <a:r>
              <a:rPr sz="1200" spc="45" dirty="0">
                <a:latin typeface="Trebuchet MS"/>
                <a:cs typeface="Trebuchet MS"/>
              </a:rPr>
              <a:t>package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manager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for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.NET.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46801" y="3129972"/>
            <a:ext cx="1514475" cy="7620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400" spc="105" dirty="0">
                <a:latin typeface="Trebuchet MS"/>
                <a:cs typeface="Trebuchet MS"/>
              </a:rPr>
              <a:t>Npm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ts val="1430"/>
              </a:lnSpc>
              <a:spcBef>
                <a:spcPts val="630"/>
              </a:spcBef>
            </a:pPr>
            <a:r>
              <a:rPr sz="1200" spc="45" dirty="0">
                <a:latin typeface="Trebuchet MS"/>
                <a:cs typeface="Trebuchet MS"/>
              </a:rPr>
              <a:t>package</a:t>
            </a:r>
            <a:r>
              <a:rPr sz="1200" spc="9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manager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for </a:t>
            </a:r>
            <a:r>
              <a:rPr sz="1200" spc="-10" dirty="0">
                <a:latin typeface="Trebuchet MS"/>
                <a:cs typeface="Trebuchet MS"/>
              </a:rPr>
              <a:t>JavaScript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98577" y="3129972"/>
            <a:ext cx="1689100" cy="7620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400" spc="-10" dirty="0">
                <a:latin typeface="Trebuchet MS"/>
                <a:cs typeface="Trebuchet MS"/>
              </a:rPr>
              <a:t>Docker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ts val="1430"/>
              </a:lnSpc>
              <a:spcBef>
                <a:spcPts val="630"/>
              </a:spcBef>
            </a:pPr>
            <a:r>
              <a:rPr sz="1200" dirty="0">
                <a:latin typeface="Trebuchet MS"/>
                <a:cs typeface="Trebuchet MS"/>
              </a:rPr>
              <a:t>Registry</a:t>
            </a:r>
            <a:r>
              <a:rPr sz="1200" spc="-60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to</a:t>
            </a:r>
            <a:r>
              <a:rPr sz="1200" spc="-1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store</a:t>
            </a:r>
            <a:r>
              <a:rPr sz="1200" spc="-1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Docker </a:t>
            </a:r>
            <a:r>
              <a:rPr sz="1200" spc="45" dirty="0">
                <a:latin typeface="Trebuchet MS"/>
                <a:cs typeface="Trebuchet MS"/>
              </a:rPr>
              <a:t>Images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054839" y="308799"/>
            <a:ext cx="796290" cy="763905"/>
            <a:chOff x="8054839" y="308799"/>
            <a:chExt cx="796290" cy="763905"/>
          </a:xfrm>
        </p:grpSpPr>
        <p:sp>
          <p:nvSpPr>
            <p:cNvPr id="10" name="object 10"/>
            <p:cNvSpPr/>
            <p:nvPr/>
          </p:nvSpPr>
          <p:spPr>
            <a:xfrm>
              <a:off x="8547452" y="308799"/>
              <a:ext cx="238125" cy="263525"/>
            </a:xfrm>
            <a:custGeom>
              <a:avLst/>
              <a:gdLst/>
              <a:ahLst/>
              <a:cxnLst/>
              <a:rect l="l" t="t" r="r" b="b"/>
              <a:pathLst>
                <a:path w="238125" h="263525">
                  <a:moveTo>
                    <a:pt x="26144" y="262992"/>
                  </a:moveTo>
                  <a:lnTo>
                    <a:pt x="13532" y="251266"/>
                  </a:lnTo>
                  <a:lnTo>
                    <a:pt x="0" y="241383"/>
                  </a:lnTo>
                  <a:lnTo>
                    <a:pt x="117077" y="103581"/>
                  </a:lnTo>
                  <a:lnTo>
                    <a:pt x="112579" y="95469"/>
                  </a:lnTo>
                  <a:lnTo>
                    <a:pt x="109002" y="86471"/>
                  </a:lnTo>
                  <a:lnTo>
                    <a:pt x="106273" y="76552"/>
                  </a:lnTo>
                  <a:lnTo>
                    <a:pt x="105388" y="66669"/>
                  </a:lnTo>
                  <a:lnTo>
                    <a:pt x="106273" y="59442"/>
                  </a:lnTo>
                  <a:lnTo>
                    <a:pt x="107194" y="53136"/>
                  </a:lnTo>
                  <a:lnTo>
                    <a:pt x="108079" y="46831"/>
                  </a:lnTo>
                  <a:lnTo>
                    <a:pt x="125190" y="19838"/>
                  </a:lnTo>
                  <a:lnTo>
                    <a:pt x="129688" y="15303"/>
                  </a:lnTo>
                  <a:lnTo>
                    <a:pt x="164830" y="921"/>
                  </a:lnTo>
                  <a:lnTo>
                    <a:pt x="171136" y="0"/>
                  </a:lnTo>
                  <a:lnTo>
                    <a:pt x="208048" y="11726"/>
                  </a:lnTo>
                  <a:lnTo>
                    <a:pt x="213469" y="15303"/>
                  </a:lnTo>
                  <a:lnTo>
                    <a:pt x="217967" y="19838"/>
                  </a:lnTo>
                  <a:lnTo>
                    <a:pt x="222466" y="24337"/>
                  </a:lnTo>
                  <a:lnTo>
                    <a:pt x="226079" y="29721"/>
                  </a:lnTo>
                  <a:lnTo>
                    <a:pt x="229657" y="35141"/>
                  </a:lnTo>
                  <a:lnTo>
                    <a:pt x="232385" y="40525"/>
                  </a:lnTo>
                  <a:lnTo>
                    <a:pt x="234155" y="46831"/>
                  </a:lnTo>
                  <a:lnTo>
                    <a:pt x="235962" y="53136"/>
                  </a:lnTo>
                  <a:lnTo>
                    <a:pt x="236884" y="59442"/>
                  </a:lnTo>
                  <a:lnTo>
                    <a:pt x="237769" y="66669"/>
                  </a:lnTo>
                  <a:lnTo>
                    <a:pt x="236884" y="72975"/>
                  </a:lnTo>
                  <a:lnTo>
                    <a:pt x="235962" y="79244"/>
                  </a:lnTo>
                  <a:lnTo>
                    <a:pt x="234155" y="85549"/>
                  </a:lnTo>
                  <a:lnTo>
                    <a:pt x="232385" y="91855"/>
                  </a:lnTo>
                  <a:lnTo>
                    <a:pt x="229657" y="97276"/>
                  </a:lnTo>
                  <a:lnTo>
                    <a:pt x="226079" y="103581"/>
                  </a:lnTo>
                  <a:lnTo>
                    <a:pt x="222466" y="108080"/>
                  </a:lnTo>
                  <a:lnTo>
                    <a:pt x="217967" y="112579"/>
                  </a:lnTo>
                  <a:lnTo>
                    <a:pt x="213469" y="117078"/>
                  </a:lnTo>
                  <a:lnTo>
                    <a:pt x="208048" y="120691"/>
                  </a:lnTo>
                  <a:lnTo>
                    <a:pt x="202664" y="124305"/>
                  </a:lnTo>
                  <a:lnTo>
                    <a:pt x="197244" y="126997"/>
                  </a:lnTo>
                  <a:lnTo>
                    <a:pt x="190938" y="129689"/>
                  </a:lnTo>
                  <a:lnTo>
                    <a:pt x="184632" y="130611"/>
                  </a:lnTo>
                  <a:lnTo>
                    <a:pt x="178327" y="131496"/>
                  </a:lnTo>
                  <a:lnTo>
                    <a:pt x="171136" y="132381"/>
                  </a:lnTo>
                  <a:lnTo>
                    <a:pt x="163909" y="131496"/>
                  </a:lnTo>
                  <a:lnTo>
                    <a:pt x="156718" y="130611"/>
                  </a:lnTo>
                  <a:lnTo>
                    <a:pt x="149527" y="128804"/>
                  </a:lnTo>
                  <a:lnTo>
                    <a:pt x="143222" y="126075"/>
                  </a:lnTo>
                  <a:lnTo>
                    <a:pt x="26144" y="262992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7220" y="347518"/>
              <a:ext cx="189132" cy="21885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054839" y="724897"/>
              <a:ext cx="266065" cy="161290"/>
            </a:xfrm>
            <a:custGeom>
              <a:avLst/>
              <a:gdLst/>
              <a:ahLst/>
              <a:cxnLst/>
              <a:rect l="l" t="t" r="r" b="b"/>
              <a:pathLst>
                <a:path w="266065" h="161290">
                  <a:moveTo>
                    <a:pt x="70246" y="161180"/>
                  </a:moveTo>
                  <a:lnTo>
                    <a:pt x="63941" y="161180"/>
                  </a:lnTo>
                  <a:lnTo>
                    <a:pt x="51330" y="159410"/>
                  </a:lnTo>
                  <a:lnTo>
                    <a:pt x="22530" y="144070"/>
                  </a:lnTo>
                  <a:lnTo>
                    <a:pt x="17110" y="139571"/>
                  </a:lnTo>
                  <a:lnTo>
                    <a:pt x="13495" y="134188"/>
                  </a:lnTo>
                  <a:lnTo>
                    <a:pt x="9919" y="129689"/>
                  </a:lnTo>
                  <a:lnTo>
                    <a:pt x="7190" y="123383"/>
                  </a:lnTo>
                  <a:lnTo>
                    <a:pt x="4499" y="117963"/>
                  </a:lnTo>
                  <a:lnTo>
                    <a:pt x="2692" y="111657"/>
                  </a:lnTo>
                  <a:lnTo>
                    <a:pt x="921" y="105351"/>
                  </a:lnTo>
                  <a:lnTo>
                    <a:pt x="0" y="99046"/>
                  </a:lnTo>
                  <a:lnTo>
                    <a:pt x="0" y="92740"/>
                  </a:lnTo>
                  <a:lnTo>
                    <a:pt x="921" y="86434"/>
                  </a:lnTo>
                  <a:lnTo>
                    <a:pt x="1806" y="80129"/>
                  </a:lnTo>
                  <a:lnTo>
                    <a:pt x="21608" y="46831"/>
                  </a:lnTo>
                  <a:lnTo>
                    <a:pt x="37833" y="36026"/>
                  </a:lnTo>
                  <a:lnTo>
                    <a:pt x="43217" y="33298"/>
                  </a:lnTo>
                  <a:lnTo>
                    <a:pt x="49523" y="31528"/>
                  </a:lnTo>
                  <a:lnTo>
                    <a:pt x="55828" y="29721"/>
                  </a:lnTo>
                  <a:lnTo>
                    <a:pt x="62134" y="29721"/>
                  </a:lnTo>
                  <a:lnTo>
                    <a:pt x="68439" y="28799"/>
                  </a:lnTo>
                  <a:lnTo>
                    <a:pt x="74745" y="29721"/>
                  </a:lnTo>
                  <a:lnTo>
                    <a:pt x="81051" y="30606"/>
                  </a:lnTo>
                  <a:lnTo>
                    <a:pt x="109887" y="45909"/>
                  </a:lnTo>
                  <a:lnTo>
                    <a:pt x="114386" y="50408"/>
                  </a:lnTo>
                  <a:lnTo>
                    <a:pt x="118885" y="54943"/>
                  </a:lnTo>
                  <a:lnTo>
                    <a:pt x="252188" y="0"/>
                  </a:lnTo>
                  <a:lnTo>
                    <a:pt x="257571" y="16188"/>
                  </a:lnTo>
                  <a:lnTo>
                    <a:pt x="265684" y="31528"/>
                  </a:lnTo>
                  <a:lnTo>
                    <a:pt x="131495" y="86434"/>
                  </a:lnTo>
                  <a:lnTo>
                    <a:pt x="132380" y="97239"/>
                  </a:lnTo>
                  <a:lnTo>
                    <a:pt x="119770" y="134188"/>
                  </a:lnTo>
                  <a:lnTo>
                    <a:pt x="76552" y="160295"/>
                  </a:lnTo>
                  <a:lnTo>
                    <a:pt x="70246" y="161180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9966" y="836554"/>
              <a:ext cx="131495" cy="2359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12315" y="655535"/>
              <a:ext cx="238654" cy="13238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318716" y="540264"/>
              <a:ext cx="279400" cy="280670"/>
            </a:xfrm>
            <a:custGeom>
              <a:avLst/>
              <a:gdLst/>
              <a:ahLst/>
              <a:cxnLst/>
              <a:rect l="l" t="t" r="r" b="b"/>
              <a:pathLst>
                <a:path w="279400" h="280669">
                  <a:moveTo>
                    <a:pt x="139609" y="280102"/>
                  </a:moveTo>
                  <a:lnTo>
                    <a:pt x="125190" y="279180"/>
                  </a:lnTo>
                  <a:lnTo>
                    <a:pt x="111657" y="276488"/>
                  </a:lnTo>
                  <a:lnTo>
                    <a:pt x="98161" y="273796"/>
                  </a:lnTo>
                  <a:lnTo>
                    <a:pt x="85549" y="268376"/>
                  </a:lnTo>
                  <a:lnTo>
                    <a:pt x="72938" y="262992"/>
                  </a:lnTo>
                  <a:lnTo>
                    <a:pt x="41410" y="238655"/>
                  </a:lnTo>
                  <a:lnTo>
                    <a:pt x="17109" y="206241"/>
                  </a:lnTo>
                  <a:lnTo>
                    <a:pt x="2691" y="168408"/>
                  </a:lnTo>
                  <a:lnTo>
                    <a:pt x="0" y="139608"/>
                  </a:lnTo>
                  <a:lnTo>
                    <a:pt x="884" y="126075"/>
                  </a:lnTo>
                  <a:lnTo>
                    <a:pt x="10804" y="85549"/>
                  </a:lnTo>
                  <a:lnTo>
                    <a:pt x="32413" y="51330"/>
                  </a:lnTo>
                  <a:lnTo>
                    <a:pt x="61249" y="24300"/>
                  </a:lnTo>
                  <a:lnTo>
                    <a:pt x="98161" y="6305"/>
                  </a:lnTo>
                  <a:lnTo>
                    <a:pt x="139609" y="0"/>
                  </a:lnTo>
                  <a:lnTo>
                    <a:pt x="153990" y="885"/>
                  </a:lnTo>
                  <a:lnTo>
                    <a:pt x="194515" y="10804"/>
                  </a:lnTo>
                  <a:lnTo>
                    <a:pt x="228735" y="32413"/>
                  </a:lnTo>
                  <a:lnTo>
                    <a:pt x="255765" y="62134"/>
                  </a:lnTo>
                  <a:lnTo>
                    <a:pt x="268376" y="85549"/>
                  </a:lnTo>
                  <a:lnTo>
                    <a:pt x="273796" y="98161"/>
                  </a:lnTo>
                  <a:lnTo>
                    <a:pt x="276488" y="111657"/>
                  </a:lnTo>
                  <a:lnTo>
                    <a:pt x="279180" y="126075"/>
                  </a:lnTo>
                  <a:lnTo>
                    <a:pt x="279180" y="153989"/>
                  </a:lnTo>
                  <a:lnTo>
                    <a:pt x="268376" y="194515"/>
                  </a:lnTo>
                  <a:lnTo>
                    <a:pt x="247652" y="228735"/>
                  </a:lnTo>
                  <a:lnTo>
                    <a:pt x="217930" y="255764"/>
                  </a:lnTo>
                  <a:lnTo>
                    <a:pt x="181019" y="273796"/>
                  </a:lnTo>
                  <a:lnTo>
                    <a:pt x="153990" y="279180"/>
                  </a:lnTo>
                  <a:lnTo>
                    <a:pt x="139609" y="280102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909" y="948544"/>
            <a:ext cx="72510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14" dirty="0"/>
              <a:t>Nexus</a:t>
            </a:r>
            <a:r>
              <a:rPr sz="3200" spc="-200" dirty="0"/>
              <a:t> </a:t>
            </a:r>
            <a:r>
              <a:rPr sz="3200" spc="9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Software</a:t>
            </a:r>
            <a:r>
              <a:rPr sz="3200" spc="-195" dirty="0">
                <a:solidFill>
                  <a:srgbClr val="FFFFFF"/>
                </a:solidFill>
              </a:rPr>
              <a:t> </a:t>
            </a:r>
            <a:r>
              <a:rPr sz="3200" spc="7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Repository</a:t>
            </a:r>
            <a:r>
              <a:rPr sz="3200" spc="-204" dirty="0">
                <a:solidFill>
                  <a:srgbClr val="FFFFFF"/>
                </a:solidFill>
              </a:rPr>
              <a:t> </a:t>
            </a:r>
            <a:r>
              <a:rPr sz="3200" spc="40" dirty="0"/>
              <a:t>Manager.</a:t>
            </a:r>
            <a:endParaRPr sz="32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66800" y="1732427"/>
            <a:ext cx="5403850" cy="1983428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670"/>
              </a:spcBef>
            </a:pPr>
            <a:r>
              <a:rPr sz="1400" spc="50" dirty="0">
                <a:latin typeface="Trebuchet MS"/>
                <a:cs typeface="Trebuchet MS"/>
              </a:rPr>
              <a:t>Key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Points</a:t>
            </a:r>
            <a:endParaRPr sz="1400" dirty="0">
              <a:latin typeface="Trebuchet MS"/>
              <a:cs typeface="Trebuchet MS"/>
            </a:endParaRPr>
          </a:p>
          <a:p>
            <a:pPr marL="316230" indent="-303530">
              <a:lnSpc>
                <a:spcPct val="100000"/>
              </a:lnSpc>
              <a:spcBef>
                <a:spcPts val="570"/>
              </a:spcBef>
              <a:buClr>
                <a:schemeClr val="tx1">
                  <a:lumMod val="50000"/>
                  <a:lumOff val="50000"/>
                </a:schemeClr>
              </a:buClr>
              <a:buFont typeface="Arial MT"/>
              <a:buChar char="●"/>
              <a:tabLst>
                <a:tab pos="316230" algn="l"/>
              </a:tabLst>
            </a:pPr>
            <a:r>
              <a:rPr sz="1400" spc="70" dirty="0">
                <a:latin typeface="Trebuchet MS"/>
                <a:cs typeface="Trebuchet MS"/>
              </a:rPr>
              <a:t>Runs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60" dirty="0">
                <a:latin typeface="Trebuchet MS"/>
                <a:cs typeface="Trebuchet MS"/>
              </a:rPr>
              <a:t>on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java</a:t>
            </a:r>
            <a:endParaRPr sz="1400" dirty="0">
              <a:latin typeface="Trebuchet MS"/>
              <a:cs typeface="Trebuchet MS"/>
            </a:endParaRPr>
          </a:p>
          <a:p>
            <a:pPr marL="316230" indent="-303530">
              <a:lnSpc>
                <a:spcPct val="100000"/>
              </a:lnSpc>
              <a:spcBef>
                <a:spcPts val="570"/>
              </a:spcBef>
              <a:buClr>
                <a:schemeClr val="tx1">
                  <a:lumMod val="50000"/>
                  <a:lumOff val="50000"/>
                </a:schemeClr>
              </a:buClr>
              <a:buFont typeface="Arial MT"/>
              <a:buChar char="●"/>
              <a:tabLst>
                <a:tab pos="316230" algn="l"/>
              </a:tabLst>
            </a:pPr>
            <a:r>
              <a:rPr sz="1400" spc="85" dirty="0">
                <a:latin typeface="Trebuchet MS"/>
                <a:cs typeface="Trebuchet MS"/>
              </a:rPr>
              <a:t>Used</a:t>
            </a:r>
            <a:r>
              <a:rPr sz="1400" spc="-7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to</a:t>
            </a:r>
            <a:r>
              <a:rPr sz="1400" spc="-7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store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artifacts</a:t>
            </a:r>
            <a:endParaRPr sz="1400" dirty="0">
              <a:latin typeface="Trebuchet MS"/>
              <a:cs typeface="Trebuchet MS"/>
            </a:endParaRPr>
          </a:p>
          <a:p>
            <a:pPr marL="316230" indent="-303530">
              <a:lnSpc>
                <a:spcPct val="100000"/>
              </a:lnSpc>
              <a:spcBef>
                <a:spcPts val="570"/>
              </a:spcBef>
              <a:buClr>
                <a:schemeClr val="tx1">
                  <a:lumMod val="50000"/>
                  <a:lumOff val="50000"/>
                </a:schemeClr>
              </a:buClr>
              <a:buFont typeface="Arial MT"/>
              <a:buChar char="●"/>
              <a:tabLst>
                <a:tab pos="316230" algn="l"/>
              </a:tabLst>
            </a:pPr>
            <a:r>
              <a:rPr sz="1400" spc="85" dirty="0">
                <a:latin typeface="Trebuchet MS"/>
                <a:cs typeface="Trebuchet MS"/>
              </a:rPr>
              <a:t>Used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55" dirty="0">
                <a:latin typeface="Trebuchet MS"/>
                <a:cs typeface="Trebuchet MS"/>
              </a:rPr>
              <a:t>as</a:t>
            </a:r>
            <a:r>
              <a:rPr sz="1400" dirty="0">
                <a:latin typeface="Trebuchet MS"/>
                <a:cs typeface="Trebuchet MS"/>
              </a:rPr>
              <a:t> a </a:t>
            </a:r>
            <a:r>
              <a:rPr sz="1400" spc="55" dirty="0">
                <a:latin typeface="Trebuchet MS"/>
                <a:cs typeface="Trebuchet MS"/>
              </a:rPr>
              <a:t>Package</a:t>
            </a:r>
            <a:r>
              <a:rPr sz="1400" dirty="0">
                <a:latin typeface="Trebuchet MS"/>
                <a:cs typeface="Trebuchet MS"/>
              </a:rPr>
              <a:t> manager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for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dependencies</a:t>
            </a:r>
            <a:endParaRPr sz="1400" dirty="0">
              <a:latin typeface="Trebuchet MS"/>
              <a:cs typeface="Trebuchet MS"/>
            </a:endParaRPr>
          </a:p>
          <a:p>
            <a:pPr marL="316230" indent="-303530">
              <a:lnSpc>
                <a:spcPct val="100000"/>
              </a:lnSpc>
              <a:spcBef>
                <a:spcPts val="570"/>
              </a:spcBef>
              <a:buClr>
                <a:schemeClr val="tx1">
                  <a:lumMod val="50000"/>
                  <a:lumOff val="50000"/>
                </a:schemeClr>
              </a:buClr>
              <a:buFont typeface="Arial MT"/>
              <a:buChar char="●"/>
              <a:tabLst>
                <a:tab pos="316230" algn="l"/>
              </a:tabLst>
            </a:pPr>
            <a:r>
              <a:rPr sz="1400" spc="50" dirty="0">
                <a:latin typeface="Trebuchet MS"/>
                <a:cs typeface="Trebuchet MS"/>
              </a:rPr>
              <a:t>Opensource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spc="-80" dirty="0">
                <a:latin typeface="Trebuchet MS"/>
                <a:cs typeface="Trebuchet MS"/>
              </a:rPr>
              <a:t>&amp;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Enterprise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Versions</a:t>
            </a:r>
            <a:endParaRPr sz="1400" dirty="0">
              <a:latin typeface="Trebuchet MS"/>
              <a:cs typeface="Trebuchet MS"/>
            </a:endParaRPr>
          </a:p>
          <a:p>
            <a:pPr marL="316865" marR="5080" indent="-304800">
              <a:lnSpc>
                <a:spcPts val="1650"/>
              </a:lnSpc>
              <a:spcBef>
                <a:spcPts val="650"/>
              </a:spcBef>
              <a:buClr>
                <a:schemeClr val="tx1">
                  <a:lumMod val="50000"/>
                  <a:lumOff val="50000"/>
                </a:schemeClr>
              </a:buClr>
              <a:buFont typeface="Arial MT"/>
              <a:buChar char="●"/>
              <a:tabLst>
                <a:tab pos="316865" algn="l"/>
              </a:tabLst>
            </a:pPr>
            <a:r>
              <a:rPr sz="1400" dirty="0">
                <a:latin typeface="Trebuchet MS"/>
                <a:cs typeface="Trebuchet MS"/>
              </a:rPr>
              <a:t>Supports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Variety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of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repo</a:t>
            </a:r>
            <a:r>
              <a:rPr sz="1400" spc="20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like</a:t>
            </a:r>
            <a:r>
              <a:rPr sz="1400" spc="2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maven,apt,docker,</a:t>
            </a:r>
            <a:r>
              <a:rPr sz="1400" spc="20" dirty="0">
                <a:latin typeface="Trebuchet MS"/>
                <a:cs typeface="Trebuchet MS"/>
              </a:rPr>
              <a:t> </a:t>
            </a:r>
            <a:r>
              <a:rPr sz="1400" spc="60" dirty="0">
                <a:latin typeface="Trebuchet MS"/>
                <a:cs typeface="Trebuchet MS"/>
              </a:rPr>
              <a:t>Ruby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100" dirty="0">
                <a:latin typeface="Trebuchet MS"/>
                <a:cs typeface="Trebuchet MS"/>
              </a:rPr>
              <a:t>gems</a:t>
            </a:r>
            <a:r>
              <a:rPr sz="1400" spc="-25" dirty="0">
                <a:latin typeface="Trebuchet MS"/>
                <a:cs typeface="Trebuchet MS"/>
              </a:rPr>
              <a:t> etc etc</a:t>
            </a:r>
            <a:endParaRPr sz="14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3104" y="471981"/>
            <a:ext cx="1426569" cy="57542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041" y="394171"/>
            <a:ext cx="8610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Arial"/>
                <a:cs typeface="Arial"/>
              </a:rPr>
              <a:t>Jenkins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Integration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00"/>
                </a:solidFill>
                <a:latin typeface="Arial"/>
                <a:cs typeface="Arial"/>
              </a:rPr>
              <a:t>with</a:t>
            </a:r>
            <a:r>
              <a:rPr sz="3200" b="1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00000"/>
                </a:solidFill>
                <a:latin typeface="Arial"/>
                <a:cs typeface="Arial"/>
              </a:rPr>
              <a:t>Nexus</a:t>
            </a:r>
            <a:endParaRPr sz="3200" b="1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18" y="1020658"/>
            <a:ext cx="6907363" cy="329734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734" y="379877"/>
            <a:ext cx="8362950" cy="4384040"/>
          </a:xfrm>
          <a:custGeom>
            <a:avLst/>
            <a:gdLst/>
            <a:ahLst/>
            <a:cxnLst/>
            <a:rect l="l" t="t" r="r" b="b"/>
            <a:pathLst>
              <a:path w="8362950" h="4384040">
                <a:moveTo>
                  <a:pt x="7406913" y="0"/>
                </a:moveTo>
                <a:lnTo>
                  <a:pt x="387213" y="0"/>
                </a:lnTo>
                <a:lnTo>
                  <a:pt x="346383" y="1786"/>
                </a:lnTo>
                <a:lnTo>
                  <a:pt x="309068" y="7117"/>
                </a:lnTo>
                <a:lnTo>
                  <a:pt x="271781" y="17779"/>
                </a:lnTo>
                <a:lnTo>
                  <a:pt x="202511" y="46190"/>
                </a:lnTo>
                <a:lnTo>
                  <a:pt x="140328" y="88807"/>
                </a:lnTo>
                <a:lnTo>
                  <a:pt x="88807" y="140328"/>
                </a:lnTo>
                <a:lnTo>
                  <a:pt x="46190" y="202511"/>
                </a:lnTo>
                <a:lnTo>
                  <a:pt x="17779" y="271781"/>
                </a:lnTo>
                <a:lnTo>
                  <a:pt x="7117" y="309068"/>
                </a:lnTo>
                <a:lnTo>
                  <a:pt x="0" y="387213"/>
                </a:lnTo>
                <a:lnTo>
                  <a:pt x="0" y="3996531"/>
                </a:lnTo>
                <a:lnTo>
                  <a:pt x="1786" y="4037362"/>
                </a:lnTo>
                <a:lnTo>
                  <a:pt x="17779" y="4111963"/>
                </a:lnTo>
                <a:lnTo>
                  <a:pt x="46190" y="4181234"/>
                </a:lnTo>
                <a:lnTo>
                  <a:pt x="88807" y="4243417"/>
                </a:lnTo>
                <a:lnTo>
                  <a:pt x="140328" y="4294938"/>
                </a:lnTo>
                <a:lnTo>
                  <a:pt x="202511" y="4337555"/>
                </a:lnTo>
                <a:lnTo>
                  <a:pt x="271781" y="4365966"/>
                </a:lnTo>
                <a:lnTo>
                  <a:pt x="309068" y="4376628"/>
                </a:lnTo>
                <a:lnTo>
                  <a:pt x="387213" y="4383745"/>
                </a:lnTo>
                <a:lnTo>
                  <a:pt x="7975315" y="4383745"/>
                </a:lnTo>
                <a:lnTo>
                  <a:pt x="8016145" y="4381959"/>
                </a:lnTo>
                <a:lnTo>
                  <a:pt x="8090746" y="4365966"/>
                </a:lnTo>
                <a:lnTo>
                  <a:pt x="8160017" y="4337555"/>
                </a:lnTo>
                <a:lnTo>
                  <a:pt x="8222200" y="4294938"/>
                </a:lnTo>
                <a:lnTo>
                  <a:pt x="8273721" y="4243417"/>
                </a:lnTo>
                <a:lnTo>
                  <a:pt x="8316339" y="4181234"/>
                </a:lnTo>
                <a:lnTo>
                  <a:pt x="8344749" y="4111963"/>
                </a:lnTo>
                <a:lnTo>
                  <a:pt x="8355411" y="4074677"/>
                </a:lnTo>
                <a:lnTo>
                  <a:pt x="8362528" y="3996531"/>
                </a:lnTo>
                <a:lnTo>
                  <a:pt x="8362528" y="955615"/>
                </a:ln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659" y="294216"/>
            <a:ext cx="7102681" cy="48387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193" y="218597"/>
            <a:ext cx="8450296" cy="470630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FF442B7B-70F5-E93F-12F7-8D612B214CAE}"/>
              </a:ext>
            </a:extLst>
          </p:cNvPr>
          <p:cNvSpPr/>
          <p:nvPr/>
        </p:nvSpPr>
        <p:spPr>
          <a:xfrm>
            <a:off x="390734" y="379877"/>
            <a:ext cx="8362950" cy="4384040"/>
          </a:xfrm>
          <a:custGeom>
            <a:avLst/>
            <a:gdLst/>
            <a:ahLst/>
            <a:cxnLst/>
            <a:rect l="l" t="t" r="r" b="b"/>
            <a:pathLst>
              <a:path w="8362950" h="4384040">
                <a:moveTo>
                  <a:pt x="7406913" y="0"/>
                </a:moveTo>
                <a:lnTo>
                  <a:pt x="387213" y="0"/>
                </a:lnTo>
                <a:lnTo>
                  <a:pt x="346383" y="1786"/>
                </a:lnTo>
                <a:lnTo>
                  <a:pt x="309068" y="7117"/>
                </a:lnTo>
                <a:lnTo>
                  <a:pt x="271781" y="17779"/>
                </a:lnTo>
                <a:lnTo>
                  <a:pt x="202511" y="46190"/>
                </a:lnTo>
                <a:lnTo>
                  <a:pt x="140328" y="88807"/>
                </a:lnTo>
                <a:lnTo>
                  <a:pt x="88807" y="140328"/>
                </a:lnTo>
                <a:lnTo>
                  <a:pt x="46190" y="202511"/>
                </a:lnTo>
                <a:lnTo>
                  <a:pt x="17779" y="271781"/>
                </a:lnTo>
                <a:lnTo>
                  <a:pt x="7117" y="309068"/>
                </a:lnTo>
                <a:lnTo>
                  <a:pt x="0" y="387213"/>
                </a:lnTo>
                <a:lnTo>
                  <a:pt x="0" y="3996531"/>
                </a:lnTo>
                <a:lnTo>
                  <a:pt x="1786" y="4037362"/>
                </a:lnTo>
                <a:lnTo>
                  <a:pt x="17779" y="4111963"/>
                </a:lnTo>
                <a:lnTo>
                  <a:pt x="46190" y="4181234"/>
                </a:lnTo>
                <a:lnTo>
                  <a:pt x="88807" y="4243417"/>
                </a:lnTo>
                <a:lnTo>
                  <a:pt x="140328" y="4294938"/>
                </a:lnTo>
                <a:lnTo>
                  <a:pt x="202511" y="4337555"/>
                </a:lnTo>
                <a:lnTo>
                  <a:pt x="271781" y="4365966"/>
                </a:lnTo>
                <a:lnTo>
                  <a:pt x="309068" y="4376628"/>
                </a:lnTo>
                <a:lnTo>
                  <a:pt x="387213" y="4383745"/>
                </a:lnTo>
                <a:lnTo>
                  <a:pt x="7975315" y="4383745"/>
                </a:lnTo>
                <a:lnTo>
                  <a:pt x="8016145" y="4381959"/>
                </a:lnTo>
                <a:lnTo>
                  <a:pt x="8090746" y="4365966"/>
                </a:lnTo>
                <a:lnTo>
                  <a:pt x="8160017" y="4337555"/>
                </a:lnTo>
                <a:lnTo>
                  <a:pt x="8222200" y="4294938"/>
                </a:lnTo>
                <a:lnTo>
                  <a:pt x="8273721" y="4243417"/>
                </a:lnTo>
                <a:lnTo>
                  <a:pt x="8316339" y="4181234"/>
                </a:lnTo>
                <a:lnTo>
                  <a:pt x="8344749" y="4111963"/>
                </a:lnTo>
                <a:lnTo>
                  <a:pt x="8355411" y="4074677"/>
                </a:lnTo>
                <a:lnTo>
                  <a:pt x="8362528" y="3996531"/>
                </a:lnTo>
                <a:lnTo>
                  <a:pt x="8362528" y="955615"/>
                </a:ln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762000" y="2190750"/>
            <a:ext cx="6724650" cy="2253822"/>
          </a:xfrm>
          <a:prstGeom prst="rect">
            <a:avLst/>
          </a:prstGeom>
        </p:spPr>
        <p:txBody>
          <a:bodyPr vert="horz" wrap="square" lIns="0" tIns="36766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2895"/>
              </a:spcBef>
              <a:buNone/>
            </a:pPr>
            <a:r>
              <a:rPr sz="4800" spc="4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Jenkins</a:t>
            </a:r>
            <a:r>
              <a:rPr sz="4800" spc="-31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 </a:t>
            </a:r>
            <a:r>
              <a:rPr sz="4800" spc="260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Master/Slave</a:t>
            </a:r>
            <a:endParaRPr sz="4800" dirty="0">
              <a:solidFill>
                <a:srgbClr val="C00000"/>
              </a:solidFill>
              <a:latin typeface="Arial Black" panose="020B0A04020102020204" pitchFamily="34" charset="0"/>
              <a:cs typeface="Trebuchet MS"/>
            </a:endParaRPr>
          </a:p>
          <a:p>
            <a:pPr marL="0" indent="0">
              <a:lnSpc>
                <a:spcPct val="100000"/>
              </a:lnSpc>
              <a:spcBef>
                <a:spcPts val="1045"/>
              </a:spcBef>
              <a:buNone/>
            </a:pPr>
            <a:r>
              <a:rPr sz="1800" b="0" spc="-10" dirty="0">
                <a:latin typeface="Trebuchet MS"/>
                <a:cs typeface="Trebuchet MS"/>
              </a:rPr>
              <a:t>Distributed</a:t>
            </a:r>
            <a:r>
              <a:rPr sz="1800" b="0" spc="-25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Builds,</a:t>
            </a:r>
            <a:r>
              <a:rPr sz="1800" b="0" spc="-20" dirty="0">
                <a:latin typeface="Trebuchet MS"/>
                <a:cs typeface="Trebuchet MS"/>
              </a:rPr>
              <a:t> </a:t>
            </a:r>
            <a:r>
              <a:rPr sz="1800" b="0" spc="75" dirty="0">
                <a:latin typeface="Trebuchet MS"/>
                <a:cs typeface="Trebuchet MS"/>
              </a:rPr>
              <a:t>Cross</a:t>
            </a:r>
            <a:r>
              <a:rPr sz="1800" b="0" spc="-20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Platform</a:t>
            </a:r>
            <a:r>
              <a:rPr sz="1800" b="0" spc="-20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builds</a:t>
            </a:r>
            <a:r>
              <a:rPr sz="1800" b="0" spc="-20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and</a:t>
            </a:r>
            <a:r>
              <a:rPr sz="1800" b="0" spc="-20" dirty="0">
                <a:latin typeface="Trebuchet MS"/>
                <a:cs typeface="Trebuchet MS"/>
              </a:rPr>
              <a:t> </a:t>
            </a:r>
            <a:r>
              <a:rPr sz="1800" b="0" spc="85" dirty="0">
                <a:latin typeface="Trebuchet MS"/>
                <a:cs typeface="Trebuchet MS"/>
              </a:rPr>
              <a:t>much</a:t>
            </a:r>
            <a:r>
              <a:rPr sz="1800" b="0" spc="-20" dirty="0">
                <a:latin typeface="Trebuchet MS"/>
                <a:cs typeface="Trebuchet MS"/>
              </a:rPr>
              <a:t> more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845100" y="0"/>
            <a:ext cx="1047750" cy="1323975"/>
            <a:chOff x="7845100" y="0"/>
            <a:chExt cx="1047750" cy="1323975"/>
          </a:xfrm>
        </p:grpSpPr>
        <p:sp>
          <p:nvSpPr>
            <p:cNvPr id="5" name="object 5"/>
            <p:cNvSpPr/>
            <p:nvPr/>
          </p:nvSpPr>
          <p:spPr>
            <a:xfrm>
              <a:off x="8087080" y="356399"/>
              <a:ext cx="618490" cy="748665"/>
            </a:xfrm>
            <a:custGeom>
              <a:avLst/>
              <a:gdLst/>
              <a:ahLst/>
              <a:cxnLst/>
              <a:rect l="l" t="t" r="r" b="b"/>
              <a:pathLst>
                <a:path w="618490" h="748665">
                  <a:moveTo>
                    <a:pt x="563740" y="711987"/>
                  </a:moveTo>
                  <a:lnTo>
                    <a:pt x="65493" y="711987"/>
                  </a:lnTo>
                  <a:lnTo>
                    <a:pt x="60020" y="711060"/>
                  </a:lnTo>
                  <a:lnTo>
                    <a:pt x="39090" y="691959"/>
                  </a:lnTo>
                  <a:lnTo>
                    <a:pt x="37274" y="686523"/>
                  </a:lnTo>
                  <a:lnTo>
                    <a:pt x="36372" y="680161"/>
                  </a:lnTo>
                  <a:lnTo>
                    <a:pt x="36372" y="57302"/>
                  </a:lnTo>
                  <a:lnTo>
                    <a:pt x="29121" y="57302"/>
                  </a:lnTo>
                  <a:lnTo>
                    <a:pt x="0" y="83667"/>
                  </a:lnTo>
                  <a:lnTo>
                    <a:pt x="0" y="716534"/>
                  </a:lnTo>
                  <a:lnTo>
                    <a:pt x="901" y="722896"/>
                  </a:lnTo>
                  <a:lnTo>
                    <a:pt x="2717" y="728332"/>
                  </a:lnTo>
                  <a:lnTo>
                    <a:pt x="4546" y="733806"/>
                  </a:lnTo>
                  <a:lnTo>
                    <a:pt x="29121" y="748334"/>
                  </a:lnTo>
                  <a:lnTo>
                    <a:pt x="534657" y="748334"/>
                  </a:lnTo>
                  <a:lnTo>
                    <a:pt x="561022" y="728332"/>
                  </a:lnTo>
                  <a:lnTo>
                    <a:pt x="562851" y="722896"/>
                  </a:lnTo>
                  <a:lnTo>
                    <a:pt x="563740" y="716534"/>
                  </a:lnTo>
                  <a:lnTo>
                    <a:pt x="563740" y="711987"/>
                  </a:lnTo>
                  <a:close/>
                </a:path>
                <a:path w="618490" h="748665">
                  <a:moveTo>
                    <a:pt x="618324" y="143675"/>
                  </a:moveTo>
                  <a:lnTo>
                    <a:pt x="552831" y="143675"/>
                  </a:lnTo>
                  <a:lnTo>
                    <a:pt x="552831" y="250075"/>
                  </a:lnTo>
                  <a:lnTo>
                    <a:pt x="552831" y="336448"/>
                  </a:lnTo>
                  <a:lnTo>
                    <a:pt x="552831" y="421932"/>
                  </a:lnTo>
                  <a:lnTo>
                    <a:pt x="551942" y="425538"/>
                  </a:lnTo>
                  <a:lnTo>
                    <a:pt x="550113" y="428294"/>
                  </a:lnTo>
                  <a:lnTo>
                    <a:pt x="547395" y="430085"/>
                  </a:lnTo>
                  <a:lnTo>
                    <a:pt x="543750" y="431012"/>
                  </a:lnTo>
                  <a:lnTo>
                    <a:pt x="371005" y="431012"/>
                  </a:lnTo>
                  <a:lnTo>
                    <a:pt x="371005" y="508304"/>
                  </a:lnTo>
                  <a:lnTo>
                    <a:pt x="370065" y="511924"/>
                  </a:lnTo>
                  <a:lnTo>
                    <a:pt x="368249" y="514667"/>
                  </a:lnTo>
                  <a:lnTo>
                    <a:pt x="365531" y="516496"/>
                  </a:lnTo>
                  <a:lnTo>
                    <a:pt x="361873" y="517385"/>
                  </a:lnTo>
                  <a:lnTo>
                    <a:pt x="129120" y="517385"/>
                  </a:lnTo>
                  <a:lnTo>
                    <a:pt x="125463" y="516496"/>
                  </a:lnTo>
                  <a:lnTo>
                    <a:pt x="122745" y="514667"/>
                  </a:lnTo>
                  <a:lnTo>
                    <a:pt x="120929" y="511924"/>
                  </a:lnTo>
                  <a:lnTo>
                    <a:pt x="120027" y="508304"/>
                  </a:lnTo>
                  <a:lnTo>
                    <a:pt x="120929" y="504659"/>
                  </a:lnTo>
                  <a:lnTo>
                    <a:pt x="122745" y="501942"/>
                  </a:lnTo>
                  <a:lnTo>
                    <a:pt x="125463" y="500113"/>
                  </a:lnTo>
                  <a:lnTo>
                    <a:pt x="129120" y="499224"/>
                  </a:lnTo>
                  <a:lnTo>
                    <a:pt x="361873" y="499224"/>
                  </a:lnTo>
                  <a:lnTo>
                    <a:pt x="365531" y="500113"/>
                  </a:lnTo>
                  <a:lnTo>
                    <a:pt x="368249" y="501942"/>
                  </a:lnTo>
                  <a:lnTo>
                    <a:pt x="370065" y="504659"/>
                  </a:lnTo>
                  <a:lnTo>
                    <a:pt x="371005" y="508304"/>
                  </a:lnTo>
                  <a:lnTo>
                    <a:pt x="371005" y="431012"/>
                  </a:lnTo>
                  <a:lnTo>
                    <a:pt x="129120" y="431012"/>
                  </a:lnTo>
                  <a:lnTo>
                    <a:pt x="125463" y="430085"/>
                  </a:lnTo>
                  <a:lnTo>
                    <a:pt x="122745" y="428294"/>
                  </a:lnTo>
                  <a:lnTo>
                    <a:pt x="120929" y="425538"/>
                  </a:lnTo>
                  <a:lnTo>
                    <a:pt x="120027" y="421932"/>
                  </a:lnTo>
                  <a:lnTo>
                    <a:pt x="120929" y="418287"/>
                  </a:lnTo>
                  <a:lnTo>
                    <a:pt x="122745" y="415569"/>
                  </a:lnTo>
                  <a:lnTo>
                    <a:pt x="125463" y="413740"/>
                  </a:lnTo>
                  <a:lnTo>
                    <a:pt x="129120" y="412813"/>
                  </a:lnTo>
                  <a:lnTo>
                    <a:pt x="543750" y="412813"/>
                  </a:lnTo>
                  <a:lnTo>
                    <a:pt x="547395" y="413740"/>
                  </a:lnTo>
                  <a:lnTo>
                    <a:pt x="550113" y="415569"/>
                  </a:lnTo>
                  <a:lnTo>
                    <a:pt x="551942" y="418287"/>
                  </a:lnTo>
                  <a:lnTo>
                    <a:pt x="552831" y="421932"/>
                  </a:lnTo>
                  <a:lnTo>
                    <a:pt x="552831" y="336448"/>
                  </a:lnTo>
                  <a:lnTo>
                    <a:pt x="551942" y="340106"/>
                  </a:lnTo>
                  <a:lnTo>
                    <a:pt x="550113" y="342823"/>
                  </a:lnTo>
                  <a:lnTo>
                    <a:pt x="547395" y="344639"/>
                  </a:lnTo>
                  <a:lnTo>
                    <a:pt x="543750" y="345541"/>
                  </a:lnTo>
                  <a:lnTo>
                    <a:pt x="129120" y="345541"/>
                  </a:lnTo>
                  <a:lnTo>
                    <a:pt x="125463" y="344639"/>
                  </a:lnTo>
                  <a:lnTo>
                    <a:pt x="122745" y="342823"/>
                  </a:lnTo>
                  <a:lnTo>
                    <a:pt x="120929" y="340106"/>
                  </a:lnTo>
                  <a:lnTo>
                    <a:pt x="120027" y="336448"/>
                  </a:lnTo>
                  <a:lnTo>
                    <a:pt x="120929" y="332803"/>
                  </a:lnTo>
                  <a:lnTo>
                    <a:pt x="122745" y="330085"/>
                  </a:lnTo>
                  <a:lnTo>
                    <a:pt x="125463" y="327367"/>
                  </a:lnTo>
                  <a:lnTo>
                    <a:pt x="547395" y="327367"/>
                  </a:lnTo>
                  <a:lnTo>
                    <a:pt x="550113" y="330085"/>
                  </a:lnTo>
                  <a:lnTo>
                    <a:pt x="551942" y="332803"/>
                  </a:lnTo>
                  <a:lnTo>
                    <a:pt x="552831" y="336448"/>
                  </a:lnTo>
                  <a:lnTo>
                    <a:pt x="552831" y="250075"/>
                  </a:lnTo>
                  <a:lnTo>
                    <a:pt x="551942" y="253695"/>
                  </a:lnTo>
                  <a:lnTo>
                    <a:pt x="550113" y="256451"/>
                  </a:lnTo>
                  <a:lnTo>
                    <a:pt x="547395" y="258229"/>
                  </a:lnTo>
                  <a:lnTo>
                    <a:pt x="543750" y="259168"/>
                  </a:lnTo>
                  <a:lnTo>
                    <a:pt x="129120" y="259168"/>
                  </a:lnTo>
                  <a:lnTo>
                    <a:pt x="125463" y="258229"/>
                  </a:lnTo>
                  <a:lnTo>
                    <a:pt x="122745" y="256451"/>
                  </a:lnTo>
                  <a:lnTo>
                    <a:pt x="120929" y="253695"/>
                  </a:lnTo>
                  <a:lnTo>
                    <a:pt x="120027" y="250075"/>
                  </a:lnTo>
                  <a:lnTo>
                    <a:pt x="120929" y="246430"/>
                  </a:lnTo>
                  <a:lnTo>
                    <a:pt x="122745" y="243713"/>
                  </a:lnTo>
                  <a:lnTo>
                    <a:pt x="125463" y="241884"/>
                  </a:lnTo>
                  <a:lnTo>
                    <a:pt x="129120" y="240957"/>
                  </a:lnTo>
                  <a:lnTo>
                    <a:pt x="543750" y="240957"/>
                  </a:lnTo>
                  <a:lnTo>
                    <a:pt x="547395" y="241884"/>
                  </a:lnTo>
                  <a:lnTo>
                    <a:pt x="550113" y="243713"/>
                  </a:lnTo>
                  <a:lnTo>
                    <a:pt x="551942" y="246430"/>
                  </a:lnTo>
                  <a:lnTo>
                    <a:pt x="552831" y="250075"/>
                  </a:lnTo>
                  <a:lnTo>
                    <a:pt x="552831" y="143675"/>
                  </a:lnTo>
                  <a:lnTo>
                    <a:pt x="521931" y="143675"/>
                  </a:lnTo>
                  <a:lnTo>
                    <a:pt x="511911" y="142786"/>
                  </a:lnTo>
                  <a:lnTo>
                    <a:pt x="478294" y="114604"/>
                  </a:lnTo>
                  <a:lnTo>
                    <a:pt x="474649" y="96393"/>
                  </a:lnTo>
                  <a:lnTo>
                    <a:pt x="474649" y="0"/>
                  </a:lnTo>
                  <a:lnTo>
                    <a:pt x="78181" y="0"/>
                  </a:lnTo>
                  <a:lnTo>
                    <a:pt x="54546" y="29121"/>
                  </a:lnTo>
                  <a:lnTo>
                    <a:pt x="54546" y="661949"/>
                  </a:lnTo>
                  <a:lnTo>
                    <a:pt x="83654" y="691070"/>
                  </a:lnTo>
                  <a:lnTo>
                    <a:pt x="589203" y="691070"/>
                  </a:lnTo>
                  <a:lnTo>
                    <a:pt x="618324" y="661949"/>
                  </a:lnTo>
                  <a:lnTo>
                    <a:pt x="618324" y="517385"/>
                  </a:lnTo>
                  <a:lnTo>
                    <a:pt x="618324" y="499224"/>
                  </a:lnTo>
                  <a:lnTo>
                    <a:pt x="618324" y="240957"/>
                  </a:lnTo>
                  <a:lnTo>
                    <a:pt x="618324" y="143675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9902" y="356399"/>
              <a:ext cx="125502" cy="1255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5100" y="0"/>
              <a:ext cx="1047749" cy="1323974"/>
            </a:xfrm>
            <a:prstGeom prst="rect">
              <a:avLst/>
            </a:prstGeom>
          </p:spPr>
        </p:pic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65A48014-FAE2-0147-3876-0733C936DFA7}"/>
              </a:ext>
            </a:extLst>
          </p:cNvPr>
          <p:cNvSpPr/>
          <p:nvPr/>
        </p:nvSpPr>
        <p:spPr>
          <a:xfrm>
            <a:off x="390734" y="379877"/>
            <a:ext cx="8362950" cy="4384040"/>
          </a:xfrm>
          <a:custGeom>
            <a:avLst/>
            <a:gdLst/>
            <a:ahLst/>
            <a:cxnLst/>
            <a:rect l="l" t="t" r="r" b="b"/>
            <a:pathLst>
              <a:path w="8362950" h="4384040">
                <a:moveTo>
                  <a:pt x="7406913" y="0"/>
                </a:moveTo>
                <a:lnTo>
                  <a:pt x="387213" y="0"/>
                </a:lnTo>
                <a:lnTo>
                  <a:pt x="346383" y="1786"/>
                </a:lnTo>
                <a:lnTo>
                  <a:pt x="309068" y="7117"/>
                </a:lnTo>
                <a:lnTo>
                  <a:pt x="271781" y="17779"/>
                </a:lnTo>
                <a:lnTo>
                  <a:pt x="202511" y="46190"/>
                </a:lnTo>
                <a:lnTo>
                  <a:pt x="140328" y="88807"/>
                </a:lnTo>
                <a:lnTo>
                  <a:pt x="88807" y="140328"/>
                </a:lnTo>
                <a:lnTo>
                  <a:pt x="46190" y="202511"/>
                </a:lnTo>
                <a:lnTo>
                  <a:pt x="17779" y="271781"/>
                </a:lnTo>
                <a:lnTo>
                  <a:pt x="7117" y="309068"/>
                </a:lnTo>
                <a:lnTo>
                  <a:pt x="0" y="387213"/>
                </a:lnTo>
                <a:lnTo>
                  <a:pt x="0" y="3996531"/>
                </a:lnTo>
                <a:lnTo>
                  <a:pt x="1786" y="4037362"/>
                </a:lnTo>
                <a:lnTo>
                  <a:pt x="17779" y="4111963"/>
                </a:lnTo>
                <a:lnTo>
                  <a:pt x="46190" y="4181234"/>
                </a:lnTo>
                <a:lnTo>
                  <a:pt x="88807" y="4243417"/>
                </a:lnTo>
                <a:lnTo>
                  <a:pt x="140328" y="4294938"/>
                </a:lnTo>
                <a:lnTo>
                  <a:pt x="202511" y="4337555"/>
                </a:lnTo>
                <a:lnTo>
                  <a:pt x="271781" y="4365966"/>
                </a:lnTo>
                <a:lnTo>
                  <a:pt x="309068" y="4376628"/>
                </a:lnTo>
                <a:lnTo>
                  <a:pt x="387213" y="4383745"/>
                </a:lnTo>
                <a:lnTo>
                  <a:pt x="7975315" y="4383745"/>
                </a:lnTo>
                <a:lnTo>
                  <a:pt x="8016145" y="4381959"/>
                </a:lnTo>
                <a:lnTo>
                  <a:pt x="8090746" y="4365966"/>
                </a:lnTo>
                <a:lnTo>
                  <a:pt x="8160017" y="4337555"/>
                </a:lnTo>
                <a:lnTo>
                  <a:pt x="8222200" y="4294938"/>
                </a:lnTo>
                <a:lnTo>
                  <a:pt x="8273721" y="4243417"/>
                </a:lnTo>
                <a:lnTo>
                  <a:pt x="8316339" y="4181234"/>
                </a:lnTo>
                <a:lnTo>
                  <a:pt x="8344749" y="4111963"/>
                </a:lnTo>
                <a:lnTo>
                  <a:pt x="8355411" y="4074677"/>
                </a:lnTo>
                <a:lnTo>
                  <a:pt x="8362528" y="3996531"/>
                </a:lnTo>
                <a:lnTo>
                  <a:pt x="8362528" y="955615"/>
                </a:ln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5025" y="935335"/>
            <a:ext cx="3665854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280" dirty="0">
                <a:solidFill>
                  <a:srgbClr val="C00000"/>
                </a:solidFill>
              </a:rPr>
              <a:t>Use</a:t>
            </a:r>
            <a:r>
              <a:rPr sz="5800" spc="-390" dirty="0">
                <a:solidFill>
                  <a:srgbClr val="C00000"/>
                </a:solidFill>
              </a:rPr>
              <a:t> </a:t>
            </a:r>
            <a:r>
              <a:rPr sz="5800" spc="315" dirty="0">
                <a:solidFill>
                  <a:srgbClr val="C00000"/>
                </a:solidFill>
              </a:rPr>
              <a:t>Cases</a:t>
            </a:r>
            <a:endParaRPr sz="5800" dirty="0">
              <a:solidFill>
                <a:srgbClr val="C00000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01024" y="2429153"/>
            <a:ext cx="2017395" cy="1031886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70" dirty="0">
                <a:latin typeface="Trebuchet MS"/>
                <a:cs typeface="Trebuchet MS"/>
              </a:rPr>
              <a:t>Load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Distribution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ts val="1650"/>
              </a:lnSpc>
              <a:spcBef>
                <a:spcPts val="650"/>
              </a:spcBef>
            </a:pPr>
            <a:r>
              <a:rPr sz="1400" dirty="0">
                <a:latin typeface="Trebuchet MS"/>
                <a:cs typeface="Trebuchet MS"/>
              </a:rPr>
              <a:t>Jenkins</a:t>
            </a:r>
            <a:r>
              <a:rPr sz="1400" spc="114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Master</a:t>
            </a:r>
            <a:r>
              <a:rPr sz="1400" spc="7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Executes </a:t>
            </a:r>
            <a:r>
              <a:rPr sz="1400" dirty="0">
                <a:latin typeface="Trebuchet MS"/>
                <a:cs typeface="Trebuchet MS"/>
              </a:rPr>
              <a:t>Build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Job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spc="60" dirty="0">
                <a:latin typeface="Trebuchet MS"/>
                <a:cs typeface="Trebuchet MS"/>
              </a:rPr>
              <a:t>on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90" dirty="0">
                <a:latin typeface="Trebuchet MS"/>
                <a:cs typeface="Trebuchet MS"/>
              </a:rPr>
              <a:t>Node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it </a:t>
            </a:r>
            <a:r>
              <a:rPr sz="1400" spc="-10" dirty="0">
                <a:latin typeface="Trebuchet MS"/>
                <a:cs typeface="Trebuchet MS"/>
              </a:rPr>
              <a:t>selected.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8838" y="2503949"/>
            <a:ext cx="2622362" cy="110030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22250">
              <a:lnSpc>
                <a:spcPts val="1650"/>
              </a:lnSpc>
              <a:spcBef>
                <a:spcPts val="180"/>
              </a:spcBef>
            </a:pPr>
            <a:r>
              <a:rPr sz="1400" spc="65" dirty="0">
                <a:latin typeface="Trebuchet MS"/>
                <a:cs typeface="Trebuchet MS"/>
              </a:rPr>
              <a:t>Cross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Platform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Builds</a:t>
            </a:r>
            <a:br>
              <a:rPr lang="en-IN" sz="1400" spc="-10" dirty="0">
                <a:latin typeface="Trebuchet MS"/>
                <a:cs typeface="Trebuchet MS"/>
              </a:rPr>
            </a:br>
            <a:r>
              <a:rPr sz="1400" dirty="0">
                <a:latin typeface="Trebuchet MS"/>
                <a:cs typeface="Trebuchet MS"/>
              </a:rPr>
              <a:t>Executing</a:t>
            </a:r>
            <a:r>
              <a:rPr sz="1400" spc="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Build</a:t>
            </a:r>
            <a:r>
              <a:rPr sz="1400" spc="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of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other </a:t>
            </a:r>
            <a:r>
              <a:rPr sz="1400" dirty="0">
                <a:latin typeface="Trebuchet MS"/>
                <a:cs typeface="Trebuchet MS"/>
              </a:rPr>
              <a:t>platforms</a:t>
            </a:r>
            <a:r>
              <a:rPr sz="1400" spc="-20" dirty="0">
                <a:latin typeface="Trebuchet MS"/>
                <a:cs typeface="Trebuchet MS"/>
              </a:rPr>
              <a:t> like</a:t>
            </a:r>
            <a:endParaRPr sz="1400" dirty="0">
              <a:latin typeface="Trebuchet MS"/>
              <a:cs typeface="Trebuchet MS"/>
            </a:endParaRPr>
          </a:p>
          <a:p>
            <a:pPr marL="12700" marR="248920">
              <a:lnSpc>
                <a:spcPts val="1650"/>
              </a:lnSpc>
            </a:pPr>
            <a:r>
              <a:rPr sz="1400" spc="-25" dirty="0">
                <a:latin typeface="Trebuchet MS"/>
                <a:cs typeface="Trebuchet MS"/>
              </a:rPr>
              <a:t>.net(Windows),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spc="45" dirty="0">
                <a:latin typeface="Trebuchet MS"/>
                <a:cs typeface="Trebuchet MS"/>
              </a:rPr>
              <a:t>IOS(Mac </a:t>
            </a:r>
            <a:r>
              <a:rPr sz="1400" spc="-25" dirty="0">
                <a:latin typeface="Trebuchet MS"/>
                <a:cs typeface="Trebuchet MS"/>
              </a:rPr>
              <a:t>OS)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ts val="1600"/>
              </a:lnSpc>
            </a:pPr>
            <a:r>
              <a:rPr sz="1400" dirty="0">
                <a:latin typeface="Trebuchet MS"/>
                <a:cs typeface="Trebuchet MS"/>
              </a:rPr>
              <a:t>from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Jenkins</a:t>
            </a:r>
            <a:r>
              <a:rPr sz="1400" spc="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Master(Linux)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88238" y="2419906"/>
            <a:ext cx="1992630" cy="1031886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dirty="0">
                <a:latin typeface="Trebuchet MS"/>
                <a:cs typeface="Trebuchet MS"/>
              </a:rPr>
              <a:t>Software</a:t>
            </a:r>
            <a:r>
              <a:rPr sz="1400" spc="5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Testing</a:t>
            </a:r>
            <a:endParaRPr sz="1400" dirty="0">
              <a:latin typeface="Trebuchet MS"/>
              <a:cs typeface="Trebuchet MS"/>
            </a:endParaRPr>
          </a:p>
          <a:p>
            <a:pPr marL="12700" marR="5080">
              <a:lnSpc>
                <a:spcPts val="1650"/>
              </a:lnSpc>
              <a:spcBef>
                <a:spcPts val="650"/>
              </a:spcBef>
            </a:pPr>
            <a:r>
              <a:rPr sz="1400" dirty="0">
                <a:latin typeface="Trebuchet MS"/>
                <a:cs typeface="Trebuchet MS"/>
              </a:rPr>
              <a:t>Execute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Testers</a:t>
            </a:r>
            <a:r>
              <a:rPr sz="1400" spc="1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Test </a:t>
            </a:r>
            <a:r>
              <a:rPr sz="1400" dirty="0">
                <a:latin typeface="Trebuchet MS"/>
                <a:cs typeface="Trebuchet MS"/>
              </a:rPr>
              <a:t>Automation</a:t>
            </a:r>
            <a:r>
              <a:rPr sz="1400" spc="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Scripts</a:t>
            </a:r>
            <a:r>
              <a:rPr sz="1400" spc="4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from </a:t>
            </a:r>
            <a:r>
              <a:rPr sz="1400" spc="-10" dirty="0">
                <a:latin typeface="Trebuchet MS"/>
                <a:cs typeface="Trebuchet MS"/>
              </a:rPr>
              <a:t>Node.</a:t>
            </a:r>
            <a:endParaRPr sz="14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3935" y="107914"/>
            <a:ext cx="1047749" cy="132397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70381"/>
            <a:ext cx="7797662" cy="606217"/>
          </a:xfrm>
          <a:prstGeom prst="rect">
            <a:avLst/>
          </a:prstGeom>
        </p:spPr>
        <p:txBody>
          <a:bodyPr vert="horz" wrap="square" lIns="0" tIns="112674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C00000"/>
                </a:solidFill>
              </a:rPr>
              <a:t>Jenkins</a:t>
            </a:r>
            <a:r>
              <a:rPr sz="3200" spc="-5" dirty="0">
                <a:solidFill>
                  <a:srgbClr val="C00000"/>
                </a:solidFill>
              </a:rPr>
              <a:t> </a:t>
            </a:r>
            <a:r>
              <a:rPr sz="3200" spc="190" dirty="0">
                <a:solidFill>
                  <a:srgbClr val="C00000"/>
                </a:solidFill>
              </a:rPr>
              <a:t>Master/Slave</a:t>
            </a:r>
            <a:endParaRPr sz="3200" dirty="0">
              <a:solidFill>
                <a:srgbClr val="C00000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977823"/>
            <a:ext cx="6782279" cy="39131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211" y="213670"/>
            <a:ext cx="8381578" cy="44781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58825" y="575882"/>
            <a:ext cx="4014470" cy="22180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8630"/>
              </a:lnSpc>
              <a:spcBef>
                <a:spcPts val="204"/>
              </a:spcBef>
            </a:pPr>
            <a:r>
              <a:rPr sz="7200" spc="130" dirty="0">
                <a:solidFill>
                  <a:srgbClr val="C00000"/>
                </a:solidFill>
              </a:rPr>
              <a:t>Execute</a:t>
            </a:r>
            <a:r>
              <a:rPr sz="7200" spc="130" dirty="0">
                <a:solidFill>
                  <a:srgbClr val="00FFFF"/>
                </a:solidFill>
              </a:rPr>
              <a:t> </a:t>
            </a:r>
            <a:r>
              <a:rPr sz="7200" spc="180" dirty="0">
                <a:solidFill>
                  <a:srgbClr val="C00000"/>
                </a:solidFill>
              </a:rPr>
              <a:t>Anything</a:t>
            </a:r>
            <a:endParaRPr sz="7200" dirty="0">
              <a:solidFill>
                <a:srgbClr val="C00000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758825" y="3162088"/>
            <a:ext cx="5565775" cy="11283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70" dirty="0">
                <a:latin typeface="Trebuchet MS"/>
                <a:cs typeface="Trebuchet MS"/>
              </a:rPr>
              <a:t>Can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add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any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computer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network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as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Jenkins </a:t>
            </a:r>
            <a:r>
              <a:rPr sz="1800" spc="125" dirty="0">
                <a:latin typeface="Trebuchet MS"/>
                <a:cs typeface="Trebuchet MS"/>
              </a:rPr>
              <a:t>Node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execute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commands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on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Nodes.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latin typeface="Trebuchet MS"/>
                <a:cs typeface="Trebuchet MS"/>
              </a:rPr>
              <a:t>e:g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scripts,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commands,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test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scripts,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etc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351" y="585865"/>
            <a:ext cx="7797662" cy="720944"/>
          </a:xfrm>
          <a:prstGeom prst="rect">
            <a:avLst/>
          </a:prstGeom>
        </p:spPr>
        <p:txBody>
          <a:bodyPr vert="horz" wrap="square" lIns="0" tIns="165332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sz="3600" spc="5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Prerequisites</a:t>
            </a:r>
            <a:r>
              <a:rPr sz="3600" spc="-215" dirty="0">
                <a:solidFill>
                  <a:srgbClr val="00FFFF"/>
                </a:solidFill>
              </a:rPr>
              <a:t> </a:t>
            </a:r>
            <a:r>
              <a:rPr sz="3600" dirty="0"/>
              <a:t>for</a:t>
            </a:r>
            <a:r>
              <a:rPr sz="3600" spc="-290" dirty="0"/>
              <a:t> </a:t>
            </a:r>
            <a:r>
              <a:rPr sz="3600" spc="190" dirty="0"/>
              <a:t>Node</a:t>
            </a:r>
            <a:r>
              <a:rPr sz="3600" spc="-210" dirty="0"/>
              <a:t> </a:t>
            </a:r>
            <a:r>
              <a:rPr sz="3600" spc="145" dirty="0"/>
              <a:t>Setup</a:t>
            </a:r>
            <a:endParaRPr sz="36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62848" y="1481457"/>
            <a:ext cx="4159885" cy="259715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401955" indent="-389255">
              <a:lnSpc>
                <a:spcPct val="100000"/>
              </a:lnSpc>
              <a:spcBef>
                <a:spcPts val="715"/>
              </a:spcBef>
              <a:buSzPct val="61111"/>
              <a:buFont typeface="Arial"/>
              <a:buAutoNum type="arabicPeriod"/>
              <a:tabLst>
                <a:tab pos="401955" algn="l"/>
              </a:tabLst>
            </a:pPr>
            <a:r>
              <a:rPr sz="1800" spc="85" dirty="0">
                <a:latin typeface="Trebuchet MS"/>
                <a:cs typeface="Trebuchet MS"/>
              </a:rPr>
              <a:t>Any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150" dirty="0">
                <a:latin typeface="Trebuchet MS"/>
                <a:cs typeface="Trebuchet MS"/>
              </a:rPr>
              <a:t>OS</a:t>
            </a:r>
            <a:endParaRPr sz="1800" dirty="0">
              <a:latin typeface="Trebuchet MS"/>
              <a:cs typeface="Trebuchet MS"/>
            </a:endParaRPr>
          </a:p>
          <a:p>
            <a:pPr marL="401955" indent="-389255">
              <a:lnSpc>
                <a:spcPct val="100000"/>
              </a:lnSpc>
              <a:spcBef>
                <a:spcPts val="615"/>
              </a:spcBef>
              <a:buSzPct val="61111"/>
              <a:buFont typeface="Arial"/>
              <a:buAutoNum type="arabicPeriod"/>
              <a:tabLst>
                <a:tab pos="401955" algn="l"/>
              </a:tabLst>
            </a:pPr>
            <a:r>
              <a:rPr sz="1800" dirty="0">
                <a:latin typeface="Trebuchet MS"/>
                <a:cs typeface="Trebuchet MS"/>
              </a:rPr>
              <a:t>Network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spc="90" dirty="0">
                <a:latin typeface="Trebuchet MS"/>
                <a:cs typeface="Trebuchet MS"/>
              </a:rPr>
              <a:t>access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spc="40" dirty="0">
                <a:latin typeface="Trebuchet MS"/>
                <a:cs typeface="Trebuchet MS"/>
              </a:rPr>
              <a:t>Master</a:t>
            </a:r>
            <a:endParaRPr sz="1800" dirty="0">
              <a:latin typeface="Trebuchet MS"/>
              <a:cs typeface="Trebuchet MS"/>
            </a:endParaRPr>
          </a:p>
          <a:p>
            <a:pPr marL="479425">
              <a:lnSpc>
                <a:spcPct val="100000"/>
              </a:lnSpc>
              <a:spcBef>
                <a:spcPts val="35"/>
              </a:spcBef>
            </a:pPr>
            <a:r>
              <a:rPr sz="1200" spc="-10" dirty="0">
                <a:latin typeface="Trebuchet MS"/>
                <a:cs typeface="Trebuchet MS"/>
              </a:rPr>
              <a:t>Note:</a:t>
            </a:r>
            <a:r>
              <a:rPr sz="1200" spc="-5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Check</a:t>
            </a:r>
            <a:r>
              <a:rPr sz="1200" spc="-5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Firewall</a:t>
            </a:r>
            <a:r>
              <a:rPr sz="1200" spc="-8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rules</a:t>
            </a:r>
            <a:endParaRPr sz="1200" dirty="0">
              <a:latin typeface="Trebuchet MS"/>
              <a:cs typeface="Trebuchet MS"/>
            </a:endParaRPr>
          </a:p>
          <a:p>
            <a:pPr marL="401955" indent="-389255">
              <a:lnSpc>
                <a:spcPct val="100000"/>
              </a:lnSpc>
              <a:spcBef>
                <a:spcPts val="565"/>
              </a:spcBef>
              <a:buSzPct val="61111"/>
              <a:buFont typeface="Arial"/>
              <a:buAutoNum type="arabicPeriod" startAt="3"/>
              <a:tabLst>
                <a:tab pos="401955" algn="l"/>
              </a:tabLst>
            </a:pPr>
            <a:r>
              <a:rPr sz="1800" spc="-50" dirty="0">
                <a:latin typeface="Trebuchet MS"/>
                <a:cs typeface="Trebuchet MS"/>
              </a:rPr>
              <a:t>Java,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JRE,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JDK</a:t>
            </a:r>
            <a:endParaRPr sz="1800" dirty="0">
              <a:latin typeface="Trebuchet MS"/>
              <a:cs typeface="Trebuchet MS"/>
            </a:endParaRPr>
          </a:p>
          <a:p>
            <a:pPr marL="401955" indent="-389255">
              <a:lnSpc>
                <a:spcPct val="100000"/>
              </a:lnSpc>
              <a:spcBef>
                <a:spcPts val="615"/>
              </a:spcBef>
              <a:buSzPct val="61111"/>
              <a:buFont typeface="Arial"/>
              <a:buAutoNum type="arabicPeriod" startAt="3"/>
              <a:tabLst>
                <a:tab pos="401955" algn="l"/>
              </a:tabLst>
            </a:pPr>
            <a:r>
              <a:rPr sz="1800" spc="55" dirty="0">
                <a:latin typeface="Trebuchet MS"/>
                <a:cs typeface="Trebuchet MS"/>
              </a:rPr>
              <a:t>User</a:t>
            </a:r>
            <a:endParaRPr sz="1800" dirty="0">
              <a:latin typeface="Trebuchet MS"/>
              <a:cs typeface="Trebuchet MS"/>
            </a:endParaRPr>
          </a:p>
          <a:p>
            <a:pPr marL="401955" indent="-389255">
              <a:lnSpc>
                <a:spcPct val="100000"/>
              </a:lnSpc>
              <a:spcBef>
                <a:spcPts val="615"/>
              </a:spcBef>
              <a:buSzPct val="61111"/>
              <a:buFont typeface="Arial"/>
              <a:buAutoNum type="arabicPeriod" startAt="3"/>
              <a:tabLst>
                <a:tab pos="401955" algn="l"/>
              </a:tabLst>
            </a:pPr>
            <a:r>
              <a:rPr sz="1800" dirty="0">
                <a:latin typeface="Trebuchet MS"/>
                <a:cs typeface="Trebuchet MS"/>
              </a:rPr>
              <a:t>Directory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with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User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ownership</a:t>
            </a:r>
            <a:endParaRPr sz="1800" dirty="0">
              <a:latin typeface="Trebuchet MS"/>
              <a:cs typeface="Trebuchet MS"/>
            </a:endParaRPr>
          </a:p>
          <a:p>
            <a:pPr marL="401955" marR="5080" indent="-389890">
              <a:lnSpc>
                <a:spcPct val="100699"/>
              </a:lnSpc>
              <a:spcBef>
                <a:spcPts val="600"/>
              </a:spcBef>
              <a:buSzPct val="61111"/>
              <a:buFont typeface="Arial"/>
              <a:buAutoNum type="arabicPeriod" startAt="3"/>
              <a:tabLst>
                <a:tab pos="401955" algn="l"/>
              </a:tabLst>
            </a:pPr>
            <a:r>
              <a:rPr sz="1800" dirty="0">
                <a:latin typeface="Trebuchet MS"/>
                <a:cs typeface="Trebuchet MS"/>
              </a:rPr>
              <a:t>Tools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80" dirty="0">
                <a:latin typeface="Trebuchet MS"/>
                <a:cs typeface="Trebuchet MS"/>
              </a:rPr>
              <a:t>as</a:t>
            </a:r>
            <a:r>
              <a:rPr sz="1800" dirty="0">
                <a:latin typeface="Trebuchet MS"/>
                <a:cs typeface="Trebuchet MS"/>
              </a:rPr>
              <a:t> required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by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Jenkins </a:t>
            </a:r>
            <a:r>
              <a:rPr sz="1800" spc="-25" dirty="0">
                <a:latin typeface="Trebuchet MS"/>
                <a:cs typeface="Trebuchet MS"/>
              </a:rPr>
              <a:t>job </a:t>
            </a:r>
            <a:r>
              <a:rPr sz="1800" spc="-10" dirty="0">
                <a:latin typeface="Trebuchet MS"/>
                <a:cs typeface="Trebuchet MS"/>
              </a:rPr>
              <a:t>e:g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Maven,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Ant,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Git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etc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734" y="379877"/>
            <a:ext cx="8362950" cy="4384040"/>
          </a:xfrm>
          <a:custGeom>
            <a:avLst/>
            <a:gdLst/>
            <a:ahLst/>
            <a:cxnLst/>
            <a:rect l="l" t="t" r="r" b="b"/>
            <a:pathLst>
              <a:path w="8362950" h="4384040">
                <a:moveTo>
                  <a:pt x="7406913" y="0"/>
                </a:moveTo>
                <a:lnTo>
                  <a:pt x="387213" y="0"/>
                </a:lnTo>
                <a:lnTo>
                  <a:pt x="346383" y="1786"/>
                </a:lnTo>
                <a:lnTo>
                  <a:pt x="309068" y="7117"/>
                </a:lnTo>
                <a:lnTo>
                  <a:pt x="271781" y="17779"/>
                </a:lnTo>
                <a:lnTo>
                  <a:pt x="202511" y="46190"/>
                </a:lnTo>
                <a:lnTo>
                  <a:pt x="140328" y="88807"/>
                </a:lnTo>
                <a:lnTo>
                  <a:pt x="88807" y="140328"/>
                </a:lnTo>
                <a:lnTo>
                  <a:pt x="46190" y="202511"/>
                </a:lnTo>
                <a:lnTo>
                  <a:pt x="17779" y="271781"/>
                </a:lnTo>
                <a:lnTo>
                  <a:pt x="7117" y="309068"/>
                </a:lnTo>
                <a:lnTo>
                  <a:pt x="0" y="387213"/>
                </a:lnTo>
                <a:lnTo>
                  <a:pt x="0" y="3996531"/>
                </a:lnTo>
                <a:lnTo>
                  <a:pt x="1786" y="4037362"/>
                </a:lnTo>
                <a:lnTo>
                  <a:pt x="17779" y="4111963"/>
                </a:lnTo>
                <a:lnTo>
                  <a:pt x="46190" y="4181234"/>
                </a:lnTo>
                <a:lnTo>
                  <a:pt x="88807" y="4243417"/>
                </a:lnTo>
                <a:lnTo>
                  <a:pt x="140328" y="4294938"/>
                </a:lnTo>
                <a:lnTo>
                  <a:pt x="202511" y="4337555"/>
                </a:lnTo>
                <a:lnTo>
                  <a:pt x="271781" y="4365966"/>
                </a:lnTo>
                <a:lnTo>
                  <a:pt x="309068" y="4376628"/>
                </a:lnTo>
                <a:lnTo>
                  <a:pt x="387213" y="4383745"/>
                </a:lnTo>
                <a:lnTo>
                  <a:pt x="7975315" y="4383745"/>
                </a:lnTo>
                <a:lnTo>
                  <a:pt x="8016145" y="4381959"/>
                </a:lnTo>
                <a:lnTo>
                  <a:pt x="8090746" y="4365966"/>
                </a:lnTo>
                <a:lnTo>
                  <a:pt x="8160017" y="4337555"/>
                </a:lnTo>
                <a:lnTo>
                  <a:pt x="8222200" y="4294938"/>
                </a:lnTo>
                <a:lnTo>
                  <a:pt x="8273721" y="4243417"/>
                </a:lnTo>
                <a:lnTo>
                  <a:pt x="8316339" y="4181234"/>
                </a:lnTo>
                <a:lnTo>
                  <a:pt x="8344749" y="4111963"/>
                </a:lnTo>
                <a:lnTo>
                  <a:pt x="8355411" y="4074677"/>
                </a:lnTo>
                <a:lnTo>
                  <a:pt x="8362528" y="3996531"/>
                </a:lnTo>
                <a:lnTo>
                  <a:pt x="8362528" y="955615"/>
                </a:lnTo>
              </a:path>
            </a:pathLst>
          </a:custGeom>
          <a:ln w="19049">
            <a:solidFill>
              <a:srgbClr val="434343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838200" y="1581150"/>
            <a:ext cx="6724650" cy="2438488"/>
          </a:xfrm>
          <a:prstGeom prst="rect">
            <a:avLst/>
          </a:prstGeom>
        </p:spPr>
        <p:txBody>
          <a:bodyPr vert="horz" wrap="square" lIns="0" tIns="36766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2895"/>
              </a:spcBef>
              <a:buNone/>
            </a:pPr>
            <a:r>
              <a:rPr sz="5400" spc="4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Jenkins</a:t>
            </a:r>
            <a:r>
              <a:rPr sz="5400" spc="-31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 </a:t>
            </a:r>
            <a:r>
              <a:rPr sz="5400" spc="9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Security</a:t>
            </a:r>
            <a:endParaRPr sz="5400" dirty="0">
              <a:solidFill>
                <a:srgbClr val="C00000"/>
              </a:solidFill>
              <a:latin typeface="Arial Black" panose="020B0A04020102020204" pitchFamily="34" charset="0"/>
              <a:cs typeface="Trebuchet MS"/>
            </a:endParaRPr>
          </a:p>
          <a:p>
            <a:pPr marL="0" indent="0">
              <a:lnSpc>
                <a:spcPct val="100000"/>
              </a:lnSpc>
              <a:spcBef>
                <a:spcPts val="1045"/>
              </a:spcBef>
              <a:buNone/>
            </a:pPr>
            <a:r>
              <a:rPr sz="1800" b="0" spc="-55" dirty="0">
                <a:latin typeface="Trebuchet MS"/>
                <a:cs typeface="Trebuchet MS"/>
              </a:rPr>
              <a:t>user,</a:t>
            </a:r>
            <a:r>
              <a:rPr sz="1800" b="0" spc="-20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permissions,</a:t>
            </a:r>
            <a:r>
              <a:rPr sz="1800" b="0" spc="-15" dirty="0">
                <a:latin typeface="Trebuchet MS"/>
                <a:cs typeface="Trebuchet MS"/>
              </a:rPr>
              <a:t> </a:t>
            </a:r>
            <a:r>
              <a:rPr sz="1800" b="0" spc="-20" dirty="0">
                <a:latin typeface="Trebuchet MS"/>
                <a:cs typeface="Trebuchet MS"/>
              </a:rPr>
              <a:t>roles, </a:t>
            </a:r>
            <a:r>
              <a:rPr sz="1800" b="0" dirty="0">
                <a:latin typeface="Trebuchet MS"/>
                <a:cs typeface="Trebuchet MS"/>
              </a:rPr>
              <a:t>jobs</a:t>
            </a:r>
            <a:r>
              <a:rPr sz="1800" b="0" spc="-15" dirty="0">
                <a:latin typeface="Trebuchet MS"/>
                <a:cs typeface="Trebuchet MS"/>
              </a:rPr>
              <a:t> </a:t>
            </a:r>
            <a:r>
              <a:rPr sz="1800" b="0" spc="-10" dirty="0">
                <a:latin typeface="Trebuchet MS"/>
                <a:cs typeface="Trebuchet MS"/>
              </a:rPr>
              <a:t>permissions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5025" y="935335"/>
            <a:ext cx="606171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229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Securing</a:t>
            </a:r>
            <a:r>
              <a:rPr sz="5800" spc="-535" dirty="0">
                <a:solidFill>
                  <a:srgbClr val="00FFFF"/>
                </a:solidFill>
              </a:rPr>
              <a:t> </a:t>
            </a:r>
            <a:r>
              <a:rPr sz="5800" spc="45" dirty="0"/>
              <a:t>Jenkins</a:t>
            </a:r>
            <a:endParaRPr sz="5800" dirty="0"/>
          </a:p>
        </p:txBody>
      </p:sp>
      <p:sp>
        <p:nvSpPr>
          <p:cNvPr id="3" name="object 3"/>
          <p:cNvSpPr txBox="1"/>
          <p:nvPr/>
        </p:nvSpPr>
        <p:spPr>
          <a:xfrm>
            <a:off x="1053424" y="2194560"/>
            <a:ext cx="1852930" cy="11684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55" dirty="0">
                <a:latin typeface="Trebuchet MS"/>
                <a:cs typeface="Trebuchet MS"/>
              </a:rPr>
              <a:t>User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spc="40" dirty="0">
                <a:latin typeface="Trebuchet MS"/>
                <a:cs typeface="Trebuchet MS"/>
              </a:rPr>
              <a:t>Login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400" dirty="0">
                <a:latin typeface="Trebuchet MS"/>
                <a:cs typeface="Trebuchet MS"/>
              </a:rPr>
              <a:t>Jenkins</a:t>
            </a:r>
            <a:r>
              <a:rPr sz="1400" spc="10" dirty="0">
                <a:latin typeface="Trebuchet MS"/>
                <a:cs typeface="Trebuchet MS"/>
              </a:rPr>
              <a:t> </a:t>
            </a:r>
            <a:r>
              <a:rPr sz="1400" spc="55" dirty="0">
                <a:latin typeface="Trebuchet MS"/>
                <a:cs typeface="Trebuchet MS"/>
              </a:rPr>
              <a:t>own</a:t>
            </a:r>
            <a:r>
              <a:rPr sz="1400" spc="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database.</a:t>
            </a:r>
            <a:endParaRPr sz="1400" dirty="0">
              <a:latin typeface="Trebuchet MS"/>
              <a:cs typeface="Trebuchet MS"/>
            </a:endParaRPr>
          </a:p>
          <a:p>
            <a:pPr marL="12700" marR="466725" indent="457200">
              <a:lnSpc>
                <a:spcPct val="133900"/>
              </a:lnSpc>
            </a:pPr>
            <a:r>
              <a:rPr sz="1400" spc="60" dirty="0">
                <a:latin typeface="Trebuchet MS"/>
                <a:cs typeface="Trebuchet MS"/>
              </a:rPr>
              <a:t>Sign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spc="75" dirty="0">
                <a:latin typeface="Trebuchet MS"/>
                <a:cs typeface="Trebuchet MS"/>
              </a:rPr>
              <a:t>Up </a:t>
            </a:r>
            <a:r>
              <a:rPr sz="1400" spc="100" dirty="0">
                <a:latin typeface="Trebuchet MS"/>
                <a:cs typeface="Trebuchet MS"/>
              </a:rPr>
              <a:t>LDAP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Integration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5200" y="2266950"/>
            <a:ext cx="19196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0" dirty="0">
                <a:latin typeface="Trebuchet MS"/>
                <a:cs typeface="Trebuchet MS"/>
              </a:rPr>
              <a:t>Permissions</a:t>
            </a:r>
            <a:r>
              <a:rPr sz="1400" spc="125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on </a:t>
            </a:r>
            <a:r>
              <a:rPr sz="1400" spc="-10" dirty="0">
                <a:latin typeface="Trebuchet MS"/>
                <a:cs typeface="Trebuchet MS"/>
              </a:rPr>
              <a:t>Jenkins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86768" y="2480310"/>
            <a:ext cx="1248410" cy="147091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16230" indent="-303530">
              <a:lnSpc>
                <a:spcPct val="100000"/>
              </a:lnSpc>
              <a:spcBef>
                <a:spcPts val="670"/>
              </a:spcBef>
              <a:buFont typeface="Arial MT"/>
              <a:buChar char="●"/>
              <a:tabLst>
                <a:tab pos="316230" algn="l"/>
              </a:tabLst>
            </a:pPr>
            <a:r>
              <a:rPr sz="1400" spc="-10" dirty="0">
                <a:latin typeface="Trebuchet MS"/>
                <a:cs typeface="Trebuchet MS"/>
              </a:rPr>
              <a:t>Admin</a:t>
            </a:r>
            <a:endParaRPr sz="1400">
              <a:latin typeface="Trebuchet MS"/>
              <a:cs typeface="Trebuchet MS"/>
            </a:endParaRPr>
          </a:p>
          <a:p>
            <a:pPr marL="316230" indent="-303530">
              <a:lnSpc>
                <a:spcPct val="100000"/>
              </a:lnSpc>
              <a:spcBef>
                <a:spcPts val="570"/>
              </a:spcBef>
              <a:buFont typeface="Arial MT"/>
              <a:buChar char="●"/>
              <a:tabLst>
                <a:tab pos="316230" algn="l"/>
              </a:tabLst>
            </a:pPr>
            <a:r>
              <a:rPr sz="1400" spc="30" dirty="0">
                <a:latin typeface="Trebuchet MS"/>
                <a:cs typeface="Trebuchet MS"/>
              </a:rPr>
              <a:t>Read</a:t>
            </a:r>
            <a:endParaRPr sz="1400">
              <a:latin typeface="Trebuchet MS"/>
              <a:cs typeface="Trebuchet MS"/>
            </a:endParaRPr>
          </a:p>
          <a:p>
            <a:pPr marL="316230" indent="-303530">
              <a:lnSpc>
                <a:spcPct val="100000"/>
              </a:lnSpc>
              <a:spcBef>
                <a:spcPts val="570"/>
              </a:spcBef>
              <a:buFont typeface="Arial MT"/>
              <a:buChar char="●"/>
              <a:tabLst>
                <a:tab pos="316230" algn="l"/>
              </a:tabLst>
            </a:pPr>
            <a:r>
              <a:rPr sz="1400" spc="40" dirty="0">
                <a:latin typeface="Trebuchet MS"/>
                <a:cs typeface="Trebuchet MS"/>
              </a:rPr>
              <a:t>Jobs</a:t>
            </a:r>
            <a:endParaRPr sz="1400">
              <a:latin typeface="Trebuchet MS"/>
              <a:cs typeface="Trebuchet MS"/>
            </a:endParaRPr>
          </a:p>
          <a:p>
            <a:pPr marL="316230" indent="-303530">
              <a:lnSpc>
                <a:spcPct val="100000"/>
              </a:lnSpc>
              <a:spcBef>
                <a:spcPts val="570"/>
              </a:spcBef>
              <a:buFont typeface="Arial MT"/>
              <a:buChar char="●"/>
              <a:tabLst>
                <a:tab pos="316230" algn="l"/>
              </a:tabLst>
            </a:pPr>
            <a:r>
              <a:rPr sz="1400" spc="-10" dirty="0">
                <a:latin typeface="Trebuchet MS"/>
                <a:cs typeface="Trebuchet MS"/>
              </a:rPr>
              <a:t>Credentials</a:t>
            </a:r>
            <a:endParaRPr sz="1400">
              <a:latin typeface="Trebuchet MS"/>
              <a:cs typeface="Trebuchet MS"/>
            </a:endParaRPr>
          </a:p>
          <a:p>
            <a:pPr marL="316230" indent="-303530">
              <a:lnSpc>
                <a:spcPct val="100000"/>
              </a:lnSpc>
              <a:spcBef>
                <a:spcPts val="570"/>
              </a:spcBef>
              <a:buFont typeface="Arial MT"/>
              <a:buChar char="●"/>
              <a:tabLst>
                <a:tab pos="316230" algn="l"/>
              </a:tabLst>
            </a:pPr>
            <a:r>
              <a:rPr sz="1400" dirty="0">
                <a:latin typeface="Trebuchet MS"/>
                <a:cs typeface="Trebuchet MS"/>
              </a:rPr>
              <a:t>Plugins</a:t>
            </a:r>
            <a:r>
              <a:rPr sz="1400" spc="19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etc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6976" y="2266950"/>
            <a:ext cx="169037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0" dirty="0">
                <a:latin typeface="Trebuchet MS"/>
                <a:cs typeface="Trebuchet MS"/>
              </a:rPr>
              <a:t>Permissions</a:t>
            </a:r>
            <a:r>
              <a:rPr sz="1400" spc="125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on </a:t>
            </a:r>
            <a:r>
              <a:rPr sz="1400" spc="45" dirty="0">
                <a:latin typeface="Trebuchet MS"/>
                <a:cs typeface="Trebuchet MS"/>
              </a:rPr>
              <a:t>Jobs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38543" y="2480310"/>
            <a:ext cx="1119505" cy="147091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16230" indent="-303530">
              <a:lnSpc>
                <a:spcPct val="100000"/>
              </a:lnSpc>
              <a:spcBef>
                <a:spcPts val="670"/>
              </a:spcBef>
              <a:buFont typeface="Arial MT"/>
              <a:buChar char="●"/>
              <a:tabLst>
                <a:tab pos="316230" algn="l"/>
              </a:tabLst>
            </a:pPr>
            <a:r>
              <a:rPr sz="1400" spc="-20" dirty="0">
                <a:latin typeface="Trebuchet MS"/>
                <a:cs typeface="Trebuchet MS"/>
              </a:rPr>
              <a:t>View</a:t>
            </a:r>
            <a:endParaRPr sz="1400">
              <a:latin typeface="Trebuchet MS"/>
              <a:cs typeface="Trebuchet MS"/>
            </a:endParaRPr>
          </a:p>
          <a:p>
            <a:pPr marL="316230" indent="-303530">
              <a:lnSpc>
                <a:spcPct val="100000"/>
              </a:lnSpc>
              <a:spcBef>
                <a:spcPts val="570"/>
              </a:spcBef>
              <a:buFont typeface="Arial MT"/>
              <a:buChar char="●"/>
              <a:tabLst>
                <a:tab pos="316230" algn="l"/>
              </a:tabLst>
            </a:pPr>
            <a:r>
              <a:rPr sz="1400" spc="-10" dirty="0">
                <a:latin typeface="Trebuchet MS"/>
                <a:cs typeface="Trebuchet MS"/>
              </a:rPr>
              <a:t>Build</a:t>
            </a:r>
            <a:endParaRPr sz="1400">
              <a:latin typeface="Trebuchet MS"/>
              <a:cs typeface="Trebuchet MS"/>
            </a:endParaRPr>
          </a:p>
          <a:p>
            <a:pPr marL="316230" indent="-303530">
              <a:lnSpc>
                <a:spcPct val="100000"/>
              </a:lnSpc>
              <a:spcBef>
                <a:spcPts val="570"/>
              </a:spcBef>
              <a:buFont typeface="Arial MT"/>
              <a:buChar char="●"/>
              <a:tabLst>
                <a:tab pos="316230" algn="l"/>
              </a:tabLst>
            </a:pPr>
            <a:r>
              <a:rPr sz="1400" spc="-10" dirty="0">
                <a:latin typeface="Trebuchet MS"/>
                <a:cs typeface="Trebuchet MS"/>
              </a:rPr>
              <a:t>Delete</a:t>
            </a:r>
            <a:endParaRPr sz="1400">
              <a:latin typeface="Trebuchet MS"/>
              <a:cs typeface="Trebuchet MS"/>
            </a:endParaRPr>
          </a:p>
          <a:p>
            <a:pPr marL="316230" indent="-303530">
              <a:lnSpc>
                <a:spcPct val="100000"/>
              </a:lnSpc>
              <a:spcBef>
                <a:spcPts val="570"/>
              </a:spcBef>
              <a:buFont typeface="Arial MT"/>
              <a:buChar char="●"/>
              <a:tabLst>
                <a:tab pos="316230" algn="l"/>
              </a:tabLst>
            </a:pPr>
            <a:r>
              <a:rPr sz="1400" spc="-10" dirty="0">
                <a:latin typeface="Trebuchet MS"/>
                <a:cs typeface="Trebuchet MS"/>
              </a:rPr>
              <a:t>Configure</a:t>
            </a:r>
            <a:endParaRPr sz="1400">
              <a:latin typeface="Trebuchet MS"/>
              <a:cs typeface="Trebuchet MS"/>
            </a:endParaRPr>
          </a:p>
          <a:p>
            <a:pPr marL="316230" indent="-303530">
              <a:lnSpc>
                <a:spcPct val="100000"/>
              </a:lnSpc>
              <a:spcBef>
                <a:spcPts val="570"/>
              </a:spcBef>
              <a:buFont typeface="Arial MT"/>
              <a:buChar char="●"/>
              <a:tabLst>
                <a:tab pos="316230" algn="l"/>
              </a:tabLst>
            </a:pPr>
            <a:r>
              <a:rPr sz="1400" spc="-25" dirty="0">
                <a:latin typeface="Trebuchet MS"/>
                <a:cs typeface="Trebuchet MS"/>
              </a:rPr>
              <a:t>etc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66894" y="4747583"/>
            <a:ext cx="2152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FFB600"/>
                </a:solidFill>
                <a:latin typeface="Trebuchet MS"/>
                <a:cs typeface="Trebuchet MS"/>
              </a:rPr>
              <a:t>43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055226" y="292676"/>
            <a:ext cx="796290" cy="796290"/>
          </a:xfrm>
          <a:custGeom>
            <a:avLst/>
            <a:gdLst/>
            <a:ahLst/>
            <a:cxnLst/>
            <a:rect l="l" t="t" r="r" b="b"/>
            <a:pathLst>
              <a:path w="796290" h="796290">
                <a:moveTo>
                  <a:pt x="398034" y="796107"/>
                </a:moveTo>
                <a:lnTo>
                  <a:pt x="349635" y="767076"/>
                </a:lnTo>
                <a:lnTo>
                  <a:pt x="315752" y="725958"/>
                </a:lnTo>
                <a:lnTo>
                  <a:pt x="297621" y="701733"/>
                </a:lnTo>
                <a:lnTo>
                  <a:pt x="280679" y="682413"/>
                </a:lnTo>
                <a:lnTo>
                  <a:pt x="272208" y="676369"/>
                </a:lnTo>
                <a:lnTo>
                  <a:pt x="263738" y="670275"/>
                </a:lnTo>
                <a:lnTo>
                  <a:pt x="255267" y="667897"/>
                </a:lnTo>
                <a:lnTo>
                  <a:pt x="245606" y="667897"/>
                </a:lnTo>
                <a:lnTo>
                  <a:pt x="235897" y="670275"/>
                </a:lnTo>
                <a:lnTo>
                  <a:pt x="199636" y="696928"/>
                </a:lnTo>
                <a:lnTo>
                  <a:pt x="179028" y="736857"/>
                </a:lnTo>
                <a:lnTo>
                  <a:pt x="176650" y="747756"/>
                </a:lnTo>
                <a:lnTo>
                  <a:pt x="172985" y="757416"/>
                </a:lnTo>
                <a:lnTo>
                  <a:pt x="137912" y="791302"/>
                </a:lnTo>
                <a:lnTo>
                  <a:pt x="112499" y="796107"/>
                </a:lnTo>
                <a:lnTo>
                  <a:pt x="101601" y="794918"/>
                </a:lnTo>
                <a:lnTo>
                  <a:pt x="61674" y="780403"/>
                </a:lnTo>
                <a:lnTo>
                  <a:pt x="27840" y="752561"/>
                </a:lnTo>
                <a:lnTo>
                  <a:pt x="6043" y="715059"/>
                </a:lnTo>
                <a:lnTo>
                  <a:pt x="0" y="683602"/>
                </a:lnTo>
                <a:lnTo>
                  <a:pt x="1188" y="670275"/>
                </a:lnTo>
                <a:lnTo>
                  <a:pt x="29029" y="629157"/>
                </a:lnTo>
                <a:lnTo>
                  <a:pt x="60485" y="615831"/>
                </a:lnTo>
                <a:lnTo>
                  <a:pt x="70145" y="613453"/>
                </a:lnTo>
                <a:lnTo>
                  <a:pt x="112499" y="583184"/>
                </a:lnTo>
                <a:lnTo>
                  <a:pt x="128253" y="550537"/>
                </a:lnTo>
                <a:lnTo>
                  <a:pt x="128253" y="540827"/>
                </a:lnTo>
                <a:lnTo>
                  <a:pt x="125825" y="532356"/>
                </a:lnTo>
                <a:lnTo>
                  <a:pt x="113738" y="515413"/>
                </a:lnTo>
                <a:lnTo>
                  <a:pt x="104028" y="506942"/>
                </a:lnTo>
                <a:lnTo>
                  <a:pt x="94369" y="498471"/>
                </a:lnTo>
                <a:lnTo>
                  <a:pt x="43543" y="458542"/>
                </a:lnTo>
                <a:lnTo>
                  <a:pt x="14514" y="433177"/>
                </a:lnTo>
                <a:lnTo>
                  <a:pt x="0" y="398053"/>
                </a:lnTo>
                <a:lnTo>
                  <a:pt x="1188" y="393248"/>
                </a:lnTo>
                <a:lnTo>
                  <a:pt x="4854" y="385965"/>
                </a:lnTo>
                <a:lnTo>
                  <a:pt x="18130" y="362979"/>
                </a:lnTo>
                <a:lnTo>
                  <a:pt x="26602" y="349653"/>
                </a:lnTo>
                <a:lnTo>
                  <a:pt x="37499" y="335137"/>
                </a:lnTo>
                <a:lnTo>
                  <a:pt x="48398" y="319433"/>
                </a:lnTo>
                <a:lnTo>
                  <a:pt x="74999" y="291592"/>
                </a:lnTo>
                <a:lnTo>
                  <a:pt x="111310" y="266178"/>
                </a:lnTo>
                <a:lnTo>
                  <a:pt x="119781" y="263750"/>
                </a:lnTo>
                <a:lnTo>
                  <a:pt x="127014" y="261323"/>
                </a:lnTo>
                <a:lnTo>
                  <a:pt x="134296" y="260134"/>
                </a:lnTo>
                <a:lnTo>
                  <a:pt x="141528" y="260134"/>
                </a:lnTo>
                <a:lnTo>
                  <a:pt x="179028" y="278266"/>
                </a:lnTo>
                <a:lnTo>
                  <a:pt x="197209" y="317006"/>
                </a:lnTo>
                <a:lnTo>
                  <a:pt x="200825" y="327905"/>
                </a:lnTo>
                <a:lnTo>
                  <a:pt x="228665" y="367834"/>
                </a:lnTo>
                <a:lnTo>
                  <a:pt x="266165" y="377494"/>
                </a:lnTo>
                <a:lnTo>
                  <a:pt x="275824" y="376305"/>
                </a:lnTo>
                <a:lnTo>
                  <a:pt x="286723" y="375067"/>
                </a:lnTo>
                <a:lnTo>
                  <a:pt x="297621" y="371450"/>
                </a:lnTo>
                <a:lnTo>
                  <a:pt x="307280" y="367834"/>
                </a:lnTo>
                <a:lnTo>
                  <a:pt x="316990" y="361790"/>
                </a:lnTo>
                <a:lnTo>
                  <a:pt x="325461" y="356935"/>
                </a:lnTo>
                <a:lnTo>
                  <a:pt x="333932" y="349653"/>
                </a:lnTo>
                <a:lnTo>
                  <a:pt x="342403" y="342420"/>
                </a:lnTo>
                <a:lnTo>
                  <a:pt x="349635" y="333948"/>
                </a:lnTo>
                <a:lnTo>
                  <a:pt x="371432" y="296447"/>
                </a:lnTo>
                <a:lnTo>
                  <a:pt x="376237" y="275888"/>
                </a:lnTo>
                <a:lnTo>
                  <a:pt x="377476" y="266178"/>
                </a:lnTo>
                <a:lnTo>
                  <a:pt x="367767" y="228676"/>
                </a:lnTo>
                <a:lnTo>
                  <a:pt x="329078" y="200835"/>
                </a:lnTo>
                <a:lnTo>
                  <a:pt x="307280" y="196029"/>
                </a:lnTo>
                <a:lnTo>
                  <a:pt x="297621" y="191174"/>
                </a:lnTo>
                <a:lnTo>
                  <a:pt x="267354" y="164571"/>
                </a:lnTo>
                <a:lnTo>
                  <a:pt x="260121" y="141585"/>
                </a:lnTo>
                <a:lnTo>
                  <a:pt x="260121" y="134302"/>
                </a:lnTo>
                <a:lnTo>
                  <a:pt x="261310" y="127020"/>
                </a:lnTo>
                <a:lnTo>
                  <a:pt x="263738" y="119787"/>
                </a:lnTo>
                <a:lnTo>
                  <a:pt x="266165" y="111316"/>
                </a:lnTo>
                <a:lnTo>
                  <a:pt x="291578" y="75003"/>
                </a:lnTo>
                <a:lnTo>
                  <a:pt x="319368" y="48400"/>
                </a:lnTo>
                <a:lnTo>
                  <a:pt x="335121" y="37501"/>
                </a:lnTo>
                <a:lnTo>
                  <a:pt x="349635" y="26602"/>
                </a:lnTo>
                <a:lnTo>
                  <a:pt x="362961" y="18131"/>
                </a:lnTo>
                <a:lnTo>
                  <a:pt x="385946" y="4854"/>
                </a:lnTo>
                <a:lnTo>
                  <a:pt x="393179" y="1188"/>
                </a:lnTo>
                <a:lnTo>
                  <a:pt x="398034" y="0"/>
                </a:lnTo>
                <a:lnTo>
                  <a:pt x="407693" y="1188"/>
                </a:lnTo>
                <a:lnTo>
                  <a:pt x="446432" y="29030"/>
                </a:lnTo>
                <a:lnTo>
                  <a:pt x="480316" y="70198"/>
                </a:lnTo>
                <a:lnTo>
                  <a:pt x="498446" y="94373"/>
                </a:lnTo>
                <a:lnTo>
                  <a:pt x="506917" y="104033"/>
                </a:lnTo>
                <a:lnTo>
                  <a:pt x="515388" y="113743"/>
                </a:lnTo>
                <a:lnTo>
                  <a:pt x="532330" y="125831"/>
                </a:lnTo>
                <a:lnTo>
                  <a:pt x="540801" y="128258"/>
                </a:lnTo>
                <a:lnTo>
                  <a:pt x="550460" y="128258"/>
                </a:lnTo>
                <a:lnTo>
                  <a:pt x="560170" y="125831"/>
                </a:lnTo>
                <a:lnTo>
                  <a:pt x="571019" y="120976"/>
                </a:lnTo>
                <a:lnTo>
                  <a:pt x="583155" y="112505"/>
                </a:lnTo>
                <a:lnTo>
                  <a:pt x="596431" y="99228"/>
                </a:lnTo>
                <a:lnTo>
                  <a:pt x="604903" y="90757"/>
                </a:lnTo>
                <a:lnTo>
                  <a:pt x="609757" y="79858"/>
                </a:lnTo>
                <a:lnTo>
                  <a:pt x="613374" y="70198"/>
                </a:lnTo>
                <a:lnTo>
                  <a:pt x="617039" y="59299"/>
                </a:lnTo>
                <a:lnTo>
                  <a:pt x="619417" y="48400"/>
                </a:lnTo>
                <a:lnTo>
                  <a:pt x="623083" y="38740"/>
                </a:lnTo>
                <a:lnTo>
                  <a:pt x="658155" y="4854"/>
                </a:lnTo>
                <a:lnTo>
                  <a:pt x="683568" y="0"/>
                </a:lnTo>
                <a:lnTo>
                  <a:pt x="694466" y="1188"/>
                </a:lnTo>
                <a:lnTo>
                  <a:pt x="704126" y="2427"/>
                </a:lnTo>
                <a:lnTo>
                  <a:pt x="715024" y="6043"/>
                </a:lnTo>
                <a:lnTo>
                  <a:pt x="724684" y="9660"/>
                </a:lnTo>
                <a:lnTo>
                  <a:pt x="734393" y="15753"/>
                </a:lnTo>
                <a:lnTo>
                  <a:pt x="744053" y="21797"/>
                </a:lnTo>
                <a:lnTo>
                  <a:pt x="774320" y="52016"/>
                </a:lnTo>
                <a:lnTo>
                  <a:pt x="793640" y="90757"/>
                </a:lnTo>
                <a:lnTo>
                  <a:pt x="796067" y="112505"/>
                </a:lnTo>
                <a:lnTo>
                  <a:pt x="794879" y="125831"/>
                </a:lnTo>
                <a:lnTo>
                  <a:pt x="767038" y="166949"/>
                </a:lnTo>
                <a:lnTo>
                  <a:pt x="735582" y="180275"/>
                </a:lnTo>
                <a:lnTo>
                  <a:pt x="725923" y="182703"/>
                </a:lnTo>
                <a:lnTo>
                  <a:pt x="683568" y="212972"/>
                </a:lnTo>
                <a:lnTo>
                  <a:pt x="667815" y="245619"/>
                </a:lnTo>
                <a:lnTo>
                  <a:pt x="667815" y="255279"/>
                </a:lnTo>
                <a:lnTo>
                  <a:pt x="670242" y="263750"/>
                </a:lnTo>
                <a:lnTo>
                  <a:pt x="682330" y="280693"/>
                </a:lnTo>
                <a:lnTo>
                  <a:pt x="692039" y="289164"/>
                </a:lnTo>
                <a:lnTo>
                  <a:pt x="701699" y="297636"/>
                </a:lnTo>
                <a:lnTo>
                  <a:pt x="752524" y="337565"/>
                </a:lnTo>
                <a:lnTo>
                  <a:pt x="781553" y="362979"/>
                </a:lnTo>
                <a:lnTo>
                  <a:pt x="796067" y="398053"/>
                </a:lnTo>
                <a:lnTo>
                  <a:pt x="794879" y="402908"/>
                </a:lnTo>
                <a:lnTo>
                  <a:pt x="791213" y="410141"/>
                </a:lnTo>
                <a:lnTo>
                  <a:pt x="777937" y="433177"/>
                </a:lnTo>
                <a:lnTo>
                  <a:pt x="769466" y="446454"/>
                </a:lnTo>
                <a:lnTo>
                  <a:pt x="758567" y="460969"/>
                </a:lnTo>
                <a:lnTo>
                  <a:pt x="747670" y="476723"/>
                </a:lnTo>
                <a:lnTo>
                  <a:pt x="721068" y="504515"/>
                </a:lnTo>
                <a:lnTo>
                  <a:pt x="684757" y="529929"/>
                </a:lnTo>
                <a:lnTo>
                  <a:pt x="676286" y="532356"/>
                </a:lnTo>
                <a:lnTo>
                  <a:pt x="669053" y="534784"/>
                </a:lnTo>
                <a:lnTo>
                  <a:pt x="661771" y="535972"/>
                </a:lnTo>
                <a:lnTo>
                  <a:pt x="654539" y="535972"/>
                </a:lnTo>
                <a:lnTo>
                  <a:pt x="617039" y="517841"/>
                </a:lnTo>
                <a:lnTo>
                  <a:pt x="598859" y="479150"/>
                </a:lnTo>
                <a:lnTo>
                  <a:pt x="591626" y="457353"/>
                </a:lnTo>
                <a:lnTo>
                  <a:pt x="555315" y="423467"/>
                </a:lnTo>
                <a:lnTo>
                  <a:pt x="529903" y="418612"/>
                </a:lnTo>
                <a:lnTo>
                  <a:pt x="520242" y="419851"/>
                </a:lnTo>
                <a:lnTo>
                  <a:pt x="509345" y="421040"/>
                </a:lnTo>
                <a:lnTo>
                  <a:pt x="462135" y="446454"/>
                </a:lnTo>
                <a:lnTo>
                  <a:pt x="446432" y="462208"/>
                </a:lnTo>
                <a:lnTo>
                  <a:pt x="439150" y="470679"/>
                </a:lnTo>
                <a:lnTo>
                  <a:pt x="421019" y="509370"/>
                </a:lnTo>
                <a:lnTo>
                  <a:pt x="419830" y="520268"/>
                </a:lnTo>
                <a:lnTo>
                  <a:pt x="418592" y="529929"/>
                </a:lnTo>
                <a:lnTo>
                  <a:pt x="428301" y="567430"/>
                </a:lnTo>
                <a:lnTo>
                  <a:pt x="466990" y="595272"/>
                </a:lnTo>
                <a:lnTo>
                  <a:pt x="477888" y="597699"/>
                </a:lnTo>
                <a:lnTo>
                  <a:pt x="488786" y="601316"/>
                </a:lnTo>
                <a:lnTo>
                  <a:pt x="523859" y="624302"/>
                </a:lnTo>
                <a:lnTo>
                  <a:pt x="535946" y="654571"/>
                </a:lnTo>
                <a:lnTo>
                  <a:pt x="535946" y="661804"/>
                </a:lnTo>
                <a:lnTo>
                  <a:pt x="534757" y="669086"/>
                </a:lnTo>
                <a:lnTo>
                  <a:pt x="532330" y="676369"/>
                </a:lnTo>
                <a:lnTo>
                  <a:pt x="529903" y="684840"/>
                </a:lnTo>
                <a:lnTo>
                  <a:pt x="504490" y="721103"/>
                </a:lnTo>
                <a:lnTo>
                  <a:pt x="476649" y="747756"/>
                </a:lnTo>
                <a:lnTo>
                  <a:pt x="460946" y="758605"/>
                </a:lnTo>
                <a:lnTo>
                  <a:pt x="446432" y="769504"/>
                </a:lnTo>
                <a:lnTo>
                  <a:pt x="433106" y="777975"/>
                </a:lnTo>
                <a:lnTo>
                  <a:pt x="410120" y="791302"/>
                </a:lnTo>
                <a:lnTo>
                  <a:pt x="402888" y="794918"/>
                </a:lnTo>
                <a:lnTo>
                  <a:pt x="398034" y="796107"/>
                </a:lnTo>
                <a:close/>
              </a:path>
            </a:pathLst>
          </a:custGeom>
          <a:solidFill>
            <a:srgbClr val="FFB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734" y="379877"/>
            <a:ext cx="8362950" cy="4384040"/>
          </a:xfrm>
          <a:custGeom>
            <a:avLst/>
            <a:gdLst/>
            <a:ahLst/>
            <a:cxnLst/>
            <a:rect l="l" t="t" r="r" b="b"/>
            <a:pathLst>
              <a:path w="8362950" h="4384040">
                <a:moveTo>
                  <a:pt x="7406913" y="0"/>
                </a:moveTo>
                <a:lnTo>
                  <a:pt x="387213" y="0"/>
                </a:lnTo>
                <a:lnTo>
                  <a:pt x="346383" y="1786"/>
                </a:lnTo>
                <a:lnTo>
                  <a:pt x="309068" y="7117"/>
                </a:lnTo>
                <a:lnTo>
                  <a:pt x="271781" y="17779"/>
                </a:lnTo>
                <a:lnTo>
                  <a:pt x="202511" y="46190"/>
                </a:lnTo>
                <a:lnTo>
                  <a:pt x="140328" y="88807"/>
                </a:lnTo>
                <a:lnTo>
                  <a:pt x="88807" y="140328"/>
                </a:lnTo>
                <a:lnTo>
                  <a:pt x="46190" y="202511"/>
                </a:lnTo>
                <a:lnTo>
                  <a:pt x="17779" y="271781"/>
                </a:lnTo>
                <a:lnTo>
                  <a:pt x="7117" y="309068"/>
                </a:lnTo>
                <a:lnTo>
                  <a:pt x="0" y="387213"/>
                </a:lnTo>
                <a:lnTo>
                  <a:pt x="0" y="3996531"/>
                </a:lnTo>
                <a:lnTo>
                  <a:pt x="1786" y="4037362"/>
                </a:lnTo>
                <a:lnTo>
                  <a:pt x="17779" y="4111963"/>
                </a:lnTo>
                <a:lnTo>
                  <a:pt x="46190" y="4181234"/>
                </a:lnTo>
                <a:lnTo>
                  <a:pt x="88807" y="4243417"/>
                </a:lnTo>
                <a:lnTo>
                  <a:pt x="140328" y="4294938"/>
                </a:lnTo>
                <a:lnTo>
                  <a:pt x="202511" y="4337555"/>
                </a:lnTo>
                <a:lnTo>
                  <a:pt x="271781" y="4365966"/>
                </a:lnTo>
                <a:lnTo>
                  <a:pt x="309068" y="4376628"/>
                </a:lnTo>
                <a:lnTo>
                  <a:pt x="387213" y="4383745"/>
                </a:lnTo>
                <a:lnTo>
                  <a:pt x="7975315" y="4383745"/>
                </a:lnTo>
                <a:lnTo>
                  <a:pt x="8016145" y="4381959"/>
                </a:lnTo>
                <a:lnTo>
                  <a:pt x="8090746" y="4365966"/>
                </a:lnTo>
                <a:lnTo>
                  <a:pt x="8160017" y="4337555"/>
                </a:lnTo>
                <a:lnTo>
                  <a:pt x="8222200" y="4294938"/>
                </a:lnTo>
                <a:lnTo>
                  <a:pt x="8273721" y="4243417"/>
                </a:lnTo>
                <a:lnTo>
                  <a:pt x="8316339" y="4181234"/>
                </a:lnTo>
                <a:lnTo>
                  <a:pt x="8344749" y="4111963"/>
                </a:lnTo>
                <a:lnTo>
                  <a:pt x="8355411" y="4074677"/>
                </a:lnTo>
                <a:lnTo>
                  <a:pt x="8362528" y="3996531"/>
                </a:lnTo>
                <a:lnTo>
                  <a:pt x="8362528" y="955615"/>
                </a:lnTo>
              </a:path>
            </a:pathLst>
          </a:custGeom>
          <a:ln w="19049">
            <a:solidFill>
              <a:srgbClr val="434343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838200" y="1885950"/>
            <a:ext cx="6724650" cy="2438488"/>
          </a:xfrm>
          <a:prstGeom prst="rect">
            <a:avLst/>
          </a:prstGeom>
        </p:spPr>
        <p:txBody>
          <a:bodyPr vert="horz" wrap="square" lIns="0" tIns="36766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2895"/>
              </a:spcBef>
              <a:buNone/>
            </a:pPr>
            <a:r>
              <a:rPr sz="5400" spc="4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Jenkins</a:t>
            </a:r>
            <a:br>
              <a:rPr lang="en-IN" sz="5400" spc="4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</a:br>
            <a:r>
              <a:rPr sz="5400" spc="-45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 </a:t>
            </a:r>
            <a:r>
              <a:rPr sz="5400" spc="70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Tools</a:t>
            </a:r>
            <a:endParaRPr sz="5400" dirty="0">
              <a:solidFill>
                <a:srgbClr val="C00000"/>
              </a:solidFill>
              <a:latin typeface="Arial Black" panose="020B0A04020102020204" pitchFamily="34" charset="0"/>
              <a:cs typeface="Trebuchet MS"/>
            </a:endParaRPr>
          </a:p>
          <a:p>
            <a:pPr marL="0" indent="0">
              <a:lnSpc>
                <a:spcPct val="100000"/>
              </a:lnSpc>
              <a:spcBef>
                <a:spcPts val="1045"/>
              </a:spcBef>
              <a:buNone/>
            </a:pPr>
            <a:r>
              <a:rPr lang="en-IN" sz="1800" b="0" spc="-30" dirty="0">
                <a:latin typeface="Trebuchet MS"/>
                <a:cs typeface="Trebuchet MS"/>
              </a:rPr>
              <a:t>   </a:t>
            </a:r>
            <a:r>
              <a:rPr sz="1800" b="0" spc="-30" dirty="0">
                <a:latin typeface="Trebuchet MS"/>
                <a:cs typeface="Trebuchet MS"/>
              </a:rPr>
              <a:t>Install</a:t>
            </a:r>
            <a:r>
              <a:rPr sz="1800" b="0" spc="-80" dirty="0">
                <a:latin typeface="Trebuchet MS"/>
                <a:cs typeface="Trebuchet MS"/>
              </a:rPr>
              <a:t> </a:t>
            </a:r>
            <a:r>
              <a:rPr sz="1800" b="0" spc="-110" dirty="0">
                <a:latin typeface="Trebuchet MS"/>
                <a:cs typeface="Trebuchet MS"/>
              </a:rPr>
              <a:t>&amp;</a:t>
            </a:r>
            <a:r>
              <a:rPr sz="1800" b="0" spc="-10" dirty="0">
                <a:latin typeface="Trebuchet MS"/>
                <a:cs typeface="Trebuchet MS"/>
              </a:rPr>
              <a:t> </a:t>
            </a:r>
            <a:r>
              <a:rPr sz="1800" b="0" spc="-25" dirty="0">
                <a:latin typeface="Trebuchet MS"/>
                <a:cs typeface="Trebuchet MS"/>
              </a:rPr>
              <a:t>Integrate</a:t>
            </a:r>
            <a:r>
              <a:rPr sz="1800" b="0" spc="-70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various</a:t>
            </a:r>
            <a:r>
              <a:rPr sz="1800" b="0" spc="-10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tools</a:t>
            </a:r>
            <a:r>
              <a:rPr sz="1800" b="0" spc="-10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from</a:t>
            </a:r>
            <a:r>
              <a:rPr sz="1800" b="0" spc="-70" dirty="0">
                <a:latin typeface="Trebuchet MS"/>
                <a:cs typeface="Trebuchet MS"/>
              </a:rPr>
              <a:t> </a:t>
            </a:r>
            <a:r>
              <a:rPr sz="1800" b="0" spc="-10" dirty="0">
                <a:latin typeface="Trebuchet MS"/>
                <a:cs typeface="Trebuchet MS"/>
              </a:rPr>
              <a:t>Jenkins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87089" y="356399"/>
            <a:ext cx="618490" cy="748665"/>
            <a:chOff x="8087089" y="356399"/>
            <a:chExt cx="618490" cy="748665"/>
          </a:xfrm>
        </p:grpSpPr>
        <p:sp>
          <p:nvSpPr>
            <p:cNvPr id="5" name="object 5"/>
            <p:cNvSpPr/>
            <p:nvPr/>
          </p:nvSpPr>
          <p:spPr>
            <a:xfrm>
              <a:off x="8087081" y="356399"/>
              <a:ext cx="618490" cy="748665"/>
            </a:xfrm>
            <a:custGeom>
              <a:avLst/>
              <a:gdLst/>
              <a:ahLst/>
              <a:cxnLst/>
              <a:rect l="l" t="t" r="r" b="b"/>
              <a:pathLst>
                <a:path w="618490" h="748665">
                  <a:moveTo>
                    <a:pt x="563740" y="711987"/>
                  </a:moveTo>
                  <a:lnTo>
                    <a:pt x="65493" y="711987"/>
                  </a:lnTo>
                  <a:lnTo>
                    <a:pt x="60020" y="711060"/>
                  </a:lnTo>
                  <a:lnTo>
                    <a:pt x="39090" y="691959"/>
                  </a:lnTo>
                  <a:lnTo>
                    <a:pt x="37274" y="686523"/>
                  </a:lnTo>
                  <a:lnTo>
                    <a:pt x="36372" y="680161"/>
                  </a:lnTo>
                  <a:lnTo>
                    <a:pt x="36372" y="57302"/>
                  </a:lnTo>
                  <a:lnTo>
                    <a:pt x="29121" y="57302"/>
                  </a:lnTo>
                  <a:lnTo>
                    <a:pt x="0" y="83667"/>
                  </a:lnTo>
                  <a:lnTo>
                    <a:pt x="0" y="716534"/>
                  </a:lnTo>
                  <a:lnTo>
                    <a:pt x="901" y="722896"/>
                  </a:lnTo>
                  <a:lnTo>
                    <a:pt x="2717" y="728332"/>
                  </a:lnTo>
                  <a:lnTo>
                    <a:pt x="4546" y="733806"/>
                  </a:lnTo>
                  <a:lnTo>
                    <a:pt x="29121" y="748334"/>
                  </a:lnTo>
                  <a:lnTo>
                    <a:pt x="534657" y="748334"/>
                  </a:lnTo>
                  <a:lnTo>
                    <a:pt x="561022" y="728332"/>
                  </a:lnTo>
                  <a:lnTo>
                    <a:pt x="562851" y="722896"/>
                  </a:lnTo>
                  <a:lnTo>
                    <a:pt x="563740" y="716534"/>
                  </a:lnTo>
                  <a:lnTo>
                    <a:pt x="563740" y="711987"/>
                  </a:lnTo>
                  <a:close/>
                </a:path>
                <a:path w="618490" h="748665">
                  <a:moveTo>
                    <a:pt x="618324" y="143675"/>
                  </a:moveTo>
                  <a:lnTo>
                    <a:pt x="552831" y="143675"/>
                  </a:lnTo>
                  <a:lnTo>
                    <a:pt x="552831" y="250075"/>
                  </a:lnTo>
                  <a:lnTo>
                    <a:pt x="552831" y="336448"/>
                  </a:lnTo>
                  <a:lnTo>
                    <a:pt x="552831" y="421932"/>
                  </a:lnTo>
                  <a:lnTo>
                    <a:pt x="551942" y="425538"/>
                  </a:lnTo>
                  <a:lnTo>
                    <a:pt x="550113" y="428294"/>
                  </a:lnTo>
                  <a:lnTo>
                    <a:pt x="547395" y="430085"/>
                  </a:lnTo>
                  <a:lnTo>
                    <a:pt x="543750" y="431012"/>
                  </a:lnTo>
                  <a:lnTo>
                    <a:pt x="371005" y="431012"/>
                  </a:lnTo>
                  <a:lnTo>
                    <a:pt x="371005" y="508304"/>
                  </a:lnTo>
                  <a:lnTo>
                    <a:pt x="370065" y="511924"/>
                  </a:lnTo>
                  <a:lnTo>
                    <a:pt x="368249" y="514667"/>
                  </a:lnTo>
                  <a:lnTo>
                    <a:pt x="365531" y="516496"/>
                  </a:lnTo>
                  <a:lnTo>
                    <a:pt x="361873" y="517385"/>
                  </a:lnTo>
                  <a:lnTo>
                    <a:pt x="129120" y="517385"/>
                  </a:lnTo>
                  <a:lnTo>
                    <a:pt x="125463" y="516496"/>
                  </a:lnTo>
                  <a:lnTo>
                    <a:pt x="122745" y="514667"/>
                  </a:lnTo>
                  <a:lnTo>
                    <a:pt x="120929" y="511924"/>
                  </a:lnTo>
                  <a:lnTo>
                    <a:pt x="120027" y="508304"/>
                  </a:lnTo>
                  <a:lnTo>
                    <a:pt x="120929" y="504659"/>
                  </a:lnTo>
                  <a:lnTo>
                    <a:pt x="122745" y="501942"/>
                  </a:lnTo>
                  <a:lnTo>
                    <a:pt x="125463" y="500113"/>
                  </a:lnTo>
                  <a:lnTo>
                    <a:pt x="129120" y="499224"/>
                  </a:lnTo>
                  <a:lnTo>
                    <a:pt x="361873" y="499224"/>
                  </a:lnTo>
                  <a:lnTo>
                    <a:pt x="365531" y="500113"/>
                  </a:lnTo>
                  <a:lnTo>
                    <a:pt x="368249" y="501942"/>
                  </a:lnTo>
                  <a:lnTo>
                    <a:pt x="370065" y="504659"/>
                  </a:lnTo>
                  <a:lnTo>
                    <a:pt x="371005" y="508304"/>
                  </a:lnTo>
                  <a:lnTo>
                    <a:pt x="371005" y="431012"/>
                  </a:lnTo>
                  <a:lnTo>
                    <a:pt x="129120" y="431012"/>
                  </a:lnTo>
                  <a:lnTo>
                    <a:pt x="125463" y="430085"/>
                  </a:lnTo>
                  <a:lnTo>
                    <a:pt x="122745" y="428294"/>
                  </a:lnTo>
                  <a:lnTo>
                    <a:pt x="120929" y="425538"/>
                  </a:lnTo>
                  <a:lnTo>
                    <a:pt x="120027" y="421932"/>
                  </a:lnTo>
                  <a:lnTo>
                    <a:pt x="120929" y="418287"/>
                  </a:lnTo>
                  <a:lnTo>
                    <a:pt x="122745" y="415569"/>
                  </a:lnTo>
                  <a:lnTo>
                    <a:pt x="125463" y="413740"/>
                  </a:lnTo>
                  <a:lnTo>
                    <a:pt x="129120" y="412813"/>
                  </a:lnTo>
                  <a:lnTo>
                    <a:pt x="543750" y="412813"/>
                  </a:lnTo>
                  <a:lnTo>
                    <a:pt x="547395" y="413740"/>
                  </a:lnTo>
                  <a:lnTo>
                    <a:pt x="550113" y="415569"/>
                  </a:lnTo>
                  <a:lnTo>
                    <a:pt x="551942" y="418287"/>
                  </a:lnTo>
                  <a:lnTo>
                    <a:pt x="552831" y="421932"/>
                  </a:lnTo>
                  <a:lnTo>
                    <a:pt x="552831" y="336448"/>
                  </a:lnTo>
                  <a:lnTo>
                    <a:pt x="551942" y="340106"/>
                  </a:lnTo>
                  <a:lnTo>
                    <a:pt x="550113" y="342823"/>
                  </a:lnTo>
                  <a:lnTo>
                    <a:pt x="547395" y="344639"/>
                  </a:lnTo>
                  <a:lnTo>
                    <a:pt x="543750" y="345541"/>
                  </a:lnTo>
                  <a:lnTo>
                    <a:pt x="129120" y="345541"/>
                  </a:lnTo>
                  <a:lnTo>
                    <a:pt x="125463" y="344639"/>
                  </a:lnTo>
                  <a:lnTo>
                    <a:pt x="122745" y="342823"/>
                  </a:lnTo>
                  <a:lnTo>
                    <a:pt x="120929" y="340106"/>
                  </a:lnTo>
                  <a:lnTo>
                    <a:pt x="120027" y="336448"/>
                  </a:lnTo>
                  <a:lnTo>
                    <a:pt x="120929" y="332803"/>
                  </a:lnTo>
                  <a:lnTo>
                    <a:pt x="122745" y="330085"/>
                  </a:lnTo>
                  <a:lnTo>
                    <a:pt x="125463" y="327367"/>
                  </a:lnTo>
                  <a:lnTo>
                    <a:pt x="547395" y="327367"/>
                  </a:lnTo>
                  <a:lnTo>
                    <a:pt x="550113" y="330085"/>
                  </a:lnTo>
                  <a:lnTo>
                    <a:pt x="551942" y="332803"/>
                  </a:lnTo>
                  <a:lnTo>
                    <a:pt x="552831" y="336448"/>
                  </a:lnTo>
                  <a:lnTo>
                    <a:pt x="552831" y="250075"/>
                  </a:lnTo>
                  <a:lnTo>
                    <a:pt x="551942" y="253695"/>
                  </a:lnTo>
                  <a:lnTo>
                    <a:pt x="550113" y="256451"/>
                  </a:lnTo>
                  <a:lnTo>
                    <a:pt x="547395" y="258229"/>
                  </a:lnTo>
                  <a:lnTo>
                    <a:pt x="543750" y="259168"/>
                  </a:lnTo>
                  <a:lnTo>
                    <a:pt x="129120" y="259168"/>
                  </a:lnTo>
                  <a:lnTo>
                    <a:pt x="125463" y="258229"/>
                  </a:lnTo>
                  <a:lnTo>
                    <a:pt x="122745" y="256451"/>
                  </a:lnTo>
                  <a:lnTo>
                    <a:pt x="120929" y="253695"/>
                  </a:lnTo>
                  <a:lnTo>
                    <a:pt x="120027" y="250075"/>
                  </a:lnTo>
                  <a:lnTo>
                    <a:pt x="120929" y="246430"/>
                  </a:lnTo>
                  <a:lnTo>
                    <a:pt x="122745" y="243713"/>
                  </a:lnTo>
                  <a:lnTo>
                    <a:pt x="125463" y="241884"/>
                  </a:lnTo>
                  <a:lnTo>
                    <a:pt x="129120" y="240957"/>
                  </a:lnTo>
                  <a:lnTo>
                    <a:pt x="543750" y="240957"/>
                  </a:lnTo>
                  <a:lnTo>
                    <a:pt x="547395" y="241884"/>
                  </a:lnTo>
                  <a:lnTo>
                    <a:pt x="550113" y="243713"/>
                  </a:lnTo>
                  <a:lnTo>
                    <a:pt x="551942" y="246430"/>
                  </a:lnTo>
                  <a:lnTo>
                    <a:pt x="552831" y="250075"/>
                  </a:lnTo>
                  <a:lnTo>
                    <a:pt x="552831" y="143675"/>
                  </a:lnTo>
                  <a:lnTo>
                    <a:pt x="521931" y="143675"/>
                  </a:lnTo>
                  <a:lnTo>
                    <a:pt x="511911" y="142786"/>
                  </a:lnTo>
                  <a:lnTo>
                    <a:pt x="478294" y="114604"/>
                  </a:lnTo>
                  <a:lnTo>
                    <a:pt x="474649" y="96393"/>
                  </a:lnTo>
                  <a:lnTo>
                    <a:pt x="474649" y="0"/>
                  </a:lnTo>
                  <a:lnTo>
                    <a:pt x="78181" y="0"/>
                  </a:lnTo>
                  <a:lnTo>
                    <a:pt x="54546" y="29121"/>
                  </a:lnTo>
                  <a:lnTo>
                    <a:pt x="54546" y="661949"/>
                  </a:lnTo>
                  <a:lnTo>
                    <a:pt x="83654" y="691070"/>
                  </a:lnTo>
                  <a:lnTo>
                    <a:pt x="589203" y="691070"/>
                  </a:lnTo>
                  <a:lnTo>
                    <a:pt x="618324" y="661949"/>
                  </a:lnTo>
                  <a:lnTo>
                    <a:pt x="618324" y="517385"/>
                  </a:lnTo>
                  <a:lnTo>
                    <a:pt x="618324" y="499224"/>
                  </a:lnTo>
                  <a:lnTo>
                    <a:pt x="618324" y="240957"/>
                  </a:lnTo>
                  <a:lnTo>
                    <a:pt x="618324" y="143675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9903" y="356400"/>
              <a:ext cx="125502" cy="1255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2544233"/>
            <a:ext cx="3254375" cy="92075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600" spc="-10" dirty="0">
                <a:latin typeface="Trebuchet MS"/>
                <a:cs typeface="Trebuchet MS"/>
              </a:rPr>
              <a:t>Plugin</a:t>
            </a:r>
            <a:endParaRPr sz="1600" dirty="0">
              <a:latin typeface="Trebuchet MS"/>
              <a:cs typeface="Trebuchet MS"/>
            </a:endParaRPr>
          </a:p>
          <a:p>
            <a:pPr marL="12700" marR="5080">
              <a:lnSpc>
                <a:spcPct val="101600"/>
              </a:lnSpc>
              <a:spcBef>
                <a:spcPts val="600"/>
              </a:spcBef>
            </a:pPr>
            <a:r>
              <a:rPr sz="1600" spc="-30" dirty="0">
                <a:latin typeface="Trebuchet MS"/>
                <a:cs typeface="Trebuchet MS"/>
              </a:rPr>
              <a:t>Install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plugin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related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to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the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tool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like </a:t>
            </a:r>
            <a:r>
              <a:rPr sz="1600" spc="-110" dirty="0">
                <a:latin typeface="Trebuchet MS"/>
                <a:cs typeface="Trebuchet MS"/>
              </a:rPr>
              <a:t>Git, </a:t>
            </a:r>
            <a:r>
              <a:rPr sz="1600" spc="-55" dirty="0">
                <a:latin typeface="Trebuchet MS"/>
                <a:cs typeface="Trebuchet MS"/>
              </a:rPr>
              <a:t>Ant,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Docker,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spc="70" dirty="0">
                <a:latin typeface="Trebuchet MS"/>
                <a:cs typeface="Trebuchet MS"/>
              </a:rPr>
              <a:t>Maven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etc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0" y="514350"/>
            <a:ext cx="6517005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229"/>
              </a:spcBef>
            </a:pPr>
            <a:r>
              <a:rPr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Jenkins</a:t>
            </a:r>
            <a:r>
              <a:rPr sz="4400" spc="-114" dirty="0">
                <a:solidFill>
                  <a:srgbClr val="FFFFFF"/>
                </a:solidFill>
              </a:rPr>
              <a:t> </a:t>
            </a:r>
            <a:r>
              <a:rPr sz="4400" spc="75" dirty="0"/>
              <a:t>integration</a:t>
            </a:r>
            <a:r>
              <a:rPr sz="4400" spc="-254" dirty="0">
                <a:solidFill>
                  <a:srgbClr val="FFFFFF"/>
                </a:solidFill>
              </a:rPr>
              <a:t> </a:t>
            </a:r>
            <a:r>
              <a:rPr sz="4400" spc="-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with</a:t>
            </a:r>
            <a:r>
              <a:rPr sz="4400" spc="-20" dirty="0">
                <a:solidFill>
                  <a:srgbClr val="FFFFFF"/>
                </a:solidFill>
              </a:rPr>
              <a:t> </a:t>
            </a:r>
            <a:r>
              <a:rPr sz="4400" spc="150" dirty="0"/>
              <a:t>tools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4671078" y="2624243"/>
            <a:ext cx="3280410" cy="516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Trebuchet MS"/>
                <a:cs typeface="Trebuchet MS"/>
              </a:rPr>
              <a:t>Install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Tool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in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Jenkins</a:t>
            </a:r>
            <a:r>
              <a:rPr sz="1600" spc="-30" dirty="0">
                <a:latin typeface="Trebuchet MS"/>
                <a:cs typeface="Trebuchet MS"/>
              </a:rPr>
              <a:t> for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the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plugin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spc="-110" dirty="0">
                <a:latin typeface="Trebuchet MS"/>
                <a:cs typeface="Trebuchet MS"/>
              </a:rPr>
              <a:t>Git, </a:t>
            </a:r>
            <a:r>
              <a:rPr sz="1600" spc="-55" dirty="0">
                <a:latin typeface="Trebuchet MS"/>
                <a:cs typeface="Trebuchet MS"/>
              </a:rPr>
              <a:t>Ant,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Docker,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spc="70" dirty="0">
                <a:latin typeface="Trebuchet MS"/>
                <a:cs typeface="Trebuchet MS"/>
              </a:rPr>
              <a:t>Maven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etc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67802" y="4747583"/>
            <a:ext cx="21336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FFB600"/>
                </a:solidFill>
                <a:latin typeface="Trebuchet MS"/>
                <a:cs typeface="Trebuchet MS"/>
              </a:rPr>
              <a:t>45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55226" y="292676"/>
            <a:ext cx="796290" cy="796290"/>
          </a:xfrm>
          <a:custGeom>
            <a:avLst/>
            <a:gdLst/>
            <a:ahLst/>
            <a:cxnLst/>
            <a:rect l="l" t="t" r="r" b="b"/>
            <a:pathLst>
              <a:path w="796290" h="796290">
                <a:moveTo>
                  <a:pt x="398034" y="796107"/>
                </a:moveTo>
                <a:lnTo>
                  <a:pt x="349635" y="767076"/>
                </a:lnTo>
                <a:lnTo>
                  <a:pt x="315752" y="725958"/>
                </a:lnTo>
                <a:lnTo>
                  <a:pt x="297621" y="701733"/>
                </a:lnTo>
                <a:lnTo>
                  <a:pt x="280679" y="682413"/>
                </a:lnTo>
                <a:lnTo>
                  <a:pt x="272208" y="676369"/>
                </a:lnTo>
                <a:lnTo>
                  <a:pt x="263738" y="670275"/>
                </a:lnTo>
                <a:lnTo>
                  <a:pt x="255267" y="667897"/>
                </a:lnTo>
                <a:lnTo>
                  <a:pt x="245606" y="667897"/>
                </a:lnTo>
                <a:lnTo>
                  <a:pt x="235897" y="670275"/>
                </a:lnTo>
                <a:lnTo>
                  <a:pt x="199636" y="696928"/>
                </a:lnTo>
                <a:lnTo>
                  <a:pt x="179028" y="736857"/>
                </a:lnTo>
                <a:lnTo>
                  <a:pt x="176650" y="747756"/>
                </a:lnTo>
                <a:lnTo>
                  <a:pt x="172985" y="757416"/>
                </a:lnTo>
                <a:lnTo>
                  <a:pt x="137912" y="791302"/>
                </a:lnTo>
                <a:lnTo>
                  <a:pt x="112499" y="796107"/>
                </a:lnTo>
                <a:lnTo>
                  <a:pt x="101601" y="794918"/>
                </a:lnTo>
                <a:lnTo>
                  <a:pt x="61674" y="780403"/>
                </a:lnTo>
                <a:lnTo>
                  <a:pt x="27840" y="752561"/>
                </a:lnTo>
                <a:lnTo>
                  <a:pt x="6043" y="715059"/>
                </a:lnTo>
                <a:lnTo>
                  <a:pt x="0" y="683602"/>
                </a:lnTo>
                <a:lnTo>
                  <a:pt x="1188" y="670275"/>
                </a:lnTo>
                <a:lnTo>
                  <a:pt x="29029" y="629157"/>
                </a:lnTo>
                <a:lnTo>
                  <a:pt x="60485" y="615831"/>
                </a:lnTo>
                <a:lnTo>
                  <a:pt x="70145" y="613453"/>
                </a:lnTo>
                <a:lnTo>
                  <a:pt x="112499" y="583184"/>
                </a:lnTo>
                <a:lnTo>
                  <a:pt x="128253" y="550537"/>
                </a:lnTo>
                <a:lnTo>
                  <a:pt x="128253" y="540827"/>
                </a:lnTo>
                <a:lnTo>
                  <a:pt x="125825" y="532356"/>
                </a:lnTo>
                <a:lnTo>
                  <a:pt x="113738" y="515413"/>
                </a:lnTo>
                <a:lnTo>
                  <a:pt x="104028" y="506942"/>
                </a:lnTo>
                <a:lnTo>
                  <a:pt x="94369" y="498471"/>
                </a:lnTo>
                <a:lnTo>
                  <a:pt x="43543" y="458542"/>
                </a:lnTo>
                <a:lnTo>
                  <a:pt x="14514" y="433177"/>
                </a:lnTo>
                <a:lnTo>
                  <a:pt x="0" y="398053"/>
                </a:lnTo>
                <a:lnTo>
                  <a:pt x="1188" y="393248"/>
                </a:lnTo>
                <a:lnTo>
                  <a:pt x="4854" y="385965"/>
                </a:lnTo>
                <a:lnTo>
                  <a:pt x="18130" y="362979"/>
                </a:lnTo>
                <a:lnTo>
                  <a:pt x="26602" y="349653"/>
                </a:lnTo>
                <a:lnTo>
                  <a:pt x="37499" y="335137"/>
                </a:lnTo>
                <a:lnTo>
                  <a:pt x="48398" y="319433"/>
                </a:lnTo>
                <a:lnTo>
                  <a:pt x="74999" y="291592"/>
                </a:lnTo>
                <a:lnTo>
                  <a:pt x="111310" y="266178"/>
                </a:lnTo>
                <a:lnTo>
                  <a:pt x="119781" y="263750"/>
                </a:lnTo>
                <a:lnTo>
                  <a:pt x="127014" y="261323"/>
                </a:lnTo>
                <a:lnTo>
                  <a:pt x="134296" y="260134"/>
                </a:lnTo>
                <a:lnTo>
                  <a:pt x="141528" y="260134"/>
                </a:lnTo>
                <a:lnTo>
                  <a:pt x="179028" y="278266"/>
                </a:lnTo>
                <a:lnTo>
                  <a:pt x="197209" y="317006"/>
                </a:lnTo>
                <a:lnTo>
                  <a:pt x="200825" y="327905"/>
                </a:lnTo>
                <a:lnTo>
                  <a:pt x="228665" y="367834"/>
                </a:lnTo>
                <a:lnTo>
                  <a:pt x="266165" y="377494"/>
                </a:lnTo>
                <a:lnTo>
                  <a:pt x="275824" y="376305"/>
                </a:lnTo>
                <a:lnTo>
                  <a:pt x="286723" y="375067"/>
                </a:lnTo>
                <a:lnTo>
                  <a:pt x="297621" y="371450"/>
                </a:lnTo>
                <a:lnTo>
                  <a:pt x="307280" y="367834"/>
                </a:lnTo>
                <a:lnTo>
                  <a:pt x="316990" y="361790"/>
                </a:lnTo>
                <a:lnTo>
                  <a:pt x="325461" y="356935"/>
                </a:lnTo>
                <a:lnTo>
                  <a:pt x="333932" y="349653"/>
                </a:lnTo>
                <a:lnTo>
                  <a:pt x="342403" y="342420"/>
                </a:lnTo>
                <a:lnTo>
                  <a:pt x="349635" y="333948"/>
                </a:lnTo>
                <a:lnTo>
                  <a:pt x="371432" y="296447"/>
                </a:lnTo>
                <a:lnTo>
                  <a:pt x="376237" y="275888"/>
                </a:lnTo>
                <a:lnTo>
                  <a:pt x="377476" y="266178"/>
                </a:lnTo>
                <a:lnTo>
                  <a:pt x="367767" y="228676"/>
                </a:lnTo>
                <a:lnTo>
                  <a:pt x="329078" y="200835"/>
                </a:lnTo>
                <a:lnTo>
                  <a:pt x="307280" y="196029"/>
                </a:lnTo>
                <a:lnTo>
                  <a:pt x="297621" y="191174"/>
                </a:lnTo>
                <a:lnTo>
                  <a:pt x="267354" y="164571"/>
                </a:lnTo>
                <a:lnTo>
                  <a:pt x="260121" y="141585"/>
                </a:lnTo>
                <a:lnTo>
                  <a:pt x="260121" y="134302"/>
                </a:lnTo>
                <a:lnTo>
                  <a:pt x="261310" y="127020"/>
                </a:lnTo>
                <a:lnTo>
                  <a:pt x="263738" y="119787"/>
                </a:lnTo>
                <a:lnTo>
                  <a:pt x="266165" y="111316"/>
                </a:lnTo>
                <a:lnTo>
                  <a:pt x="291578" y="75003"/>
                </a:lnTo>
                <a:lnTo>
                  <a:pt x="319368" y="48400"/>
                </a:lnTo>
                <a:lnTo>
                  <a:pt x="335121" y="37501"/>
                </a:lnTo>
                <a:lnTo>
                  <a:pt x="349635" y="26602"/>
                </a:lnTo>
                <a:lnTo>
                  <a:pt x="362961" y="18131"/>
                </a:lnTo>
                <a:lnTo>
                  <a:pt x="385946" y="4854"/>
                </a:lnTo>
                <a:lnTo>
                  <a:pt x="393179" y="1188"/>
                </a:lnTo>
                <a:lnTo>
                  <a:pt x="398034" y="0"/>
                </a:lnTo>
                <a:lnTo>
                  <a:pt x="407693" y="1188"/>
                </a:lnTo>
                <a:lnTo>
                  <a:pt x="446432" y="29030"/>
                </a:lnTo>
                <a:lnTo>
                  <a:pt x="480316" y="70198"/>
                </a:lnTo>
                <a:lnTo>
                  <a:pt x="498446" y="94373"/>
                </a:lnTo>
                <a:lnTo>
                  <a:pt x="506917" y="104033"/>
                </a:lnTo>
                <a:lnTo>
                  <a:pt x="515388" y="113743"/>
                </a:lnTo>
                <a:lnTo>
                  <a:pt x="532330" y="125831"/>
                </a:lnTo>
                <a:lnTo>
                  <a:pt x="540801" y="128258"/>
                </a:lnTo>
                <a:lnTo>
                  <a:pt x="550460" y="128258"/>
                </a:lnTo>
                <a:lnTo>
                  <a:pt x="560170" y="125831"/>
                </a:lnTo>
                <a:lnTo>
                  <a:pt x="571019" y="120976"/>
                </a:lnTo>
                <a:lnTo>
                  <a:pt x="583155" y="112505"/>
                </a:lnTo>
                <a:lnTo>
                  <a:pt x="596431" y="99228"/>
                </a:lnTo>
                <a:lnTo>
                  <a:pt x="604903" y="90757"/>
                </a:lnTo>
                <a:lnTo>
                  <a:pt x="609757" y="79858"/>
                </a:lnTo>
                <a:lnTo>
                  <a:pt x="613374" y="70198"/>
                </a:lnTo>
                <a:lnTo>
                  <a:pt x="617039" y="59299"/>
                </a:lnTo>
                <a:lnTo>
                  <a:pt x="619417" y="48400"/>
                </a:lnTo>
                <a:lnTo>
                  <a:pt x="623083" y="38740"/>
                </a:lnTo>
                <a:lnTo>
                  <a:pt x="658155" y="4854"/>
                </a:lnTo>
                <a:lnTo>
                  <a:pt x="683568" y="0"/>
                </a:lnTo>
                <a:lnTo>
                  <a:pt x="694466" y="1188"/>
                </a:lnTo>
                <a:lnTo>
                  <a:pt x="704126" y="2427"/>
                </a:lnTo>
                <a:lnTo>
                  <a:pt x="715024" y="6043"/>
                </a:lnTo>
                <a:lnTo>
                  <a:pt x="724684" y="9660"/>
                </a:lnTo>
                <a:lnTo>
                  <a:pt x="734393" y="15753"/>
                </a:lnTo>
                <a:lnTo>
                  <a:pt x="744053" y="21797"/>
                </a:lnTo>
                <a:lnTo>
                  <a:pt x="774320" y="52016"/>
                </a:lnTo>
                <a:lnTo>
                  <a:pt x="793640" y="90757"/>
                </a:lnTo>
                <a:lnTo>
                  <a:pt x="796067" y="112505"/>
                </a:lnTo>
                <a:lnTo>
                  <a:pt x="794879" y="125831"/>
                </a:lnTo>
                <a:lnTo>
                  <a:pt x="767038" y="166949"/>
                </a:lnTo>
                <a:lnTo>
                  <a:pt x="735582" y="180275"/>
                </a:lnTo>
                <a:lnTo>
                  <a:pt x="725923" y="182703"/>
                </a:lnTo>
                <a:lnTo>
                  <a:pt x="683568" y="212972"/>
                </a:lnTo>
                <a:lnTo>
                  <a:pt x="667815" y="245619"/>
                </a:lnTo>
                <a:lnTo>
                  <a:pt x="667815" y="255279"/>
                </a:lnTo>
                <a:lnTo>
                  <a:pt x="670242" y="263750"/>
                </a:lnTo>
                <a:lnTo>
                  <a:pt x="682330" y="280693"/>
                </a:lnTo>
                <a:lnTo>
                  <a:pt x="692039" y="289164"/>
                </a:lnTo>
                <a:lnTo>
                  <a:pt x="701699" y="297636"/>
                </a:lnTo>
                <a:lnTo>
                  <a:pt x="752524" y="337565"/>
                </a:lnTo>
                <a:lnTo>
                  <a:pt x="781553" y="362979"/>
                </a:lnTo>
                <a:lnTo>
                  <a:pt x="796067" y="398053"/>
                </a:lnTo>
                <a:lnTo>
                  <a:pt x="794879" y="402908"/>
                </a:lnTo>
                <a:lnTo>
                  <a:pt x="791213" y="410141"/>
                </a:lnTo>
                <a:lnTo>
                  <a:pt x="777937" y="433177"/>
                </a:lnTo>
                <a:lnTo>
                  <a:pt x="769466" y="446454"/>
                </a:lnTo>
                <a:lnTo>
                  <a:pt x="758567" y="460969"/>
                </a:lnTo>
                <a:lnTo>
                  <a:pt x="747670" y="476723"/>
                </a:lnTo>
                <a:lnTo>
                  <a:pt x="721068" y="504515"/>
                </a:lnTo>
                <a:lnTo>
                  <a:pt x="684757" y="529929"/>
                </a:lnTo>
                <a:lnTo>
                  <a:pt x="676286" y="532356"/>
                </a:lnTo>
                <a:lnTo>
                  <a:pt x="669053" y="534784"/>
                </a:lnTo>
                <a:lnTo>
                  <a:pt x="661771" y="535972"/>
                </a:lnTo>
                <a:lnTo>
                  <a:pt x="654539" y="535972"/>
                </a:lnTo>
                <a:lnTo>
                  <a:pt x="617039" y="517841"/>
                </a:lnTo>
                <a:lnTo>
                  <a:pt x="598859" y="479150"/>
                </a:lnTo>
                <a:lnTo>
                  <a:pt x="591626" y="457353"/>
                </a:lnTo>
                <a:lnTo>
                  <a:pt x="555315" y="423467"/>
                </a:lnTo>
                <a:lnTo>
                  <a:pt x="529903" y="418612"/>
                </a:lnTo>
                <a:lnTo>
                  <a:pt x="520242" y="419851"/>
                </a:lnTo>
                <a:lnTo>
                  <a:pt x="509345" y="421040"/>
                </a:lnTo>
                <a:lnTo>
                  <a:pt x="462135" y="446454"/>
                </a:lnTo>
                <a:lnTo>
                  <a:pt x="446432" y="462208"/>
                </a:lnTo>
                <a:lnTo>
                  <a:pt x="439150" y="470679"/>
                </a:lnTo>
                <a:lnTo>
                  <a:pt x="421019" y="509370"/>
                </a:lnTo>
                <a:lnTo>
                  <a:pt x="419830" y="520268"/>
                </a:lnTo>
                <a:lnTo>
                  <a:pt x="418592" y="529929"/>
                </a:lnTo>
                <a:lnTo>
                  <a:pt x="428301" y="567430"/>
                </a:lnTo>
                <a:lnTo>
                  <a:pt x="466990" y="595272"/>
                </a:lnTo>
                <a:lnTo>
                  <a:pt x="477888" y="597699"/>
                </a:lnTo>
                <a:lnTo>
                  <a:pt x="488786" y="601316"/>
                </a:lnTo>
                <a:lnTo>
                  <a:pt x="523859" y="624302"/>
                </a:lnTo>
                <a:lnTo>
                  <a:pt x="535946" y="654571"/>
                </a:lnTo>
                <a:lnTo>
                  <a:pt x="535946" y="661804"/>
                </a:lnTo>
                <a:lnTo>
                  <a:pt x="534757" y="669086"/>
                </a:lnTo>
                <a:lnTo>
                  <a:pt x="532330" y="676369"/>
                </a:lnTo>
                <a:lnTo>
                  <a:pt x="529903" y="684840"/>
                </a:lnTo>
                <a:lnTo>
                  <a:pt x="504490" y="721103"/>
                </a:lnTo>
                <a:lnTo>
                  <a:pt x="476649" y="747756"/>
                </a:lnTo>
                <a:lnTo>
                  <a:pt x="460946" y="758605"/>
                </a:lnTo>
                <a:lnTo>
                  <a:pt x="446432" y="769504"/>
                </a:lnTo>
                <a:lnTo>
                  <a:pt x="433106" y="777975"/>
                </a:lnTo>
                <a:lnTo>
                  <a:pt x="410120" y="791302"/>
                </a:lnTo>
                <a:lnTo>
                  <a:pt x="402888" y="794918"/>
                </a:lnTo>
                <a:lnTo>
                  <a:pt x="398034" y="796107"/>
                </a:lnTo>
                <a:close/>
              </a:path>
            </a:pathLst>
          </a:custGeom>
          <a:solidFill>
            <a:srgbClr val="FFB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734" y="379877"/>
            <a:ext cx="8362950" cy="4384040"/>
          </a:xfrm>
          <a:custGeom>
            <a:avLst/>
            <a:gdLst/>
            <a:ahLst/>
            <a:cxnLst/>
            <a:rect l="l" t="t" r="r" b="b"/>
            <a:pathLst>
              <a:path w="8362950" h="4384040">
                <a:moveTo>
                  <a:pt x="7406913" y="0"/>
                </a:moveTo>
                <a:lnTo>
                  <a:pt x="387213" y="0"/>
                </a:lnTo>
                <a:lnTo>
                  <a:pt x="346383" y="1786"/>
                </a:lnTo>
                <a:lnTo>
                  <a:pt x="309068" y="7117"/>
                </a:lnTo>
                <a:lnTo>
                  <a:pt x="271781" y="17779"/>
                </a:lnTo>
                <a:lnTo>
                  <a:pt x="202511" y="46190"/>
                </a:lnTo>
                <a:lnTo>
                  <a:pt x="140328" y="88807"/>
                </a:lnTo>
                <a:lnTo>
                  <a:pt x="88807" y="140328"/>
                </a:lnTo>
                <a:lnTo>
                  <a:pt x="46190" y="202511"/>
                </a:lnTo>
                <a:lnTo>
                  <a:pt x="17779" y="271781"/>
                </a:lnTo>
                <a:lnTo>
                  <a:pt x="7117" y="309068"/>
                </a:lnTo>
                <a:lnTo>
                  <a:pt x="0" y="387213"/>
                </a:lnTo>
                <a:lnTo>
                  <a:pt x="0" y="3996531"/>
                </a:lnTo>
                <a:lnTo>
                  <a:pt x="1786" y="4037362"/>
                </a:lnTo>
                <a:lnTo>
                  <a:pt x="17779" y="4111963"/>
                </a:lnTo>
                <a:lnTo>
                  <a:pt x="46190" y="4181234"/>
                </a:lnTo>
                <a:lnTo>
                  <a:pt x="88807" y="4243417"/>
                </a:lnTo>
                <a:lnTo>
                  <a:pt x="140328" y="4294938"/>
                </a:lnTo>
                <a:lnTo>
                  <a:pt x="202511" y="4337555"/>
                </a:lnTo>
                <a:lnTo>
                  <a:pt x="271781" y="4365966"/>
                </a:lnTo>
                <a:lnTo>
                  <a:pt x="309068" y="4376628"/>
                </a:lnTo>
                <a:lnTo>
                  <a:pt x="387213" y="4383745"/>
                </a:lnTo>
                <a:lnTo>
                  <a:pt x="7975315" y="4383745"/>
                </a:lnTo>
                <a:lnTo>
                  <a:pt x="8016145" y="4381959"/>
                </a:lnTo>
                <a:lnTo>
                  <a:pt x="8090746" y="4365966"/>
                </a:lnTo>
                <a:lnTo>
                  <a:pt x="8160017" y="4337555"/>
                </a:lnTo>
                <a:lnTo>
                  <a:pt x="8222200" y="4294938"/>
                </a:lnTo>
                <a:lnTo>
                  <a:pt x="8273721" y="4243417"/>
                </a:lnTo>
                <a:lnTo>
                  <a:pt x="8316339" y="4181234"/>
                </a:lnTo>
                <a:lnTo>
                  <a:pt x="8344749" y="4111963"/>
                </a:lnTo>
                <a:lnTo>
                  <a:pt x="8355411" y="4074677"/>
                </a:lnTo>
                <a:lnTo>
                  <a:pt x="8362528" y="3996531"/>
                </a:lnTo>
                <a:lnTo>
                  <a:pt x="8362528" y="955615"/>
                </a:lnTo>
              </a:path>
            </a:pathLst>
          </a:custGeom>
          <a:ln w="19049">
            <a:solidFill>
              <a:srgbClr val="434343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762000" y="1869818"/>
            <a:ext cx="6724650" cy="2438488"/>
          </a:xfrm>
          <a:prstGeom prst="rect">
            <a:avLst/>
          </a:prstGeom>
        </p:spPr>
        <p:txBody>
          <a:bodyPr vert="horz" wrap="square" lIns="0" tIns="36766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2895"/>
              </a:spcBef>
              <a:buNone/>
            </a:pPr>
            <a:r>
              <a:rPr sz="5400" spc="180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Sonarqube</a:t>
            </a:r>
            <a:r>
              <a:rPr sz="5400" spc="-300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 </a:t>
            </a:r>
            <a:r>
              <a:rPr sz="5400" spc="9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Integration</a:t>
            </a:r>
            <a:endParaRPr sz="5400" dirty="0">
              <a:solidFill>
                <a:srgbClr val="C00000"/>
              </a:solidFill>
              <a:latin typeface="Arial Black" panose="020B0A04020102020204" pitchFamily="34" charset="0"/>
              <a:cs typeface="Trebuchet MS"/>
            </a:endParaRPr>
          </a:p>
          <a:p>
            <a:pPr marL="0" indent="0">
              <a:lnSpc>
                <a:spcPct val="100000"/>
              </a:lnSpc>
              <a:spcBef>
                <a:spcPts val="1045"/>
              </a:spcBef>
              <a:buNone/>
            </a:pPr>
            <a:r>
              <a:rPr sz="1800" b="0" spc="100" dirty="0">
                <a:latin typeface="Trebuchet MS"/>
                <a:cs typeface="Trebuchet MS"/>
              </a:rPr>
              <a:t>Code</a:t>
            </a:r>
            <a:r>
              <a:rPr sz="1800" b="0" spc="-60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Analysis</a:t>
            </a:r>
            <a:r>
              <a:rPr sz="1800" b="0" spc="-45" dirty="0">
                <a:latin typeface="Trebuchet MS"/>
                <a:cs typeface="Trebuchet MS"/>
              </a:rPr>
              <a:t> </a:t>
            </a:r>
            <a:r>
              <a:rPr sz="1800" b="0" spc="-30" dirty="0">
                <a:latin typeface="Trebuchet MS"/>
                <a:cs typeface="Trebuchet MS"/>
              </a:rPr>
              <a:t>with</a:t>
            </a:r>
            <a:r>
              <a:rPr sz="1800" b="0" spc="15" dirty="0">
                <a:latin typeface="Trebuchet MS"/>
                <a:cs typeface="Trebuchet MS"/>
              </a:rPr>
              <a:t> </a:t>
            </a:r>
            <a:r>
              <a:rPr sz="1800" b="0" spc="55" dirty="0">
                <a:latin typeface="Trebuchet MS"/>
                <a:cs typeface="Trebuchet MS"/>
              </a:rPr>
              <a:t>SonarQube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23502" y="356399"/>
            <a:ext cx="1336675" cy="833119"/>
            <a:chOff x="7623502" y="356399"/>
            <a:chExt cx="1336675" cy="833119"/>
          </a:xfrm>
        </p:grpSpPr>
        <p:sp>
          <p:nvSpPr>
            <p:cNvPr id="5" name="object 5"/>
            <p:cNvSpPr/>
            <p:nvPr/>
          </p:nvSpPr>
          <p:spPr>
            <a:xfrm>
              <a:off x="8087081" y="356399"/>
              <a:ext cx="618490" cy="748665"/>
            </a:xfrm>
            <a:custGeom>
              <a:avLst/>
              <a:gdLst/>
              <a:ahLst/>
              <a:cxnLst/>
              <a:rect l="l" t="t" r="r" b="b"/>
              <a:pathLst>
                <a:path w="618490" h="748665">
                  <a:moveTo>
                    <a:pt x="563740" y="711987"/>
                  </a:moveTo>
                  <a:lnTo>
                    <a:pt x="65493" y="711987"/>
                  </a:lnTo>
                  <a:lnTo>
                    <a:pt x="60020" y="711060"/>
                  </a:lnTo>
                  <a:lnTo>
                    <a:pt x="39090" y="691959"/>
                  </a:lnTo>
                  <a:lnTo>
                    <a:pt x="37274" y="686523"/>
                  </a:lnTo>
                  <a:lnTo>
                    <a:pt x="36372" y="680161"/>
                  </a:lnTo>
                  <a:lnTo>
                    <a:pt x="36372" y="57302"/>
                  </a:lnTo>
                  <a:lnTo>
                    <a:pt x="29121" y="57302"/>
                  </a:lnTo>
                  <a:lnTo>
                    <a:pt x="0" y="83667"/>
                  </a:lnTo>
                  <a:lnTo>
                    <a:pt x="0" y="716534"/>
                  </a:lnTo>
                  <a:lnTo>
                    <a:pt x="901" y="722896"/>
                  </a:lnTo>
                  <a:lnTo>
                    <a:pt x="2717" y="728332"/>
                  </a:lnTo>
                  <a:lnTo>
                    <a:pt x="4546" y="733806"/>
                  </a:lnTo>
                  <a:lnTo>
                    <a:pt x="29121" y="748334"/>
                  </a:lnTo>
                  <a:lnTo>
                    <a:pt x="534657" y="748334"/>
                  </a:lnTo>
                  <a:lnTo>
                    <a:pt x="561022" y="728332"/>
                  </a:lnTo>
                  <a:lnTo>
                    <a:pt x="562851" y="722896"/>
                  </a:lnTo>
                  <a:lnTo>
                    <a:pt x="563740" y="716534"/>
                  </a:lnTo>
                  <a:lnTo>
                    <a:pt x="563740" y="711987"/>
                  </a:lnTo>
                  <a:close/>
                </a:path>
                <a:path w="618490" h="748665">
                  <a:moveTo>
                    <a:pt x="618324" y="143675"/>
                  </a:moveTo>
                  <a:lnTo>
                    <a:pt x="552831" y="143675"/>
                  </a:lnTo>
                  <a:lnTo>
                    <a:pt x="552831" y="250075"/>
                  </a:lnTo>
                  <a:lnTo>
                    <a:pt x="552831" y="336448"/>
                  </a:lnTo>
                  <a:lnTo>
                    <a:pt x="552831" y="421932"/>
                  </a:lnTo>
                  <a:lnTo>
                    <a:pt x="551942" y="425538"/>
                  </a:lnTo>
                  <a:lnTo>
                    <a:pt x="550113" y="428294"/>
                  </a:lnTo>
                  <a:lnTo>
                    <a:pt x="547395" y="430085"/>
                  </a:lnTo>
                  <a:lnTo>
                    <a:pt x="543750" y="431012"/>
                  </a:lnTo>
                  <a:lnTo>
                    <a:pt x="371005" y="431012"/>
                  </a:lnTo>
                  <a:lnTo>
                    <a:pt x="371005" y="508304"/>
                  </a:lnTo>
                  <a:lnTo>
                    <a:pt x="370065" y="511924"/>
                  </a:lnTo>
                  <a:lnTo>
                    <a:pt x="368249" y="514667"/>
                  </a:lnTo>
                  <a:lnTo>
                    <a:pt x="365531" y="516496"/>
                  </a:lnTo>
                  <a:lnTo>
                    <a:pt x="361873" y="517385"/>
                  </a:lnTo>
                  <a:lnTo>
                    <a:pt x="129120" y="517385"/>
                  </a:lnTo>
                  <a:lnTo>
                    <a:pt x="125463" y="516496"/>
                  </a:lnTo>
                  <a:lnTo>
                    <a:pt x="122745" y="514667"/>
                  </a:lnTo>
                  <a:lnTo>
                    <a:pt x="120929" y="511924"/>
                  </a:lnTo>
                  <a:lnTo>
                    <a:pt x="120027" y="508304"/>
                  </a:lnTo>
                  <a:lnTo>
                    <a:pt x="120929" y="504659"/>
                  </a:lnTo>
                  <a:lnTo>
                    <a:pt x="122745" y="501942"/>
                  </a:lnTo>
                  <a:lnTo>
                    <a:pt x="125463" y="500113"/>
                  </a:lnTo>
                  <a:lnTo>
                    <a:pt x="129120" y="499224"/>
                  </a:lnTo>
                  <a:lnTo>
                    <a:pt x="361873" y="499224"/>
                  </a:lnTo>
                  <a:lnTo>
                    <a:pt x="365531" y="500113"/>
                  </a:lnTo>
                  <a:lnTo>
                    <a:pt x="368249" y="501942"/>
                  </a:lnTo>
                  <a:lnTo>
                    <a:pt x="370065" y="504659"/>
                  </a:lnTo>
                  <a:lnTo>
                    <a:pt x="371005" y="508304"/>
                  </a:lnTo>
                  <a:lnTo>
                    <a:pt x="371005" y="431012"/>
                  </a:lnTo>
                  <a:lnTo>
                    <a:pt x="129120" y="431012"/>
                  </a:lnTo>
                  <a:lnTo>
                    <a:pt x="125463" y="430085"/>
                  </a:lnTo>
                  <a:lnTo>
                    <a:pt x="122745" y="428294"/>
                  </a:lnTo>
                  <a:lnTo>
                    <a:pt x="120929" y="425538"/>
                  </a:lnTo>
                  <a:lnTo>
                    <a:pt x="120027" y="421932"/>
                  </a:lnTo>
                  <a:lnTo>
                    <a:pt x="120929" y="418287"/>
                  </a:lnTo>
                  <a:lnTo>
                    <a:pt x="122745" y="415569"/>
                  </a:lnTo>
                  <a:lnTo>
                    <a:pt x="125463" y="413740"/>
                  </a:lnTo>
                  <a:lnTo>
                    <a:pt x="129120" y="412813"/>
                  </a:lnTo>
                  <a:lnTo>
                    <a:pt x="543750" y="412813"/>
                  </a:lnTo>
                  <a:lnTo>
                    <a:pt x="547395" y="413740"/>
                  </a:lnTo>
                  <a:lnTo>
                    <a:pt x="550113" y="415569"/>
                  </a:lnTo>
                  <a:lnTo>
                    <a:pt x="551942" y="418287"/>
                  </a:lnTo>
                  <a:lnTo>
                    <a:pt x="552831" y="421932"/>
                  </a:lnTo>
                  <a:lnTo>
                    <a:pt x="552831" y="336448"/>
                  </a:lnTo>
                  <a:lnTo>
                    <a:pt x="551942" y="340106"/>
                  </a:lnTo>
                  <a:lnTo>
                    <a:pt x="550113" y="342823"/>
                  </a:lnTo>
                  <a:lnTo>
                    <a:pt x="547395" y="344639"/>
                  </a:lnTo>
                  <a:lnTo>
                    <a:pt x="543750" y="345541"/>
                  </a:lnTo>
                  <a:lnTo>
                    <a:pt x="129120" y="345541"/>
                  </a:lnTo>
                  <a:lnTo>
                    <a:pt x="125463" y="344639"/>
                  </a:lnTo>
                  <a:lnTo>
                    <a:pt x="122745" y="342823"/>
                  </a:lnTo>
                  <a:lnTo>
                    <a:pt x="120929" y="340106"/>
                  </a:lnTo>
                  <a:lnTo>
                    <a:pt x="120027" y="336448"/>
                  </a:lnTo>
                  <a:lnTo>
                    <a:pt x="120929" y="332803"/>
                  </a:lnTo>
                  <a:lnTo>
                    <a:pt x="122745" y="330085"/>
                  </a:lnTo>
                  <a:lnTo>
                    <a:pt x="125463" y="327367"/>
                  </a:lnTo>
                  <a:lnTo>
                    <a:pt x="547395" y="327367"/>
                  </a:lnTo>
                  <a:lnTo>
                    <a:pt x="550113" y="330085"/>
                  </a:lnTo>
                  <a:lnTo>
                    <a:pt x="551942" y="332803"/>
                  </a:lnTo>
                  <a:lnTo>
                    <a:pt x="552831" y="336448"/>
                  </a:lnTo>
                  <a:lnTo>
                    <a:pt x="552831" y="250075"/>
                  </a:lnTo>
                  <a:lnTo>
                    <a:pt x="551942" y="253695"/>
                  </a:lnTo>
                  <a:lnTo>
                    <a:pt x="550113" y="256451"/>
                  </a:lnTo>
                  <a:lnTo>
                    <a:pt x="547395" y="258229"/>
                  </a:lnTo>
                  <a:lnTo>
                    <a:pt x="543750" y="259168"/>
                  </a:lnTo>
                  <a:lnTo>
                    <a:pt x="129120" y="259168"/>
                  </a:lnTo>
                  <a:lnTo>
                    <a:pt x="125463" y="258229"/>
                  </a:lnTo>
                  <a:lnTo>
                    <a:pt x="122745" y="256451"/>
                  </a:lnTo>
                  <a:lnTo>
                    <a:pt x="120929" y="253695"/>
                  </a:lnTo>
                  <a:lnTo>
                    <a:pt x="120027" y="250075"/>
                  </a:lnTo>
                  <a:lnTo>
                    <a:pt x="120929" y="246430"/>
                  </a:lnTo>
                  <a:lnTo>
                    <a:pt x="122745" y="243713"/>
                  </a:lnTo>
                  <a:lnTo>
                    <a:pt x="125463" y="241884"/>
                  </a:lnTo>
                  <a:lnTo>
                    <a:pt x="129120" y="240957"/>
                  </a:lnTo>
                  <a:lnTo>
                    <a:pt x="543750" y="240957"/>
                  </a:lnTo>
                  <a:lnTo>
                    <a:pt x="547395" y="241884"/>
                  </a:lnTo>
                  <a:lnTo>
                    <a:pt x="550113" y="243713"/>
                  </a:lnTo>
                  <a:lnTo>
                    <a:pt x="551942" y="246430"/>
                  </a:lnTo>
                  <a:lnTo>
                    <a:pt x="552831" y="250075"/>
                  </a:lnTo>
                  <a:lnTo>
                    <a:pt x="552831" y="143675"/>
                  </a:lnTo>
                  <a:lnTo>
                    <a:pt x="521931" y="143675"/>
                  </a:lnTo>
                  <a:lnTo>
                    <a:pt x="511911" y="142786"/>
                  </a:lnTo>
                  <a:lnTo>
                    <a:pt x="478294" y="114604"/>
                  </a:lnTo>
                  <a:lnTo>
                    <a:pt x="474649" y="96393"/>
                  </a:lnTo>
                  <a:lnTo>
                    <a:pt x="474649" y="0"/>
                  </a:lnTo>
                  <a:lnTo>
                    <a:pt x="78181" y="0"/>
                  </a:lnTo>
                  <a:lnTo>
                    <a:pt x="54546" y="29121"/>
                  </a:lnTo>
                  <a:lnTo>
                    <a:pt x="54546" y="661949"/>
                  </a:lnTo>
                  <a:lnTo>
                    <a:pt x="83654" y="691070"/>
                  </a:lnTo>
                  <a:lnTo>
                    <a:pt x="589203" y="691070"/>
                  </a:lnTo>
                  <a:lnTo>
                    <a:pt x="618324" y="661949"/>
                  </a:lnTo>
                  <a:lnTo>
                    <a:pt x="618324" y="517385"/>
                  </a:lnTo>
                  <a:lnTo>
                    <a:pt x="618324" y="499224"/>
                  </a:lnTo>
                  <a:lnTo>
                    <a:pt x="618324" y="240957"/>
                  </a:lnTo>
                  <a:lnTo>
                    <a:pt x="618324" y="143675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9903" y="356400"/>
              <a:ext cx="125502" cy="1255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3502" y="487459"/>
              <a:ext cx="1336544" cy="7016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4836" y="742950"/>
            <a:ext cx="4203140" cy="33066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6362" y="57150"/>
            <a:ext cx="69112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MT"/>
                <a:cs typeface="Arial MT"/>
              </a:rPr>
              <a:t>Sonarqube</a:t>
            </a:r>
            <a:r>
              <a:rPr sz="3600" b="1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Arial MT"/>
                <a:cs typeface="Arial MT"/>
              </a:rPr>
              <a:t> </a:t>
            </a:r>
            <a:r>
              <a:rPr sz="3600" b="1" spc="-10" dirty="0" err="1">
                <a:latin typeface="Arial MT"/>
                <a:cs typeface="Arial MT"/>
              </a:rPr>
              <a:t>Integrat</a:t>
            </a:r>
            <a:r>
              <a:rPr lang="en-IN" sz="3600" b="1" spc="-10" dirty="0" err="1">
                <a:latin typeface="Arial MT"/>
                <a:cs typeface="Arial MT"/>
              </a:rPr>
              <a:t>i</a:t>
            </a:r>
            <a:r>
              <a:rPr sz="3600" b="1" spc="-10" dirty="0">
                <a:latin typeface="Arial MT"/>
                <a:cs typeface="Arial MT"/>
              </a:rPr>
              <a:t>on</a:t>
            </a:r>
            <a:endParaRPr sz="3600" b="1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59364" y="4190779"/>
            <a:ext cx="1403635" cy="56682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351" y="585865"/>
            <a:ext cx="7797662" cy="720944"/>
          </a:xfrm>
          <a:prstGeom prst="rect">
            <a:avLst/>
          </a:prstGeom>
        </p:spPr>
        <p:txBody>
          <a:bodyPr vert="horz" wrap="square" lIns="0" tIns="165332" rIns="0" bIns="0" rtlCol="0">
            <a:spAutoFit/>
          </a:bodyPr>
          <a:lstStyle/>
          <a:p>
            <a:pPr marL="738505">
              <a:lnSpc>
                <a:spcPct val="100000"/>
              </a:lnSpc>
              <a:spcBef>
                <a:spcPts val="100"/>
              </a:spcBef>
            </a:pPr>
            <a:r>
              <a:rPr sz="3600" spc="13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Sonarqube</a:t>
            </a:r>
            <a:r>
              <a:rPr sz="3600" spc="-229" dirty="0">
                <a:solidFill>
                  <a:srgbClr val="FFFFFF"/>
                </a:solidFill>
              </a:rPr>
              <a:t> </a:t>
            </a:r>
            <a:r>
              <a:rPr sz="3600" spc="80" dirty="0"/>
              <a:t>Installation</a:t>
            </a:r>
            <a:endParaRPr sz="36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1657350"/>
            <a:ext cx="1602740" cy="171132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715"/>
              </a:spcBef>
            </a:pPr>
            <a:r>
              <a:rPr sz="1800" spc="-10" dirty="0">
                <a:latin typeface="Trebuchet MS"/>
                <a:cs typeface="Trebuchet MS"/>
              </a:rPr>
              <a:t>Prerequisite</a:t>
            </a:r>
            <a:endParaRPr sz="1800" dirty="0">
              <a:latin typeface="Trebuchet MS"/>
              <a:cs typeface="Trebuchet MS"/>
            </a:endParaRPr>
          </a:p>
          <a:p>
            <a:pPr marL="401955" indent="-389255">
              <a:lnSpc>
                <a:spcPct val="100000"/>
              </a:lnSpc>
              <a:spcBef>
                <a:spcPts val="615"/>
              </a:spcBef>
              <a:buSzPct val="61111"/>
              <a:buFont typeface="Arial"/>
              <a:buAutoNum type="arabicPeriod"/>
              <a:tabLst>
                <a:tab pos="401955" algn="l"/>
              </a:tabLst>
            </a:pPr>
            <a:r>
              <a:rPr sz="1800" spc="85" dirty="0">
                <a:latin typeface="Trebuchet MS"/>
                <a:cs typeface="Trebuchet MS"/>
              </a:rPr>
              <a:t>Any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150" dirty="0">
                <a:latin typeface="Trebuchet MS"/>
                <a:cs typeface="Trebuchet MS"/>
              </a:rPr>
              <a:t>OS</a:t>
            </a:r>
            <a:endParaRPr sz="1800" dirty="0">
              <a:latin typeface="Trebuchet MS"/>
              <a:cs typeface="Trebuchet MS"/>
            </a:endParaRPr>
          </a:p>
          <a:p>
            <a:pPr marL="401955" indent="-389255">
              <a:lnSpc>
                <a:spcPct val="100000"/>
              </a:lnSpc>
              <a:spcBef>
                <a:spcPts val="615"/>
              </a:spcBef>
              <a:buSzPct val="61111"/>
              <a:buFont typeface="Arial"/>
              <a:buAutoNum type="arabicPeriod"/>
              <a:tabLst>
                <a:tab pos="401955" algn="l"/>
              </a:tabLst>
            </a:pPr>
            <a:r>
              <a:rPr sz="1800" spc="75" dirty="0">
                <a:latin typeface="Trebuchet MS"/>
                <a:cs typeface="Trebuchet MS"/>
              </a:rPr>
              <a:t>JDK</a:t>
            </a:r>
            <a:endParaRPr sz="1800" dirty="0">
              <a:latin typeface="Trebuchet MS"/>
              <a:cs typeface="Trebuchet MS"/>
            </a:endParaRPr>
          </a:p>
          <a:p>
            <a:pPr marL="401955" marR="5080" indent="-389890">
              <a:lnSpc>
                <a:spcPct val="100699"/>
              </a:lnSpc>
              <a:spcBef>
                <a:spcPts val="600"/>
              </a:spcBef>
              <a:buSzPct val="61111"/>
              <a:buFont typeface="Arial"/>
              <a:buAutoNum type="arabicPeriod"/>
              <a:tabLst>
                <a:tab pos="401955" algn="l"/>
              </a:tabLst>
            </a:pPr>
            <a:r>
              <a:rPr sz="1800" spc="45" dirty="0">
                <a:latin typeface="Trebuchet MS"/>
                <a:cs typeface="Trebuchet MS"/>
              </a:rPr>
              <a:t>Database </a:t>
            </a:r>
            <a:r>
              <a:rPr sz="1800" spc="-20" dirty="0">
                <a:latin typeface="Trebuchet MS"/>
                <a:cs typeface="Trebuchet MS"/>
              </a:rPr>
              <a:t>like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155" dirty="0">
                <a:latin typeface="Trebuchet MS"/>
                <a:cs typeface="Trebuchet MS"/>
              </a:rPr>
              <a:t>MySQL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67600" y="4242081"/>
            <a:ext cx="1336675" cy="631108"/>
            <a:chOff x="7569510" y="356399"/>
            <a:chExt cx="1336675" cy="748665"/>
          </a:xfrm>
        </p:grpSpPr>
        <p:sp>
          <p:nvSpPr>
            <p:cNvPr id="5" name="object 5"/>
            <p:cNvSpPr/>
            <p:nvPr/>
          </p:nvSpPr>
          <p:spPr>
            <a:xfrm>
              <a:off x="8087081" y="356399"/>
              <a:ext cx="618490" cy="748665"/>
            </a:xfrm>
            <a:custGeom>
              <a:avLst/>
              <a:gdLst/>
              <a:ahLst/>
              <a:cxnLst/>
              <a:rect l="l" t="t" r="r" b="b"/>
              <a:pathLst>
                <a:path w="618490" h="748665">
                  <a:moveTo>
                    <a:pt x="563740" y="711987"/>
                  </a:moveTo>
                  <a:lnTo>
                    <a:pt x="65493" y="711987"/>
                  </a:lnTo>
                  <a:lnTo>
                    <a:pt x="60020" y="711060"/>
                  </a:lnTo>
                  <a:lnTo>
                    <a:pt x="39090" y="691959"/>
                  </a:lnTo>
                  <a:lnTo>
                    <a:pt x="37274" y="686523"/>
                  </a:lnTo>
                  <a:lnTo>
                    <a:pt x="36372" y="680161"/>
                  </a:lnTo>
                  <a:lnTo>
                    <a:pt x="36372" y="57302"/>
                  </a:lnTo>
                  <a:lnTo>
                    <a:pt x="29121" y="57302"/>
                  </a:lnTo>
                  <a:lnTo>
                    <a:pt x="0" y="83667"/>
                  </a:lnTo>
                  <a:lnTo>
                    <a:pt x="0" y="716534"/>
                  </a:lnTo>
                  <a:lnTo>
                    <a:pt x="901" y="722896"/>
                  </a:lnTo>
                  <a:lnTo>
                    <a:pt x="2717" y="728332"/>
                  </a:lnTo>
                  <a:lnTo>
                    <a:pt x="4546" y="733806"/>
                  </a:lnTo>
                  <a:lnTo>
                    <a:pt x="29121" y="748334"/>
                  </a:lnTo>
                  <a:lnTo>
                    <a:pt x="534657" y="748334"/>
                  </a:lnTo>
                  <a:lnTo>
                    <a:pt x="561022" y="728332"/>
                  </a:lnTo>
                  <a:lnTo>
                    <a:pt x="562851" y="722896"/>
                  </a:lnTo>
                  <a:lnTo>
                    <a:pt x="563740" y="716534"/>
                  </a:lnTo>
                  <a:lnTo>
                    <a:pt x="563740" y="711987"/>
                  </a:lnTo>
                  <a:close/>
                </a:path>
                <a:path w="618490" h="748665">
                  <a:moveTo>
                    <a:pt x="618324" y="143675"/>
                  </a:moveTo>
                  <a:lnTo>
                    <a:pt x="552831" y="143675"/>
                  </a:lnTo>
                  <a:lnTo>
                    <a:pt x="552831" y="250075"/>
                  </a:lnTo>
                  <a:lnTo>
                    <a:pt x="552831" y="336448"/>
                  </a:lnTo>
                  <a:lnTo>
                    <a:pt x="552831" y="421932"/>
                  </a:lnTo>
                  <a:lnTo>
                    <a:pt x="551942" y="425538"/>
                  </a:lnTo>
                  <a:lnTo>
                    <a:pt x="550113" y="428294"/>
                  </a:lnTo>
                  <a:lnTo>
                    <a:pt x="547395" y="430085"/>
                  </a:lnTo>
                  <a:lnTo>
                    <a:pt x="543750" y="431012"/>
                  </a:lnTo>
                  <a:lnTo>
                    <a:pt x="371005" y="431012"/>
                  </a:lnTo>
                  <a:lnTo>
                    <a:pt x="371005" y="508304"/>
                  </a:lnTo>
                  <a:lnTo>
                    <a:pt x="370065" y="511924"/>
                  </a:lnTo>
                  <a:lnTo>
                    <a:pt x="368249" y="514667"/>
                  </a:lnTo>
                  <a:lnTo>
                    <a:pt x="365531" y="516496"/>
                  </a:lnTo>
                  <a:lnTo>
                    <a:pt x="361873" y="517385"/>
                  </a:lnTo>
                  <a:lnTo>
                    <a:pt x="129120" y="517385"/>
                  </a:lnTo>
                  <a:lnTo>
                    <a:pt x="125463" y="516496"/>
                  </a:lnTo>
                  <a:lnTo>
                    <a:pt x="122745" y="514667"/>
                  </a:lnTo>
                  <a:lnTo>
                    <a:pt x="120929" y="511924"/>
                  </a:lnTo>
                  <a:lnTo>
                    <a:pt x="120027" y="508304"/>
                  </a:lnTo>
                  <a:lnTo>
                    <a:pt x="120929" y="504659"/>
                  </a:lnTo>
                  <a:lnTo>
                    <a:pt x="122745" y="501942"/>
                  </a:lnTo>
                  <a:lnTo>
                    <a:pt x="125463" y="500113"/>
                  </a:lnTo>
                  <a:lnTo>
                    <a:pt x="129120" y="499224"/>
                  </a:lnTo>
                  <a:lnTo>
                    <a:pt x="361873" y="499224"/>
                  </a:lnTo>
                  <a:lnTo>
                    <a:pt x="365531" y="500113"/>
                  </a:lnTo>
                  <a:lnTo>
                    <a:pt x="368249" y="501942"/>
                  </a:lnTo>
                  <a:lnTo>
                    <a:pt x="370065" y="504659"/>
                  </a:lnTo>
                  <a:lnTo>
                    <a:pt x="371005" y="508304"/>
                  </a:lnTo>
                  <a:lnTo>
                    <a:pt x="371005" y="431012"/>
                  </a:lnTo>
                  <a:lnTo>
                    <a:pt x="129120" y="431012"/>
                  </a:lnTo>
                  <a:lnTo>
                    <a:pt x="125463" y="430085"/>
                  </a:lnTo>
                  <a:lnTo>
                    <a:pt x="122745" y="428294"/>
                  </a:lnTo>
                  <a:lnTo>
                    <a:pt x="120929" y="425538"/>
                  </a:lnTo>
                  <a:lnTo>
                    <a:pt x="120027" y="421932"/>
                  </a:lnTo>
                  <a:lnTo>
                    <a:pt x="120929" y="418287"/>
                  </a:lnTo>
                  <a:lnTo>
                    <a:pt x="122745" y="415569"/>
                  </a:lnTo>
                  <a:lnTo>
                    <a:pt x="125463" y="413740"/>
                  </a:lnTo>
                  <a:lnTo>
                    <a:pt x="129120" y="412813"/>
                  </a:lnTo>
                  <a:lnTo>
                    <a:pt x="543750" y="412813"/>
                  </a:lnTo>
                  <a:lnTo>
                    <a:pt x="547395" y="413740"/>
                  </a:lnTo>
                  <a:lnTo>
                    <a:pt x="550113" y="415569"/>
                  </a:lnTo>
                  <a:lnTo>
                    <a:pt x="551942" y="418287"/>
                  </a:lnTo>
                  <a:lnTo>
                    <a:pt x="552831" y="421932"/>
                  </a:lnTo>
                  <a:lnTo>
                    <a:pt x="552831" y="336448"/>
                  </a:lnTo>
                  <a:lnTo>
                    <a:pt x="551942" y="340106"/>
                  </a:lnTo>
                  <a:lnTo>
                    <a:pt x="550113" y="342823"/>
                  </a:lnTo>
                  <a:lnTo>
                    <a:pt x="547395" y="344639"/>
                  </a:lnTo>
                  <a:lnTo>
                    <a:pt x="543750" y="345541"/>
                  </a:lnTo>
                  <a:lnTo>
                    <a:pt x="129120" y="345541"/>
                  </a:lnTo>
                  <a:lnTo>
                    <a:pt x="125463" y="344639"/>
                  </a:lnTo>
                  <a:lnTo>
                    <a:pt x="122745" y="342823"/>
                  </a:lnTo>
                  <a:lnTo>
                    <a:pt x="120929" y="340106"/>
                  </a:lnTo>
                  <a:lnTo>
                    <a:pt x="120027" y="336448"/>
                  </a:lnTo>
                  <a:lnTo>
                    <a:pt x="120929" y="332803"/>
                  </a:lnTo>
                  <a:lnTo>
                    <a:pt x="122745" y="330085"/>
                  </a:lnTo>
                  <a:lnTo>
                    <a:pt x="125463" y="327367"/>
                  </a:lnTo>
                  <a:lnTo>
                    <a:pt x="547395" y="327367"/>
                  </a:lnTo>
                  <a:lnTo>
                    <a:pt x="550113" y="330085"/>
                  </a:lnTo>
                  <a:lnTo>
                    <a:pt x="551942" y="332803"/>
                  </a:lnTo>
                  <a:lnTo>
                    <a:pt x="552831" y="336448"/>
                  </a:lnTo>
                  <a:lnTo>
                    <a:pt x="552831" y="250075"/>
                  </a:lnTo>
                  <a:lnTo>
                    <a:pt x="551942" y="253695"/>
                  </a:lnTo>
                  <a:lnTo>
                    <a:pt x="550113" y="256451"/>
                  </a:lnTo>
                  <a:lnTo>
                    <a:pt x="547395" y="258229"/>
                  </a:lnTo>
                  <a:lnTo>
                    <a:pt x="543750" y="259168"/>
                  </a:lnTo>
                  <a:lnTo>
                    <a:pt x="129120" y="259168"/>
                  </a:lnTo>
                  <a:lnTo>
                    <a:pt x="125463" y="258229"/>
                  </a:lnTo>
                  <a:lnTo>
                    <a:pt x="122745" y="256451"/>
                  </a:lnTo>
                  <a:lnTo>
                    <a:pt x="120929" y="253695"/>
                  </a:lnTo>
                  <a:lnTo>
                    <a:pt x="120027" y="250075"/>
                  </a:lnTo>
                  <a:lnTo>
                    <a:pt x="120929" y="246430"/>
                  </a:lnTo>
                  <a:lnTo>
                    <a:pt x="122745" y="243713"/>
                  </a:lnTo>
                  <a:lnTo>
                    <a:pt x="125463" y="241884"/>
                  </a:lnTo>
                  <a:lnTo>
                    <a:pt x="129120" y="240957"/>
                  </a:lnTo>
                  <a:lnTo>
                    <a:pt x="543750" y="240957"/>
                  </a:lnTo>
                  <a:lnTo>
                    <a:pt x="547395" y="241884"/>
                  </a:lnTo>
                  <a:lnTo>
                    <a:pt x="550113" y="243713"/>
                  </a:lnTo>
                  <a:lnTo>
                    <a:pt x="551942" y="246430"/>
                  </a:lnTo>
                  <a:lnTo>
                    <a:pt x="552831" y="250075"/>
                  </a:lnTo>
                  <a:lnTo>
                    <a:pt x="552831" y="143675"/>
                  </a:lnTo>
                  <a:lnTo>
                    <a:pt x="521931" y="143675"/>
                  </a:lnTo>
                  <a:lnTo>
                    <a:pt x="511911" y="142786"/>
                  </a:lnTo>
                  <a:lnTo>
                    <a:pt x="478294" y="114604"/>
                  </a:lnTo>
                  <a:lnTo>
                    <a:pt x="474649" y="96393"/>
                  </a:lnTo>
                  <a:lnTo>
                    <a:pt x="474649" y="0"/>
                  </a:lnTo>
                  <a:lnTo>
                    <a:pt x="78181" y="0"/>
                  </a:lnTo>
                  <a:lnTo>
                    <a:pt x="54546" y="29121"/>
                  </a:lnTo>
                  <a:lnTo>
                    <a:pt x="54546" y="661949"/>
                  </a:lnTo>
                  <a:lnTo>
                    <a:pt x="83654" y="691070"/>
                  </a:lnTo>
                  <a:lnTo>
                    <a:pt x="589203" y="691070"/>
                  </a:lnTo>
                  <a:lnTo>
                    <a:pt x="618324" y="661949"/>
                  </a:lnTo>
                  <a:lnTo>
                    <a:pt x="618324" y="517385"/>
                  </a:lnTo>
                  <a:lnTo>
                    <a:pt x="618324" y="499224"/>
                  </a:lnTo>
                  <a:lnTo>
                    <a:pt x="618324" y="240957"/>
                  </a:lnTo>
                  <a:lnTo>
                    <a:pt x="618324" y="143675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9903" y="356400"/>
              <a:ext cx="125502" cy="1255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69510" y="358071"/>
              <a:ext cx="1336544" cy="7016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734" y="379877"/>
            <a:ext cx="8362950" cy="4384040"/>
          </a:xfrm>
          <a:custGeom>
            <a:avLst/>
            <a:gdLst/>
            <a:ahLst/>
            <a:cxnLst/>
            <a:rect l="l" t="t" r="r" b="b"/>
            <a:pathLst>
              <a:path w="8362950" h="4384040">
                <a:moveTo>
                  <a:pt x="7406913" y="0"/>
                </a:moveTo>
                <a:lnTo>
                  <a:pt x="387213" y="0"/>
                </a:lnTo>
                <a:lnTo>
                  <a:pt x="346383" y="1786"/>
                </a:lnTo>
                <a:lnTo>
                  <a:pt x="309068" y="7117"/>
                </a:lnTo>
                <a:lnTo>
                  <a:pt x="271781" y="17779"/>
                </a:lnTo>
                <a:lnTo>
                  <a:pt x="202511" y="46190"/>
                </a:lnTo>
                <a:lnTo>
                  <a:pt x="140328" y="88807"/>
                </a:lnTo>
                <a:lnTo>
                  <a:pt x="88807" y="140328"/>
                </a:lnTo>
                <a:lnTo>
                  <a:pt x="46190" y="202511"/>
                </a:lnTo>
                <a:lnTo>
                  <a:pt x="17779" y="271781"/>
                </a:lnTo>
                <a:lnTo>
                  <a:pt x="7117" y="309068"/>
                </a:lnTo>
                <a:lnTo>
                  <a:pt x="0" y="387213"/>
                </a:lnTo>
                <a:lnTo>
                  <a:pt x="0" y="3996531"/>
                </a:lnTo>
                <a:lnTo>
                  <a:pt x="1786" y="4037362"/>
                </a:lnTo>
                <a:lnTo>
                  <a:pt x="17779" y="4111963"/>
                </a:lnTo>
                <a:lnTo>
                  <a:pt x="46190" y="4181234"/>
                </a:lnTo>
                <a:lnTo>
                  <a:pt x="88807" y="4243417"/>
                </a:lnTo>
                <a:lnTo>
                  <a:pt x="140328" y="4294938"/>
                </a:lnTo>
                <a:lnTo>
                  <a:pt x="202511" y="4337555"/>
                </a:lnTo>
                <a:lnTo>
                  <a:pt x="271781" y="4365966"/>
                </a:lnTo>
                <a:lnTo>
                  <a:pt x="309068" y="4376628"/>
                </a:lnTo>
                <a:lnTo>
                  <a:pt x="387213" y="4383745"/>
                </a:lnTo>
                <a:lnTo>
                  <a:pt x="7975315" y="4383745"/>
                </a:lnTo>
                <a:lnTo>
                  <a:pt x="8016145" y="4381959"/>
                </a:lnTo>
                <a:lnTo>
                  <a:pt x="8090746" y="4365966"/>
                </a:lnTo>
                <a:lnTo>
                  <a:pt x="8160017" y="4337555"/>
                </a:lnTo>
                <a:lnTo>
                  <a:pt x="8222200" y="4294938"/>
                </a:lnTo>
                <a:lnTo>
                  <a:pt x="8273721" y="4243417"/>
                </a:lnTo>
                <a:lnTo>
                  <a:pt x="8316339" y="4181234"/>
                </a:lnTo>
                <a:lnTo>
                  <a:pt x="8344749" y="4111963"/>
                </a:lnTo>
                <a:lnTo>
                  <a:pt x="8355411" y="4074677"/>
                </a:lnTo>
                <a:lnTo>
                  <a:pt x="8362528" y="3996531"/>
                </a:lnTo>
                <a:lnTo>
                  <a:pt x="8362528" y="955615"/>
                </a:lnTo>
              </a:path>
            </a:pathLst>
          </a:custGeom>
          <a:ln w="19049">
            <a:solidFill>
              <a:srgbClr val="434343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838200" y="1885950"/>
            <a:ext cx="6724650" cy="2438488"/>
          </a:xfrm>
          <a:prstGeom prst="rect">
            <a:avLst/>
          </a:prstGeom>
        </p:spPr>
        <p:txBody>
          <a:bodyPr vert="horz" wrap="square" lIns="0" tIns="36766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2895"/>
              </a:spcBef>
              <a:buNone/>
            </a:pPr>
            <a:r>
              <a:rPr sz="5400" spc="17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Build</a:t>
            </a:r>
            <a:r>
              <a:rPr sz="5400" spc="-45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 </a:t>
            </a:r>
            <a:r>
              <a:rPr sz="5400" spc="13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Triggers</a:t>
            </a:r>
            <a:endParaRPr sz="5400" dirty="0">
              <a:solidFill>
                <a:srgbClr val="C00000"/>
              </a:solidFill>
              <a:latin typeface="Arial Black" panose="020B0A04020102020204" pitchFamily="34" charset="0"/>
              <a:cs typeface="Trebuchet MS"/>
            </a:endParaRPr>
          </a:p>
          <a:p>
            <a:pPr marL="0" indent="0">
              <a:lnSpc>
                <a:spcPct val="100000"/>
              </a:lnSpc>
              <a:spcBef>
                <a:spcPts val="1045"/>
              </a:spcBef>
              <a:buNone/>
            </a:pPr>
            <a:r>
              <a:rPr sz="1800" b="0" spc="65" dirty="0">
                <a:latin typeface="Trebuchet MS"/>
                <a:cs typeface="Trebuchet MS"/>
              </a:rPr>
              <a:t>Run</a:t>
            </a:r>
            <a:r>
              <a:rPr sz="1800" b="0" spc="-85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Jenkins</a:t>
            </a:r>
            <a:r>
              <a:rPr sz="1800" b="0" spc="-80" dirty="0">
                <a:latin typeface="Trebuchet MS"/>
                <a:cs typeface="Trebuchet MS"/>
              </a:rPr>
              <a:t> </a:t>
            </a:r>
            <a:r>
              <a:rPr sz="1800" b="0" spc="55" dirty="0">
                <a:latin typeface="Trebuchet MS"/>
                <a:cs typeface="Trebuchet MS"/>
              </a:rPr>
              <a:t>Job</a:t>
            </a:r>
            <a:r>
              <a:rPr sz="1800" b="0" spc="-95" dirty="0">
                <a:latin typeface="Trebuchet MS"/>
                <a:cs typeface="Trebuchet MS"/>
              </a:rPr>
              <a:t> </a:t>
            </a:r>
            <a:r>
              <a:rPr sz="1800" b="0" spc="-10" dirty="0">
                <a:latin typeface="Trebuchet MS"/>
                <a:cs typeface="Trebuchet MS"/>
              </a:rPr>
              <a:t>Automatically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87089" y="356399"/>
            <a:ext cx="618490" cy="748665"/>
            <a:chOff x="8087089" y="356399"/>
            <a:chExt cx="618490" cy="748665"/>
          </a:xfrm>
        </p:grpSpPr>
        <p:sp>
          <p:nvSpPr>
            <p:cNvPr id="5" name="object 5"/>
            <p:cNvSpPr/>
            <p:nvPr/>
          </p:nvSpPr>
          <p:spPr>
            <a:xfrm>
              <a:off x="8087081" y="356399"/>
              <a:ext cx="618490" cy="748665"/>
            </a:xfrm>
            <a:custGeom>
              <a:avLst/>
              <a:gdLst/>
              <a:ahLst/>
              <a:cxnLst/>
              <a:rect l="l" t="t" r="r" b="b"/>
              <a:pathLst>
                <a:path w="618490" h="748665">
                  <a:moveTo>
                    <a:pt x="563740" y="711987"/>
                  </a:moveTo>
                  <a:lnTo>
                    <a:pt x="65493" y="711987"/>
                  </a:lnTo>
                  <a:lnTo>
                    <a:pt x="60020" y="711060"/>
                  </a:lnTo>
                  <a:lnTo>
                    <a:pt x="39090" y="691959"/>
                  </a:lnTo>
                  <a:lnTo>
                    <a:pt x="37274" y="686523"/>
                  </a:lnTo>
                  <a:lnTo>
                    <a:pt x="36372" y="680161"/>
                  </a:lnTo>
                  <a:lnTo>
                    <a:pt x="36372" y="57302"/>
                  </a:lnTo>
                  <a:lnTo>
                    <a:pt x="29121" y="57302"/>
                  </a:lnTo>
                  <a:lnTo>
                    <a:pt x="0" y="83667"/>
                  </a:lnTo>
                  <a:lnTo>
                    <a:pt x="0" y="716534"/>
                  </a:lnTo>
                  <a:lnTo>
                    <a:pt x="901" y="722896"/>
                  </a:lnTo>
                  <a:lnTo>
                    <a:pt x="2717" y="728332"/>
                  </a:lnTo>
                  <a:lnTo>
                    <a:pt x="4546" y="733806"/>
                  </a:lnTo>
                  <a:lnTo>
                    <a:pt x="29121" y="748334"/>
                  </a:lnTo>
                  <a:lnTo>
                    <a:pt x="534657" y="748334"/>
                  </a:lnTo>
                  <a:lnTo>
                    <a:pt x="561022" y="728332"/>
                  </a:lnTo>
                  <a:lnTo>
                    <a:pt x="562851" y="722896"/>
                  </a:lnTo>
                  <a:lnTo>
                    <a:pt x="563740" y="716534"/>
                  </a:lnTo>
                  <a:lnTo>
                    <a:pt x="563740" y="711987"/>
                  </a:lnTo>
                  <a:close/>
                </a:path>
                <a:path w="618490" h="748665">
                  <a:moveTo>
                    <a:pt x="618324" y="143675"/>
                  </a:moveTo>
                  <a:lnTo>
                    <a:pt x="552831" y="143675"/>
                  </a:lnTo>
                  <a:lnTo>
                    <a:pt x="552831" y="250075"/>
                  </a:lnTo>
                  <a:lnTo>
                    <a:pt x="552831" y="336448"/>
                  </a:lnTo>
                  <a:lnTo>
                    <a:pt x="552831" y="421932"/>
                  </a:lnTo>
                  <a:lnTo>
                    <a:pt x="551942" y="425538"/>
                  </a:lnTo>
                  <a:lnTo>
                    <a:pt x="550113" y="428294"/>
                  </a:lnTo>
                  <a:lnTo>
                    <a:pt x="547395" y="430085"/>
                  </a:lnTo>
                  <a:lnTo>
                    <a:pt x="543750" y="431012"/>
                  </a:lnTo>
                  <a:lnTo>
                    <a:pt x="371005" y="431012"/>
                  </a:lnTo>
                  <a:lnTo>
                    <a:pt x="371005" y="508304"/>
                  </a:lnTo>
                  <a:lnTo>
                    <a:pt x="370065" y="511924"/>
                  </a:lnTo>
                  <a:lnTo>
                    <a:pt x="368249" y="514667"/>
                  </a:lnTo>
                  <a:lnTo>
                    <a:pt x="365531" y="516496"/>
                  </a:lnTo>
                  <a:lnTo>
                    <a:pt x="361873" y="517385"/>
                  </a:lnTo>
                  <a:lnTo>
                    <a:pt x="129120" y="517385"/>
                  </a:lnTo>
                  <a:lnTo>
                    <a:pt x="125463" y="516496"/>
                  </a:lnTo>
                  <a:lnTo>
                    <a:pt x="122745" y="514667"/>
                  </a:lnTo>
                  <a:lnTo>
                    <a:pt x="120929" y="511924"/>
                  </a:lnTo>
                  <a:lnTo>
                    <a:pt x="120027" y="508304"/>
                  </a:lnTo>
                  <a:lnTo>
                    <a:pt x="120929" y="504659"/>
                  </a:lnTo>
                  <a:lnTo>
                    <a:pt x="122745" y="501942"/>
                  </a:lnTo>
                  <a:lnTo>
                    <a:pt x="125463" y="500113"/>
                  </a:lnTo>
                  <a:lnTo>
                    <a:pt x="129120" y="499224"/>
                  </a:lnTo>
                  <a:lnTo>
                    <a:pt x="361873" y="499224"/>
                  </a:lnTo>
                  <a:lnTo>
                    <a:pt x="365531" y="500113"/>
                  </a:lnTo>
                  <a:lnTo>
                    <a:pt x="368249" y="501942"/>
                  </a:lnTo>
                  <a:lnTo>
                    <a:pt x="370065" y="504659"/>
                  </a:lnTo>
                  <a:lnTo>
                    <a:pt x="371005" y="508304"/>
                  </a:lnTo>
                  <a:lnTo>
                    <a:pt x="371005" y="431012"/>
                  </a:lnTo>
                  <a:lnTo>
                    <a:pt x="129120" y="431012"/>
                  </a:lnTo>
                  <a:lnTo>
                    <a:pt x="125463" y="430085"/>
                  </a:lnTo>
                  <a:lnTo>
                    <a:pt x="122745" y="428294"/>
                  </a:lnTo>
                  <a:lnTo>
                    <a:pt x="120929" y="425538"/>
                  </a:lnTo>
                  <a:lnTo>
                    <a:pt x="120027" y="421932"/>
                  </a:lnTo>
                  <a:lnTo>
                    <a:pt x="120929" y="418287"/>
                  </a:lnTo>
                  <a:lnTo>
                    <a:pt x="122745" y="415569"/>
                  </a:lnTo>
                  <a:lnTo>
                    <a:pt x="125463" y="413740"/>
                  </a:lnTo>
                  <a:lnTo>
                    <a:pt x="129120" y="412813"/>
                  </a:lnTo>
                  <a:lnTo>
                    <a:pt x="543750" y="412813"/>
                  </a:lnTo>
                  <a:lnTo>
                    <a:pt x="547395" y="413740"/>
                  </a:lnTo>
                  <a:lnTo>
                    <a:pt x="550113" y="415569"/>
                  </a:lnTo>
                  <a:lnTo>
                    <a:pt x="551942" y="418287"/>
                  </a:lnTo>
                  <a:lnTo>
                    <a:pt x="552831" y="421932"/>
                  </a:lnTo>
                  <a:lnTo>
                    <a:pt x="552831" y="336448"/>
                  </a:lnTo>
                  <a:lnTo>
                    <a:pt x="551942" y="340106"/>
                  </a:lnTo>
                  <a:lnTo>
                    <a:pt x="550113" y="342823"/>
                  </a:lnTo>
                  <a:lnTo>
                    <a:pt x="547395" y="344639"/>
                  </a:lnTo>
                  <a:lnTo>
                    <a:pt x="543750" y="345541"/>
                  </a:lnTo>
                  <a:lnTo>
                    <a:pt x="129120" y="345541"/>
                  </a:lnTo>
                  <a:lnTo>
                    <a:pt x="125463" y="344639"/>
                  </a:lnTo>
                  <a:lnTo>
                    <a:pt x="122745" y="342823"/>
                  </a:lnTo>
                  <a:lnTo>
                    <a:pt x="120929" y="340106"/>
                  </a:lnTo>
                  <a:lnTo>
                    <a:pt x="120027" y="336448"/>
                  </a:lnTo>
                  <a:lnTo>
                    <a:pt x="120929" y="332803"/>
                  </a:lnTo>
                  <a:lnTo>
                    <a:pt x="122745" y="330085"/>
                  </a:lnTo>
                  <a:lnTo>
                    <a:pt x="125463" y="327367"/>
                  </a:lnTo>
                  <a:lnTo>
                    <a:pt x="547395" y="327367"/>
                  </a:lnTo>
                  <a:lnTo>
                    <a:pt x="550113" y="330085"/>
                  </a:lnTo>
                  <a:lnTo>
                    <a:pt x="551942" y="332803"/>
                  </a:lnTo>
                  <a:lnTo>
                    <a:pt x="552831" y="336448"/>
                  </a:lnTo>
                  <a:lnTo>
                    <a:pt x="552831" y="250075"/>
                  </a:lnTo>
                  <a:lnTo>
                    <a:pt x="551942" y="253695"/>
                  </a:lnTo>
                  <a:lnTo>
                    <a:pt x="550113" y="256451"/>
                  </a:lnTo>
                  <a:lnTo>
                    <a:pt x="547395" y="258229"/>
                  </a:lnTo>
                  <a:lnTo>
                    <a:pt x="543750" y="259168"/>
                  </a:lnTo>
                  <a:lnTo>
                    <a:pt x="129120" y="259168"/>
                  </a:lnTo>
                  <a:lnTo>
                    <a:pt x="125463" y="258229"/>
                  </a:lnTo>
                  <a:lnTo>
                    <a:pt x="122745" y="256451"/>
                  </a:lnTo>
                  <a:lnTo>
                    <a:pt x="120929" y="253695"/>
                  </a:lnTo>
                  <a:lnTo>
                    <a:pt x="120027" y="250075"/>
                  </a:lnTo>
                  <a:lnTo>
                    <a:pt x="120929" y="246430"/>
                  </a:lnTo>
                  <a:lnTo>
                    <a:pt x="122745" y="243713"/>
                  </a:lnTo>
                  <a:lnTo>
                    <a:pt x="125463" y="241884"/>
                  </a:lnTo>
                  <a:lnTo>
                    <a:pt x="129120" y="240957"/>
                  </a:lnTo>
                  <a:lnTo>
                    <a:pt x="543750" y="240957"/>
                  </a:lnTo>
                  <a:lnTo>
                    <a:pt x="547395" y="241884"/>
                  </a:lnTo>
                  <a:lnTo>
                    <a:pt x="550113" y="243713"/>
                  </a:lnTo>
                  <a:lnTo>
                    <a:pt x="551942" y="246430"/>
                  </a:lnTo>
                  <a:lnTo>
                    <a:pt x="552831" y="250075"/>
                  </a:lnTo>
                  <a:lnTo>
                    <a:pt x="552831" y="143675"/>
                  </a:lnTo>
                  <a:lnTo>
                    <a:pt x="521931" y="143675"/>
                  </a:lnTo>
                  <a:lnTo>
                    <a:pt x="511911" y="142786"/>
                  </a:lnTo>
                  <a:lnTo>
                    <a:pt x="478294" y="114604"/>
                  </a:lnTo>
                  <a:lnTo>
                    <a:pt x="474649" y="96393"/>
                  </a:lnTo>
                  <a:lnTo>
                    <a:pt x="474649" y="0"/>
                  </a:lnTo>
                  <a:lnTo>
                    <a:pt x="78181" y="0"/>
                  </a:lnTo>
                  <a:lnTo>
                    <a:pt x="54546" y="29121"/>
                  </a:lnTo>
                  <a:lnTo>
                    <a:pt x="54546" y="661949"/>
                  </a:lnTo>
                  <a:lnTo>
                    <a:pt x="83654" y="691070"/>
                  </a:lnTo>
                  <a:lnTo>
                    <a:pt x="589203" y="691070"/>
                  </a:lnTo>
                  <a:lnTo>
                    <a:pt x="618324" y="661949"/>
                  </a:lnTo>
                  <a:lnTo>
                    <a:pt x="618324" y="517385"/>
                  </a:lnTo>
                  <a:lnTo>
                    <a:pt x="618324" y="499224"/>
                  </a:lnTo>
                  <a:lnTo>
                    <a:pt x="618324" y="240957"/>
                  </a:lnTo>
                  <a:lnTo>
                    <a:pt x="618324" y="143675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9903" y="356400"/>
              <a:ext cx="125502" cy="1255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351" y="628301"/>
            <a:ext cx="7797662" cy="636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Build</a:t>
            </a:r>
            <a:r>
              <a:rPr spc="-445" dirty="0"/>
              <a:t> </a:t>
            </a:r>
            <a:r>
              <a:rPr spc="80" dirty="0"/>
              <a:t>Job</a:t>
            </a:r>
            <a:r>
              <a:rPr spc="-330" dirty="0"/>
              <a:t> </a:t>
            </a:r>
            <a:r>
              <a:rPr spc="114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Remotely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5549" y="2026031"/>
            <a:ext cx="6259830" cy="140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latin typeface="Trebuchet MS"/>
                <a:cs typeface="Trebuchet MS"/>
              </a:rPr>
              <a:t>Generate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Job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120" dirty="0">
                <a:latin typeface="Trebuchet MS"/>
                <a:cs typeface="Trebuchet MS"/>
              </a:rPr>
              <a:t>URL</a:t>
            </a:r>
            <a:endParaRPr sz="1800" dirty="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latin typeface="Trebuchet MS"/>
                <a:cs typeface="Trebuchet MS"/>
              </a:rPr>
              <a:t>Generate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API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Token</a:t>
            </a:r>
            <a:endParaRPr sz="1800" dirty="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latin typeface="Trebuchet MS"/>
                <a:cs typeface="Trebuchet MS"/>
              </a:rPr>
              <a:t>Generate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175" dirty="0">
                <a:latin typeface="Trebuchet MS"/>
                <a:cs typeface="Trebuchet MS"/>
              </a:rPr>
              <a:t>CRUMB</a:t>
            </a:r>
            <a:endParaRPr sz="1800" dirty="0">
              <a:latin typeface="Trebuchet MS"/>
              <a:cs typeface="Trebuchet MS"/>
            </a:endParaRPr>
          </a:p>
          <a:p>
            <a:pPr marL="379095" marR="5080" indent="-367030">
              <a:lnSpc>
                <a:spcPct val="100699"/>
              </a:lnSpc>
              <a:buFont typeface="Arial MT"/>
              <a:buChar char="●"/>
              <a:tabLst>
                <a:tab pos="379095" algn="l"/>
              </a:tabLst>
            </a:pPr>
            <a:r>
              <a:rPr sz="1800" spc="120" dirty="0">
                <a:latin typeface="Trebuchet MS"/>
                <a:cs typeface="Trebuchet MS"/>
              </a:rPr>
              <a:t>Use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URL,API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Token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&amp;CRUMB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Curl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145" dirty="0">
                <a:latin typeface="Trebuchet MS"/>
                <a:cs typeface="Trebuchet MS"/>
              </a:rPr>
              <a:t>URL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execute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30" dirty="0">
                <a:latin typeface="Trebuchet MS"/>
                <a:cs typeface="Trebuchet MS"/>
              </a:rPr>
              <a:t>Job </a:t>
            </a:r>
            <a:r>
              <a:rPr sz="1800" spc="-10" dirty="0">
                <a:latin typeface="Trebuchet MS"/>
                <a:cs typeface="Trebuchet MS"/>
              </a:rPr>
              <a:t>Remotly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19681" y="226034"/>
            <a:ext cx="539750" cy="880110"/>
          </a:xfrm>
          <a:custGeom>
            <a:avLst/>
            <a:gdLst/>
            <a:ahLst/>
            <a:cxnLst/>
            <a:rect l="l" t="t" r="r" b="b"/>
            <a:pathLst>
              <a:path w="539750" h="880110">
                <a:moveTo>
                  <a:pt x="369430" y="326009"/>
                </a:moveTo>
                <a:lnTo>
                  <a:pt x="337502" y="352856"/>
                </a:lnTo>
                <a:lnTo>
                  <a:pt x="333629" y="355371"/>
                </a:lnTo>
                <a:lnTo>
                  <a:pt x="328561" y="356679"/>
                </a:lnTo>
                <a:lnTo>
                  <a:pt x="324688" y="355371"/>
                </a:lnTo>
                <a:lnTo>
                  <a:pt x="320865" y="352856"/>
                </a:lnTo>
                <a:lnTo>
                  <a:pt x="269722" y="309359"/>
                </a:lnTo>
                <a:lnTo>
                  <a:pt x="218579" y="352856"/>
                </a:lnTo>
                <a:lnTo>
                  <a:pt x="214757" y="355371"/>
                </a:lnTo>
                <a:lnTo>
                  <a:pt x="210947" y="356679"/>
                </a:lnTo>
                <a:lnTo>
                  <a:pt x="205816" y="355371"/>
                </a:lnTo>
                <a:lnTo>
                  <a:pt x="201993" y="352856"/>
                </a:lnTo>
                <a:lnTo>
                  <a:pt x="170014" y="326009"/>
                </a:lnTo>
                <a:lnTo>
                  <a:pt x="239052" y="645579"/>
                </a:lnTo>
                <a:lnTo>
                  <a:pt x="300393" y="645579"/>
                </a:lnTo>
                <a:lnTo>
                  <a:pt x="369430" y="326009"/>
                </a:lnTo>
                <a:close/>
              </a:path>
              <a:path w="539750" h="880110">
                <a:moveTo>
                  <a:pt x="377126" y="816902"/>
                </a:moveTo>
                <a:lnTo>
                  <a:pt x="162369" y="816902"/>
                </a:lnTo>
                <a:lnTo>
                  <a:pt x="162369" y="825855"/>
                </a:lnTo>
                <a:lnTo>
                  <a:pt x="260769" y="878243"/>
                </a:lnTo>
                <a:lnTo>
                  <a:pt x="269722" y="879551"/>
                </a:lnTo>
                <a:lnTo>
                  <a:pt x="278676" y="878243"/>
                </a:lnTo>
                <a:lnTo>
                  <a:pt x="359232" y="851446"/>
                </a:lnTo>
                <a:lnTo>
                  <a:pt x="377126" y="825855"/>
                </a:lnTo>
                <a:lnTo>
                  <a:pt x="377126" y="816902"/>
                </a:lnTo>
                <a:close/>
              </a:path>
              <a:path w="539750" h="880110">
                <a:moveTo>
                  <a:pt x="377126" y="744029"/>
                </a:moveTo>
                <a:lnTo>
                  <a:pt x="162369" y="744029"/>
                </a:lnTo>
                <a:lnTo>
                  <a:pt x="162369" y="791349"/>
                </a:lnTo>
                <a:lnTo>
                  <a:pt x="377126" y="791349"/>
                </a:lnTo>
                <a:lnTo>
                  <a:pt x="377126" y="744029"/>
                </a:lnTo>
                <a:close/>
              </a:path>
              <a:path w="539750" h="880110">
                <a:moveTo>
                  <a:pt x="377126" y="671169"/>
                </a:moveTo>
                <a:lnTo>
                  <a:pt x="162369" y="671169"/>
                </a:lnTo>
                <a:lnTo>
                  <a:pt x="162369" y="718489"/>
                </a:lnTo>
                <a:lnTo>
                  <a:pt x="377126" y="718489"/>
                </a:lnTo>
                <a:lnTo>
                  <a:pt x="377126" y="671169"/>
                </a:lnTo>
                <a:close/>
              </a:path>
              <a:path w="539750" h="880110">
                <a:moveTo>
                  <a:pt x="539445" y="269735"/>
                </a:moveTo>
                <a:lnTo>
                  <a:pt x="533057" y="214769"/>
                </a:lnTo>
                <a:lnTo>
                  <a:pt x="517715" y="164896"/>
                </a:lnTo>
                <a:lnTo>
                  <a:pt x="493433" y="118884"/>
                </a:lnTo>
                <a:lnTo>
                  <a:pt x="460197" y="79260"/>
                </a:lnTo>
                <a:lnTo>
                  <a:pt x="420573" y="46012"/>
                </a:lnTo>
                <a:lnTo>
                  <a:pt x="374561" y="21729"/>
                </a:lnTo>
                <a:lnTo>
                  <a:pt x="323430" y="5080"/>
                </a:lnTo>
                <a:lnTo>
                  <a:pt x="269722" y="0"/>
                </a:lnTo>
                <a:lnTo>
                  <a:pt x="241617" y="1257"/>
                </a:lnTo>
                <a:lnTo>
                  <a:pt x="189166" y="12776"/>
                </a:lnTo>
                <a:lnTo>
                  <a:pt x="141897" y="33248"/>
                </a:lnTo>
                <a:lnTo>
                  <a:pt x="98412" y="61353"/>
                </a:lnTo>
                <a:lnTo>
                  <a:pt x="62661" y="98412"/>
                </a:lnTo>
                <a:lnTo>
                  <a:pt x="33235" y="140601"/>
                </a:lnTo>
                <a:lnTo>
                  <a:pt x="12776" y="189179"/>
                </a:lnTo>
                <a:lnTo>
                  <a:pt x="2565" y="241630"/>
                </a:lnTo>
                <a:lnTo>
                  <a:pt x="0" y="269735"/>
                </a:lnTo>
                <a:lnTo>
                  <a:pt x="1257" y="283819"/>
                </a:lnTo>
                <a:lnTo>
                  <a:pt x="6388" y="324700"/>
                </a:lnTo>
                <a:lnTo>
                  <a:pt x="21729" y="373278"/>
                </a:lnTo>
                <a:lnTo>
                  <a:pt x="44754" y="416775"/>
                </a:lnTo>
                <a:lnTo>
                  <a:pt x="71602" y="457657"/>
                </a:lnTo>
                <a:lnTo>
                  <a:pt x="99720" y="498589"/>
                </a:lnTo>
                <a:lnTo>
                  <a:pt x="112483" y="520319"/>
                </a:lnTo>
                <a:lnTo>
                  <a:pt x="125260" y="542036"/>
                </a:lnTo>
                <a:lnTo>
                  <a:pt x="136779" y="565073"/>
                </a:lnTo>
                <a:lnTo>
                  <a:pt x="147027" y="590613"/>
                </a:lnTo>
                <a:lnTo>
                  <a:pt x="155930" y="617461"/>
                </a:lnTo>
                <a:lnTo>
                  <a:pt x="162369" y="645579"/>
                </a:lnTo>
                <a:lnTo>
                  <a:pt x="213448" y="645579"/>
                </a:lnTo>
                <a:lnTo>
                  <a:pt x="170014" y="444881"/>
                </a:lnTo>
                <a:lnTo>
                  <a:pt x="139331" y="295287"/>
                </a:lnTo>
                <a:lnTo>
                  <a:pt x="139331" y="288899"/>
                </a:lnTo>
                <a:lnTo>
                  <a:pt x="141897" y="283819"/>
                </a:lnTo>
                <a:lnTo>
                  <a:pt x="145719" y="281254"/>
                </a:lnTo>
                <a:lnTo>
                  <a:pt x="150850" y="279946"/>
                </a:lnTo>
                <a:lnTo>
                  <a:pt x="154673" y="279946"/>
                </a:lnTo>
                <a:lnTo>
                  <a:pt x="159804" y="282511"/>
                </a:lnTo>
                <a:lnTo>
                  <a:pt x="210947" y="327266"/>
                </a:lnTo>
                <a:lnTo>
                  <a:pt x="260769" y="282511"/>
                </a:lnTo>
                <a:lnTo>
                  <a:pt x="265899" y="279946"/>
                </a:lnTo>
                <a:lnTo>
                  <a:pt x="273545" y="279946"/>
                </a:lnTo>
                <a:lnTo>
                  <a:pt x="278676" y="282511"/>
                </a:lnTo>
                <a:lnTo>
                  <a:pt x="328561" y="327266"/>
                </a:lnTo>
                <a:lnTo>
                  <a:pt x="379641" y="282511"/>
                </a:lnTo>
                <a:lnTo>
                  <a:pt x="384771" y="279946"/>
                </a:lnTo>
                <a:lnTo>
                  <a:pt x="388594" y="279946"/>
                </a:lnTo>
                <a:lnTo>
                  <a:pt x="393725" y="281254"/>
                </a:lnTo>
                <a:lnTo>
                  <a:pt x="397548" y="283819"/>
                </a:lnTo>
                <a:lnTo>
                  <a:pt x="400113" y="288899"/>
                </a:lnTo>
                <a:lnTo>
                  <a:pt x="400113" y="295287"/>
                </a:lnTo>
                <a:lnTo>
                  <a:pt x="369430" y="444881"/>
                </a:lnTo>
                <a:lnTo>
                  <a:pt x="325996" y="645579"/>
                </a:lnTo>
                <a:lnTo>
                  <a:pt x="377126" y="645579"/>
                </a:lnTo>
                <a:lnTo>
                  <a:pt x="392468" y="590613"/>
                </a:lnTo>
                <a:lnTo>
                  <a:pt x="414185" y="542036"/>
                </a:lnTo>
                <a:lnTo>
                  <a:pt x="439724" y="498589"/>
                </a:lnTo>
                <a:lnTo>
                  <a:pt x="467893" y="457657"/>
                </a:lnTo>
                <a:lnTo>
                  <a:pt x="481914" y="437184"/>
                </a:lnTo>
                <a:lnTo>
                  <a:pt x="506209" y="396303"/>
                </a:lnTo>
                <a:lnTo>
                  <a:pt x="526669" y="350291"/>
                </a:lnTo>
                <a:lnTo>
                  <a:pt x="536930" y="297853"/>
                </a:lnTo>
                <a:lnTo>
                  <a:pt x="538187" y="283819"/>
                </a:lnTo>
                <a:lnTo>
                  <a:pt x="539445" y="269735"/>
                </a:lnTo>
                <a:close/>
              </a:path>
            </a:pathLst>
          </a:custGeom>
          <a:solidFill>
            <a:srgbClr val="FFB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351" y="628301"/>
            <a:ext cx="7797662" cy="636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Build</a:t>
            </a:r>
            <a:r>
              <a:rPr spc="-290" dirty="0"/>
              <a:t>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After</a:t>
            </a:r>
            <a:r>
              <a:rPr spc="-395" dirty="0">
                <a:solidFill>
                  <a:srgbClr val="FFFFFF"/>
                </a:solidFill>
              </a:rPr>
              <a:t> </a:t>
            </a:r>
            <a:r>
              <a:rPr spc="229" dirty="0"/>
              <a:t>a</a:t>
            </a:r>
            <a:r>
              <a:rPr spc="-409" dirty="0"/>
              <a:t> </a:t>
            </a:r>
            <a:r>
              <a:rPr spc="55" dirty="0"/>
              <a:t>Job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5549" y="2026031"/>
            <a:ext cx="2778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latin typeface="Trebuchet MS"/>
                <a:cs typeface="Trebuchet MS"/>
              </a:rPr>
              <a:t>Set</a:t>
            </a:r>
            <a:r>
              <a:rPr sz="1800" spc="8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as</a:t>
            </a:r>
            <a:r>
              <a:rPr sz="1800" spc="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downstream</a:t>
            </a:r>
            <a:r>
              <a:rPr sz="1800" spc="8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job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19681" y="226034"/>
            <a:ext cx="539750" cy="880110"/>
          </a:xfrm>
          <a:custGeom>
            <a:avLst/>
            <a:gdLst/>
            <a:ahLst/>
            <a:cxnLst/>
            <a:rect l="l" t="t" r="r" b="b"/>
            <a:pathLst>
              <a:path w="539750" h="880110">
                <a:moveTo>
                  <a:pt x="369430" y="326009"/>
                </a:moveTo>
                <a:lnTo>
                  <a:pt x="337502" y="352856"/>
                </a:lnTo>
                <a:lnTo>
                  <a:pt x="333629" y="355371"/>
                </a:lnTo>
                <a:lnTo>
                  <a:pt x="328561" y="356679"/>
                </a:lnTo>
                <a:lnTo>
                  <a:pt x="324688" y="355371"/>
                </a:lnTo>
                <a:lnTo>
                  <a:pt x="320865" y="352856"/>
                </a:lnTo>
                <a:lnTo>
                  <a:pt x="269722" y="309359"/>
                </a:lnTo>
                <a:lnTo>
                  <a:pt x="218579" y="352856"/>
                </a:lnTo>
                <a:lnTo>
                  <a:pt x="214757" y="355371"/>
                </a:lnTo>
                <a:lnTo>
                  <a:pt x="210947" y="356679"/>
                </a:lnTo>
                <a:lnTo>
                  <a:pt x="205816" y="355371"/>
                </a:lnTo>
                <a:lnTo>
                  <a:pt x="201993" y="352856"/>
                </a:lnTo>
                <a:lnTo>
                  <a:pt x="170014" y="326009"/>
                </a:lnTo>
                <a:lnTo>
                  <a:pt x="239052" y="645579"/>
                </a:lnTo>
                <a:lnTo>
                  <a:pt x="300393" y="645579"/>
                </a:lnTo>
                <a:lnTo>
                  <a:pt x="369430" y="326009"/>
                </a:lnTo>
                <a:close/>
              </a:path>
              <a:path w="539750" h="880110">
                <a:moveTo>
                  <a:pt x="377126" y="816902"/>
                </a:moveTo>
                <a:lnTo>
                  <a:pt x="162369" y="816902"/>
                </a:lnTo>
                <a:lnTo>
                  <a:pt x="162369" y="825855"/>
                </a:lnTo>
                <a:lnTo>
                  <a:pt x="260769" y="878243"/>
                </a:lnTo>
                <a:lnTo>
                  <a:pt x="269722" y="879551"/>
                </a:lnTo>
                <a:lnTo>
                  <a:pt x="278676" y="878243"/>
                </a:lnTo>
                <a:lnTo>
                  <a:pt x="359232" y="851446"/>
                </a:lnTo>
                <a:lnTo>
                  <a:pt x="377126" y="825855"/>
                </a:lnTo>
                <a:lnTo>
                  <a:pt x="377126" y="816902"/>
                </a:lnTo>
                <a:close/>
              </a:path>
              <a:path w="539750" h="880110">
                <a:moveTo>
                  <a:pt x="377126" y="744029"/>
                </a:moveTo>
                <a:lnTo>
                  <a:pt x="162369" y="744029"/>
                </a:lnTo>
                <a:lnTo>
                  <a:pt x="162369" y="791349"/>
                </a:lnTo>
                <a:lnTo>
                  <a:pt x="377126" y="791349"/>
                </a:lnTo>
                <a:lnTo>
                  <a:pt x="377126" y="744029"/>
                </a:lnTo>
                <a:close/>
              </a:path>
              <a:path w="539750" h="880110">
                <a:moveTo>
                  <a:pt x="377126" y="671169"/>
                </a:moveTo>
                <a:lnTo>
                  <a:pt x="162369" y="671169"/>
                </a:lnTo>
                <a:lnTo>
                  <a:pt x="162369" y="718489"/>
                </a:lnTo>
                <a:lnTo>
                  <a:pt x="377126" y="718489"/>
                </a:lnTo>
                <a:lnTo>
                  <a:pt x="377126" y="671169"/>
                </a:lnTo>
                <a:close/>
              </a:path>
              <a:path w="539750" h="880110">
                <a:moveTo>
                  <a:pt x="539445" y="269735"/>
                </a:moveTo>
                <a:lnTo>
                  <a:pt x="533057" y="214769"/>
                </a:lnTo>
                <a:lnTo>
                  <a:pt x="517715" y="164896"/>
                </a:lnTo>
                <a:lnTo>
                  <a:pt x="493433" y="118884"/>
                </a:lnTo>
                <a:lnTo>
                  <a:pt x="460197" y="79260"/>
                </a:lnTo>
                <a:lnTo>
                  <a:pt x="420573" y="46012"/>
                </a:lnTo>
                <a:lnTo>
                  <a:pt x="374561" y="21729"/>
                </a:lnTo>
                <a:lnTo>
                  <a:pt x="323430" y="5080"/>
                </a:lnTo>
                <a:lnTo>
                  <a:pt x="269722" y="0"/>
                </a:lnTo>
                <a:lnTo>
                  <a:pt x="241617" y="1257"/>
                </a:lnTo>
                <a:lnTo>
                  <a:pt x="189166" y="12776"/>
                </a:lnTo>
                <a:lnTo>
                  <a:pt x="141897" y="33248"/>
                </a:lnTo>
                <a:lnTo>
                  <a:pt x="98412" y="61353"/>
                </a:lnTo>
                <a:lnTo>
                  <a:pt x="62661" y="98412"/>
                </a:lnTo>
                <a:lnTo>
                  <a:pt x="33235" y="140601"/>
                </a:lnTo>
                <a:lnTo>
                  <a:pt x="12776" y="189179"/>
                </a:lnTo>
                <a:lnTo>
                  <a:pt x="2565" y="241630"/>
                </a:lnTo>
                <a:lnTo>
                  <a:pt x="0" y="269735"/>
                </a:lnTo>
                <a:lnTo>
                  <a:pt x="1257" y="283819"/>
                </a:lnTo>
                <a:lnTo>
                  <a:pt x="6388" y="324700"/>
                </a:lnTo>
                <a:lnTo>
                  <a:pt x="21729" y="373278"/>
                </a:lnTo>
                <a:lnTo>
                  <a:pt x="44754" y="416775"/>
                </a:lnTo>
                <a:lnTo>
                  <a:pt x="71602" y="457657"/>
                </a:lnTo>
                <a:lnTo>
                  <a:pt x="99720" y="498589"/>
                </a:lnTo>
                <a:lnTo>
                  <a:pt x="112483" y="520319"/>
                </a:lnTo>
                <a:lnTo>
                  <a:pt x="125260" y="542036"/>
                </a:lnTo>
                <a:lnTo>
                  <a:pt x="136779" y="565073"/>
                </a:lnTo>
                <a:lnTo>
                  <a:pt x="147027" y="590613"/>
                </a:lnTo>
                <a:lnTo>
                  <a:pt x="155930" y="617461"/>
                </a:lnTo>
                <a:lnTo>
                  <a:pt x="162369" y="645579"/>
                </a:lnTo>
                <a:lnTo>
                  <a:pt x="213448" y="645579"/>
                </a:lnTo>
                <a:lnTo>
                  <a:pt x="170014" y="444881"/>
                </a:lnTo>
                <a:lnTo>
                  <a:pt x="139331" y="295287"/>
                </a:lnTo>
                <a:lnTo>
                  <a:pt x="139331" y="288899"/>
                </a:lnTo>
                <a:lnTo>
                  <a:pt x="141897" y="283819"/>
                </a:lnTo>
                <a:lnTo>
                  <a:pt x="145719" y="281254"/>
                </a:lnTo>
                <a:lnTo>
                  <a:pt x="150850" y="279946"/>
                </a:lnTo>
                <a:lnTo>
                  <a:pt x="154673" y="279946"/>
                </a:lnTo>
                <a:lnTo>
                  <a:pt x="159804" y="282511"/>
                </a:lnTo>
                <a:lnTo>
                  <a:pt x="210947" y="327266"/>
                </a:lnTo>
                <a:lnTo>
                  <a:pt x="260769" y="282511"/>
                </a:lnTo>
                <a:lnTo>
                  <a:pt x="265899" y="279946"/>
                </a:lnTo>
                <a:lnTo>
                  <a:pt x="273545" y="279946"/>
                </a:lnTo>
                <a:lnTo>
                  <a:pt x="278676" y="282511"/>
                </a:lnTo>
                <a:lnTo>
                  <a:pt x="328561" y="327266"/>
                </a:lnTo>
                <a:lnTo>
                  <a:pt x="379641" y="282511"/>
                </a:lnTo>
                <a:lnTo>
                  <a:pt x="384771" y="279946"/>
                </a:lnTo>
                <a:lnTo>
                  <a:pt x="388594" y="279946"/>
                </a:lnTo>
                <a:lnTo>
                  <a:pt x="393725" y="281254"/>
                </a:lnTo>
                <a:lnTo>
                  <a:pt x="397548" y="283819"/>
                </a:lnTo>
                <a:lnTo>
                  <a:pt x="400113" y="288899"/>
                </a:lnTo>
                <a:lnTo>
                  <a:pt x="400113" y="295287"/>
                </a:lnTo>
                <a:lnTo>
                  <a:pt x="369430" y="444881"/>
                </a:lnTo>
                <a:lnTo>
                  <a:pt x="325996" y="645579"/>
                </a:lnTo>
                <a:lnTo>
                  <a:pt x="377126" y="645579"/>
                </a:lnTo>
                <a:lnTo>
                  <a:pt x="392468" y="590613"/>
                </a:lnTo>
                <a:lnTo>
                  <a:pt x="414185" y="542036"/>
                </a:lnTo>
                <a:lnTo>
                  <a:pt x="439724" y="498589"/>
                </a:lnTo>
                <a:lnTo>
                  <a:pt x="467893" y="457657"/>
                </a:lnTo>
                <a:lnTo>
                  <a:pt x="481914" y="437184"/>
                </a:lnTo>
                <a:lnTo>
                  <a:pt x="506209" y="396303"/>
                </a:lnTo>
                <a:lnTo>
                  <a:pt x="526669" y="350291"/>
                </a:lnTo>
                <a:lnTo>
                  <a:pt x="536930" y="297853"/>
                </a:lnTo>
                <a:lnTo>
                  <a:pt x="538187" y="283819"/>
                </a:lnTo>
                <a:lnTo>
                  <a:pt x="539445" y="269735"/>
                </a:lnTo>
                <a:close/>
              </a:path>
            </a:pathLst>
          </a:custGeom>
          <a:solidFill>
            <a:srgbClr val="FFB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351" y="628301"/>
            <a:ext cx="7797662" cy="636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Build</a:t>
            </a:r>
            <a:r>
              <a:rPr spc="-320" dirty="0"/>
              <a:t> </a:t>
            </a:r>
            <a:r>
              <a:rPr spc="9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Periodically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5549" y="1947925"/>
            <a:ext cx="4985385" cy="197231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7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latin typeface="Trebuchet MS"/>
                <a:cs typeface="Trebuchet MS"/>
              </a:rPr>
              <a:t>Set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Cronjob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format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schedule</a:t>
            </a:r>
            <a:endParaRPr sz="1800" dirty="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6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latin typeface="Trebuchet MS"/>
                <a:cs typeface="Trebuchet MS"/>
              </a:rPr>
              <a:t>Job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get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execute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at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specified</a:t>
            </a:r>
            <a:r>
              <a:rPr sz="1800" spc="-20" dirty="0">
                <a:latin typeface="Trebuchet MS"/>
                <a:cs typeface="Trebuchet MS"/>
              </a:rPr>
              <a:t> time</a:t>
            </a:r>
            <a:endParaRPr sz="1800" dirty="0">
              <a:latin typeface="Trebuchet MS"/>
              <a:cs typeface="Trebuchet MS"/>
            </a:endParaRPr>
          </a:p>
          <a:p>
            <a:pPr marL="379095" marR="5080" indent="-367030">
              <a:lnSpc>
                <a:spcPct val="100699"/>
              </a:lnSpc>
              <a:spcBef>
                <a:spcPts val="6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120" dirty="0">
                <a:latin typeface="Trebuchet MS"/>
                <a:cs typeface="Trebuchet MS"/>
              </a:rPr>
              <a:t>OR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Periodically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execution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like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every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15</a:t>
            </a:r>
            <a:r>
              <a:rPr sz="1800" spc="40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mins </a:t>
            </a:r>
            <a:r>
              <a:rPr sz="1800" dirty="0">
                <a:latin typeface="Trebuchet MS"/>
                <a:cs typeface="Trebuchet MS"/>
              </a:rPr>
              <a:t>Cron</a:t>
            </a:r>
            <a:r>
              <a:rPr sz="1800" spc="9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Format</a:t>
            </a:r>
            <a:endParaRPr sz="1800" dirty="0">
              <a:latin typeface="Trebuchet MS"/>
              <a:cs typeface="Trebuchet MS"/>
            </a:endParaRPr>
          </a:p>
          <a:p>
            <a:pPr marR="407034" algn="ctr">
              <a:lnSpc>
                <a:spcPct val="100000"/>
              </a:lnSpc>
              <a:spcBef>
                <a:spcPts val="15"/>
              </a:spcBef>
            </a:pPr>
            <a:r>
              <a:rPr sz="1800" spc="60" dirty="0">
                <a:latin typeface="Trebuchet MS"/>
                <a:cs typeface="Trebuchet MS"/>
              </a:rPr>
              <a:t>Min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Hour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200" dirty="0">
                <a:latin typeface="Trebuchet MS"/>
                <a:cs typeface="Trebuchet MS"/>
              </a:rPr>
              <a:t>DOM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60" dirty="0">
                <a:latin typeface="Trebuchet MS"/>
                <a:cs typeface="Trebuchet MS"/>
              </a:rPr>
              <a:t>Month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175" dirty="0">
                <a:latin typeface="Trebuchet MS"/>
                <a:cs typeface="Trebuchet MS"/>
              </a:rPr>
              <a:t>DOW</a:t>
            </a:r>
            <a:endParaRPr sz="1800" dirty="0">
              <a:latin typeface="Trebuchet MS"/>
              <a:cs typeface="Trebuchet MS"/>
            </a:endParaRPr>
          </a:p>
          <a:p>
            <a:pPr marL="379095">
              <a:lnSpc>
                <a:spcPct val="100000"/>
              </a:lnSpc>
              <a:spcBef>
                <a:spcPts val="1215"/>
              </a:spcBef>
            </a:pPr>
            <a:r>
              <a:rPr sz="1200" dirty="0">
                <a:latin typeface="Trebuchet MS"/>
                <a:cs typeface="Trebuchet MS"/>
              </a:rPr>
              <a:t>Min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spc="-114" dirty="0">
                <a:latin typeface="Trebuchet MS"/>
                <a:cs typeface="Trebuchet MS"/>
              </a:rPr>
              <a:t>=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0-59,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hour</a:t>
            </a:r>
            <a:r>
              <a:rPr sz="1200" spc="-40" dirty="0">
                <a:latin typeface="Trebuchet MS"/>
                <a:cs typeface="Trebuchet MS"/>
              </a:rPr>
              <a:t> </a:t>
            </a:r>
            <a:r>
              <a:rPr sz="1200" spc="-114" dirty="0">
                <a:latin typeface="Trebuchet MS"/>
                <a:cs typeface="Trebuchet MS"/>
              </a:rPr>
              <a:t>=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spc="105" dirty="0">
                <a:latin typeface="Trebuchet MS"/>
                <a:cs typeface="Trebuchet MS"/>
              </a:rPr>
              <a:t>0</a:t>
            </a:r>
            <a:r>
              <a:rPr sz="1200" spc="-5" dirty="0">
                <a:latin typeface="Trebuchet MS"/>
                <a:cs typeface="Trebuchet MS"/>
              </a:rPr>
              <a:t> </a:t>
            </a:r>
            <a:r>
              <a:rPr sz="1200" spc="65" dirty="0">
                <a:latin typeface="Trebuchet MS"/>
                <a:cs typeface="Trebuchet MS"/>
              </a:rPr>
              <a:t>-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spc="-65" dirty="0">
                <a:latin typeface="Trebuchet MS"/>
                <a:cs typeface="Trebuchet MS"/>
              </a:rPr>
              <a:t>23,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spc="135" dirty="0">
                <a:latin typeface="Trebuchet MS"/>
                <a:cs typeface="Trebuchet MS"/>
              </a:rPr>
              <a:t>DOM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spc="-114" dirty="0">
                <a:latin typeface="Trebuchet MS"/>
                <a:cs typeface="Trebuchet MS"/>
              </a:rPr>
              <a:t>=</a:t>
            </a:r>
            <a:r>
              <a:rPr sz="1200" spc="-5" dirty="0">
                <a:latin typeface="Trebuchet MS"/>
                <a:cs typeface="Trebuchet MS"/>
              </a:rPr>
              <a:t> </a:t>
            </a:r>
            <a:r>
              <a:rPr sz="1200" spc="-75" dirty="0">
                <a:latin typeface="Trebuchet MS"/>
                <a:cs typeface="Trebuchet MS"/>
              </a:rPr>
              <a:t>1-</a:t>
            </a:r>
            <a:r>
              <a:rPr sz="1200" spc="-105" dirty="0">
                <a:latin typeface="Trebuchet MS"/>
                <a:cs typeface="Trebuchet MS"/>
              </a:rPr>
              <a:t>31,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Month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spc="-114" dirty="0">
                <a:latin typeface="Trebuchet MS"/>
                <a:cs typeface="Trebuchet MS"/>
              </a:rPr>
              <a:t>=</a:t>
            </a:r>
            <a:r>
              <a:rPr sz="1200" spc="-5" dirty="0">
                <a:latin typeface="Trebuchet MS"/>
                <a:cs typeface="Trebuchet MS"/>
              </a:rPr>
              <a:t> </a:t>
            </a:r>
            <a:r>
              <a:rPr sz="1200" spc="-60" dirty="0">
                <a:latin typeface="Trebuchet MS"/>
                <a:cs typeface="Trebuchet MS"/>
              </a:rPr>
              <a:t>1-</a:t>
            </a:r>
            <a:r>
              <a:rPr sz="1200" spc="-110" dirty="0">
                <a:latin typeface="Trebuchet MS"/>
                <a:cs typeface="Trebuchet MS"/>
              </a:rPr>
              <a:t>12,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spc="130" dirty="0">
                <a:latin typeface="Trebuchet MS"/>
                <a:cs typeface="Trebuchet MS"/>
              </a:rPr>
              <a:t>DOW</a:t>
            </a:r>
            <a:r>
              <a:rPr sz="1200" spc="-55" dirty="0">
                <a:latin typeface="Trebuchet MS"/>
                <a:cs typeface="Trebuchet MS"/>
              </a:rPr>
              <a:t> </a:t>
            </a:r>
            <a:r>
              <a:rPr sz="1200" spc="-114" dirty="0">
                <a:latin typeface="Trebuchet MS"/>
                <a:cs typeface="Trebuchet MS"/>
              </a:rPr>
              <a:t>=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spc="60" dirty="0">
                <a:latin typeface="Trebuchet MS"/>
                <a:cs typeface="Trebuchet MS"/>
              </a:rPr>
              <a:t>0-</a:t>
            </a:r>
            <a:r>
              <a:rPr sz="1200" spc="-50" dirty="0">
                <a:latin typeface="Trebuchet MS"/>
                <a:cs typeface="Trebuchet MS"/>
              </a:rPr>
              <a:t>7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19681" y="226034"/>
            <a:ext cx="539750" cy="880110"/>
          </a:xfrm>
          <a:custGeom>
            <a:avLst/>
            <a:gdLst/>
            <a:ahLst/>
            <a:cxnLst/>
            <a:rect l="l" t="t" r="r" b="b"/>
            <a:pathLst>
              <a:path w="539750" h="880110">
                <a:moveTo>
                  <a:pt x="369430" y="326009"/>
                </a:moveTo>
                <a:lnTo>
                  <a:pt x="337502" y="352856"/>
                </a:lnTo>
                <a:lnTo>
                  <a:pt x="333629" y="355371"/>
                </a:lnTo>
                <a:lnTo>
                  <a:pt x="328561" y="356679"/>
                </a:lnTo>
                <a:lnTo>
                  <a:pt x="324688" y="355371"/>
                </a:lnTo>
                <a:lnTo>
                  <a:pt x="320865" y="352856"/>
                </a:lnTo>
                <a:lnTo>
                  <a:pt x="269722" y="309359"/>
                </a:lnTo>
                <a:lnTo>
                  <a:pt x="218579" y="352856"/>
                </a:lnTo>
                <a:lnTo>
                  <a:pt x="214757" y="355371"/>
                </a:lnTo>
                <a:lnTo>
                  <a:pt x="210947" y="356679"/>
                </a:lnTo>
                <a:lnTo>
                  <a:pt x="205816" y="355371"/>
                </a:lnTo>
                <a:lnTo>
                  <a:pt x="201993" y="352856"/>
                </a:lnTo>
                <a:lnTo>
                  <a:pt x="170014" y="326009"/>
                </a:lnTo>
                <a:lnTo>
                  <a:pt x="239052" y="645579"/>
                </a:lnTo>
                <a:lnTo>
                  <a:pt x="300393" y="645579"/>
                </a:lnTo>
                <a:lnTo>
                  <a:pt x="369430" y="326009"/>
                </a:lnTo>
                <a:close/>
              </a:path>
              <a:path w="539750" h="880110">
                <a:moveTo>
                  <a:pt x="377126" y="816902"/>
                </a:moveTo>
                <a:lnTo>
                  <a:pt x="162369" y="816902"/>
                </a:lnTo>
                <a:lnTo>
                  <a:pt x="162369" y="825855"/>
                </a:lnTo>
                <a:lnTo>
                  <a:pt x="260769" y="878243"/>
                </a:lnTo>
                <a:lnTo>
                  <a:pt x="269722" y="879551"/>
                </a:lnTo>
                <a:lnTo>
                  <a:pt x="278676" y="878243"/>
                </a:lnTo>
                <a:lnTo>
                  <a:pt x="359232" y="851446"/>
                </a:lnTo>
                <a:lnTo>
                  <a:pt x="377126" y="825855"/>
                </a:lnTo>
                <a:lnTo>
                  <a:pt x="377126" y="816902"/>
                </a:lnTo>
                <a:close/>
              </a:path>
              <a:path w="539750" h="880110">
                <a:moveTo>
                  <a:pt x="377126" y="744029"/>
                </a:moveTo>
                <a:lnTo>
                  <a:pt x="162369" y="744029"/>
                </a:lnTo>
                <a:lnTo>
                  <a:pt x="162369" y="791349"/>
                </a:lnTo>
                <a:lnTo>
                  <a:pt x="377126" y="791349"/>
                </a:lnTo>
                <a:lnTo>
                  <a:pt x="377126" y="744029"/>
                </a:lnTo>
                <a:close/>
              </a:path>
              <a:path w="539750" h="880110">
                <a:moveTo>
                  <a:pt x="377126" y="671169"/>
                </a:moveTo>
                <a:lnTo>
                  <a:pt x="162369" y="671169"/>
                </a:lnTo>
                <a:lnTo>
                  <a:pt x="162369" y="718489"/>
                </a:lnTo>
                <a:lnTo>
                  <a:pt x="377126" y="718489"/>
                </a:lnTo>
                <a:lnTo>
                  <a:pt x="377126" y="671169"/>
                </a:lnTo>
                <a:close/>
              </a:path>
              <a:path w="539750" h="880110">
                <a:moveTo>
                  <a:pt x="539445" y="269735"/>
                </a:moveTo>
                <a:lnTo>
                  <a:pt x="533057" y="214769"/>
                </a:lnTo>
                <a:lnTo>
                  <a:pt x="517715" y="164896"/>
                </a:lnTo>
                <a:lnTo>
                  <a:pt x="493433" y="118884"/>
                </a:lnTo>
                <a:lnTo>
                  <a:pt x="460197" y="79260"/>
                </a:lnTo>
                <a:lnTo>
                  <a:pt x="420573" y="46012"/>
                </a:lnTo>
                <a:lnTo>
                  <a:pt x="374561" y="21729"/>
                </a:lnTo>
                <a:lnTo>
                  <a:pt x="323430" y="5080"/>
                </a:lnTo>
                <a:lnTo>
                  <a:pt x="269722" y="0"/>
                </a:lnTo>
                <a:lnTo>
                  <a:pt x="241617" y="1257"/>
                </a:lnTo>
                <a:lnTo>
                  <a:pt x="189166" y="12776"/>
                </a:lnTo>
                <a:lnTo>
                  <a:pt x="141897" y="33248"/>
                </a:lnTo>
                <a:lnTo>
                  <a:pt x="98412" y="61353"/>
                </a:lnTo>
                <a:lnTo>
                  <a:pt x="62661" y="98412"/>
                </a:lnTo>
                <a:lnTo>
                  <a:pt x="33235" y="140601"/>
                </a:lnTo>
                <a:lnTo>
                  <a:pt x="12776" y="189179"/>
                </a:lnTo>
                <a:lnTo>
                  <a:pt x="2565" y="241630"/>
                </a:lnTo>
                <a:lnTo>
                  <a:pt x="0" y="269735"/>
                </a:lnTo>
                <a:lnTo>
                  <a:pt x="1257" y="283819"/>
                </a:lnTo>
                <a:lnTo>
                  <a:pt x="6388" y="324700"/>
                </a:lnTo>
                <a:lnTo>
                  <a:pt x="21729" y="373278"/>
                </a:lnTo>
                <a:lnTo>
                  <a:pt x="44754" y="416775"/>
                </a:lnTo>
                <a:lnTo>
                  <a:pt x="71602" y="457657"/>
                </a:lnTo>
                <a:lnTo>
                  <a:pt x="99720" y="498589"/>
                </a:lnTo>
                <a:lnTo>
                  <a:pt x="112483" y="520319"/>
                </a:lnTo>
                <a:lnTo>
                  <a:pt x="125260" y="542036"/>
                </a:lnTo>
                <a:lnTo>
                  <a:pt x="136779" y="565073"/>
                </a:lnTo>
                <a:lnTo>
                  <a:pt x="147027" y="590613"/>
                </a:lnTo>
                <a:lnTo>
                  <a:pt x="155930" y="617461"/>
                </a:lnTo>
                <a:lnTo>
                  <a:pt x="162369" y="645579"/>
                </a:lnTo>
                <a:lnTo>
                  <a:pt x="213448" y="645579"/>
                </a:lnTo>
                <a:lnTo>
                  <a:pt x="170014" y="444881"/>
                </a:lnTo>
                <a:lnTo>
                  <a:pt x="139331" y="295287"/>
                </a:lnTo>
                <a:lnTo>
                  <a:pt x="139331" y="288899"/>
                </a:lnTo>
                <a:lnTo>
                  <a:pt x="141897" y="283819"/>
                </a:lnTo>
                <a:lnTo>
                  <a:pt x="145719" y="281254"/>
                </a:lnTo>
                <a:lnTo>
                  <a:pt x="150850" y="279946"/>
                </a:lnTo>
                <a:lnTo>
                  <a:pt x="154673" y="279946"/>
                </a:lnTo>
                <a:lnTo>
                  <a:pt x="159804" y="282511"/>
                </a:lnTo>
                <a:lnTo>
                  <a:pt x="210947" y="327266"/>
                </a:lnTo>
                <a:lnTo>
                  <a:pt x="260769" y="282511"/>
                </a:lnTo>
                <a:lnTo>
                  <a:pt x="265899" y="279946"/>
                </a:lnTo>
                <a:lnTo>
                  <a:pt x="273545" y="279946"/>
                </a:lnTo>
                <a:lnTo>
                  <a:pt x="278676" y="282511"/>
                </a:lnTo>
                <a:lnTo>
                  <a:pt x="328561" y="327266"/>
                </a:lnTo>
                <a:lnTo>
                  <a:pt x="379641" y="282511"/>
                </a:lnTo>
                <a:lnTo>
                  <a:pt x="384771" y="279946"/>
                </a:lnTo>
                <a:lnTo>
                  <a:pt x="388594" y="279946"/>
                </a:lnTo>
                <a:lnTo>
                  <a:pt x="393725" y="281254"/>
                </a:lnTo>
                <a:lnTo>
                  <a:pt x="397548" y="283819"/>
                </a:lnTo>
                <a:lnTo>
                  <a:pt x="400113" y="288899"/>
                </a:lnTo>
                <a:lnTo>
                  <a:pt x="400113" y="295287"/>
                </a:lnTo>
                <a:lnTo>
                  <a:pt x="369430" y="444881"/>
                </a:lnTo>
                <a:lnTo>
                  <a:pt x="325996" y="645579"/>
                </a:lnTo>
                <a:lnTo>
                  <a:pt x="377126" y="645579"/>
                </a:lnTo>
                <a:lnTo>
                  <a:pt x="392468" y="590613"/>
                </a:lnTo>
                <a:lnTo>
                  <a:pt x="414185" y="542036"/>
                </a:lnTo>
                <a:lnTo>
                  <a:pt x="439724" y="498589"/>
                </a:lnTo>
                <a:lnTo>
                  <a:pt x="467893" y="457657"/>
                </a:lnTo>
                <a:lnTo>
                  <a:pt x="481914" y="437184"/>
                </a:lnTo>
                <a:lnTo>
                  <a:pt x="506209" y="396303"/>
                </a:lnTo>
                <a:lnTo>
                  <a:pt x="526669" y="350291"/>
                </a:lnTo>
                <a:lnTo>
                  <a:pt x="536930" y="297853"/>
                </a:lnTo>
                <a:lnTo>
                  <a:pt x="538187" y="283819"/>
                </a:lnTo>
                <a:lnTo>
                  <a:pt x="539445" y="269735"/>
                </a:lnTo>
                <a:close/>
              </a:path>
            </a:pathLst>
          </a:custGeom>
          <a:solidFill>
            <a:srgbClr val="FFB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351" y="628301"/>
            <a:ext cx="7797662" cy="636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Poll</a:t>
            </a:r>
            <a:r>
              <a:rPr spc="-445" dirty="0">
                <a:solidFill>
                  <a:srgbClr val="FFFFFF"/>
                </a:solidFill>
              </a:rPr>
              <a:t> </a:t>
            </a:r>
            <a:r>
              <a:rPr spc="420" dirty="0"/>
              <a:t>SCM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5549" y="1947927"/>
            <a:ext cx="4370705" cy="73025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7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latin typeface="Trebuchet MS"/>
                <a:cs typeface="Trebuchet MS"/>
              </a:rPr>
              <a:t>Cronjob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130" dirty="0">
                <a:latin typeface="Trebuchet MS"/>
                <a:cs typeface="Trebuchet MS"/>
              </a:rPr>
              <a:t>POLL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220" dirty="0">
                <a:latin typeface="Trebuchet MS"/>
                <a:cs typeface="Trebuchet MS"/>
              </a:rPr>
              <a:t>SCM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like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Github</a:t>
            </a:r>
            <a:endParaRPr sz="1800" dirty="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6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latin typeface="Trebuchet MS"/>
                <a:cs typeface="Trebuchet MS"/>
              </a:rPr>
              <a:t>Execute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Job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60" dirty="0">
                <a:latin typeface="Trebuchet MS"/>
                <a:cs typeface="Trebuchet MS"/>
              </a:rPr>
              <a:t>when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spc="60" dirty="0">
                <a:latin typeface="Trebuchet MS"/>
                <a:cs typeface="Trebuchet MS"/>
              </a:rPr>
              <a:t>new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commit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found.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19681" y="226034"/>
            <a:ext cx="539750" cy="880110"/>
          </a:xfrm>
          <a:custGeom>
            <a:avLst/>
            <a:gdLst/>
            <a:ahLst/>
            <a:cxnLst/>
            <a:rect l="l" t="t" r="r" b="b"/>
            <a:pathLst>
              <a:path w="539750" h="880110">
                <a:moveTo>
                  <a:pt x="369430" y="326009"/>
                </a:moveTo>
                <a:lnTo>
                  <a:pt x="337502" y="352856"/>
                </a:lnTo>
                <a:lnTo>
                  <a:pt x="333629" y="355371"/>
                </a:lnTo>
                <a:lnTo>
                  <a:pt x="328561" y="356679"/>
                </a:lnTo>
                <a:lnTo>
                  <a:pt x="324688" y="355371"/>
                </a:lnTo>
                <a:lnTo>
                  <a:pt x="320865" y="352856"/>
                </a:lnTo>
                <a:lnTo>
                  <a:pt x="269722" y="309359"/>
                </a:lnTo>
                <a:lnTo>
                  <a:pt x="218579" y="352856"/>
                </a:lnTo>
                <a:lnTo>
                  <a:pt x="214757" y="355371"/>
                </a:lnTo>
                <a:lnTo>
                  <a:pt x="210947" y="356679"/>
                </a:lnTo>
                <a:lnTo>
                  <a:pt x="205816" y="355371"/>
                </a:lnTo>
                <a:lnTo>
                  <a:pt x="201993" y="352856"/>
                </a:lnTo>
                <a:lnTo>
                  <a:pt x="170014" y="326009"/>
                </a:lnTo>
                <a:lnTo>
                  <a:pt x="239052" y="645579"/>
                </a:lnTo>
                <a:lnTo>
                  <a:pt x="300393" y="645579"/>
                </a:lnTo>
                <a:lnTo>
                  <a:pt x="369430" y="326009"/>
                </a:lnTo>
                <a:close/>
              </a:path>
              <a:path w="539750" h="880110">
                <a:moveTo>
                  <a:pt x="377126" y="816902"/>
                </a:moveTo>
                <a:lnTo>
                  <a:pt x="162369" y="816902"/>
                </a:lnTo>
                <a:lnTo>
                  <a:pt x="162369" y="825855"/>
                </a:lnTo>
                <a:lnTo>
                  <a:pt x="260769" y="878243"/>
                </a:lnTo>
                <a:lnTo>
                  <a:pt x="269722" y="879551"/>
                </a:lnTo>
                <a:lnTo>
                  <a:pt x="278676" y="878243"/>
                </a:lnTo>
                <a:lnTo>
                  <a:pt x="359232" y="851446"/>
                </a:lnTo>
                <a:lnTo>
                  <a:pt x="377126" y="825855"/>
                </a:lnTo>
                <a:lnTo>
                  <a:pt x="377126" y="816902"/>
                </a:lnTo>
                <a:close/>
              </a:path>
              <a:path w="539750" h="880110">
                <a:moveTo>
                  <a:pt x="377126" y="744029"/>
                </a:moveTo>
                <a:lnTo>
                  <a:pt x="162369" y="744029"/>
                </a:lnTo>
                <a:lnTo>
                  <a:pt x="162369" y="791349"/>
                </a:lnTo>
                <a:lnTo>
                  <a:pt x="377126" y="791349"/>
                </a:lnTo>
                <a:lnTo>
                  <a:pt x="377126" y="744029"/>
                </a:lnTo>
                <a:close/>
              </a:path>
              <a:path w="539750" h="880110">
                <a:moveTo>
                  <a:pt x="377126" y="671169"/>
                </a:moveTo>
                <a:lnTo>
                  <a:pt x="162369" y="671169"/>
                </a:lnTo>
                <a:lnTo>
                  <a:pt x="162369" y="718489"/>
                </a:lnTo>
                <a:lnTo>
                  <a:pt x="377126" y="718489"/>
                </a:lnTo>
                <a:lnTo>
                  <a:pt x="377126" y="671169"/>
                </a:lnTo>
                <a:close/>
              </a:path>
              <a:path w="539750" h="880110">
                <a:moveTo>
                  <a:pt x="539445" y="269735"/>
                </a:moveTo>
                <a:lnTo>
                  <a:pt x="533057" y="214769"/>
                </a:lnTo>
                <a:lnTo>
                  <a:pt x="517715" y="164896"/>
                </a:lnTo>
                <a:lnTo>
                  <a:pt x="493433" y="118884"/>
                </a:lnTo>
                <a:lnTo>
                  <a:pt x="460197" y="79260"/>
                </a:lnTo>
                <a:lnTo>
                  <a:pt x="420573" y="46012"/>
                </a:lnTo>
                <a:lnTo>
                  <a:pt x="374561" y="21729"/>
                </a:lnTo>
                <a:lnTo>
                  <a:pt x="323430" y="5080"/>
                </a:lnTo>
                <a:lnTo>
                  <a:pt x="269722" y="0"/>
                </a:lnTo>
                <a:lnTo>
                  <a:pt x="241617" y="1257"/>
                </a:lnTo>
                <a:lnTo>
                  <a:pt x="189166" y="12776"/>
                </a:lnTo>
                <a:lnTo>
                  <a:pt x="141897" y="33248"/>
                </a:lnTo>
                <a:lnTo>
                  <a:pt x="98412" y="61353"/>
                </a:lnTo>
                <a:lnTo>
                  <a:pt x="62661" y="98412"/>
                </a:lnTo>
                <a:lnTo>
                  <a:pt x="33235" y="140601"/>
                </a:lnTo>
                <a:lnTo>
                  <a:pt x="12776" y="189179"/>
                </a:lnTo>
                <a:lnTo>
                  <a:pt x="2565" y="241630"/>
                </a:lnTo>
                <a:lnTo>
                  <a:pt x="0" y="269735"/>
                </a:lnTo>
                <a:lnTo>
                  <a:pt x="1257" y="283819"/>
                </a:lnTo>
                <a:lnTo>
                  <a:pt x="6388" y="324700"/>
                </a:lnTo>
                <a:lnTo>
                  <a:pt x="21729" y="373278"/>
                </a:lnTo>
                <a:lnTo>
                  <a:pt x="44754" y="416775"/>
                </a:lnTo>
                <a:lnTo>
                  <a:pt x="71602" y="457657"/>
                </a:lnTo>
                <a:lnTo>
                  <a:pt x="99720" y="498589"/>
                </a:lnTo>
                <a:lnTo>
                  <a:pt x="112483" y="520319"/>
                </a:lnTo>
                <a:lnTo>
                  <a:pt x="125260" y="542036"/>
                </a:lnTo>
                <a:lnTo>
                  <a:pt x="136779" y="565073"/>
                </a:lnTo>
                <a:lnTo>
                  <a:pt x="147027" y="590613"/>
                </a:lnTo>
                <a:lnTo>
                  <a:pt x="155930" y="617461"/>
                </a:lnTo>
                <a:lnTo>
                  <a:pt x="162369" y="645579"/>
                </a:lnTo>
                <a:lnTo>
                  <a:pt x="213448" y="645579"/>
                </a:lnTo>
                <a:lnTo>
                  <a:pt x="170014" y="444881"/>
                </a:lnTo>
                <a:lnTo>
                  <a:pt x="139331" y="295287"/>
                </a:lnTo>
                <a:lnTo>
                  <a:pt x="139331" y="288899"/>
                </a:lnTo>
                <a:lnTo>
                  <a:pt x="141897" y="283819"/>
                </a:lnTo>
                <a:lnTo>
                  <a:pt x="145719" y="281254"/>
                </a:lnTo>
                <a:lnTo>
                  <a:pt x="150850" y="279946"/>
                </a:lnTo>
                <a:lnTo>
                  <a:pt x="154673" y="279946"/>
                </a:lnTo>
                <a:lnTo>
                  <a:pt x="159804" y="282511"/>
                </a:lnTo>
                <a:lnTo>
                  <a:pt x="210947" y="327266"/>
                </a:lnTo>
                <a:lnTo>
                  <a:pt x="260769" y="282511"/>
                </a:lnTo>
                <a:lnTo>
                  <a:pt x="265899" y="279946"/>
                </a:lnTo>
                <a:lnTo>
                  <a:pt x="273545" y="279946"/>
                </a:lnTo>
                <a:lnTo>
                  <a:pt x="278676" y="282511"/>
                </a:lnTo>
                <a:lnTo>
                  <a:pt x="328561" y="327266"/>
                </a:lnTo>
                <a:lnTo>
                  <a:pt x="379641" y="282511"/>
                </a:lnTo>
                <a:lnTo>
                  <a:pt x="384771" y="279946"/>
                </a:lnTo>
                <a:lnTo>
                  <a:pt x="388594" y="279946"/>
                </a:lnTo>
                <a:lnTo>
                  <a:pt x="393725" y="281254"/>
                </a:lnTo>
                <a:lnTo>
                  <a:pt x="397548" y="283819"/>
                </a:lnTo>
                <a:lnTo>
                  <a:pt x="400113" y="288899"/>
                </a:lnTo>
                <a:lnTo>
                  <a:pt x="400113" y="295287"/>
                </a:lnTo>
                <a:lnTo>
                  <a:pt x="369430" y="444881"/>
                </a:lnTo>
                <a:lnTo>
                  <a:pt x="325996" y="645579"/>
                </a:lnTo>
                <a:lnTo>
                  <a:pt x="377126" y="645579"/>
                </a:lnTo>
                <a:lnTo>
                  <a:pt x="392468" y="590613"/>
                </a:lnTo>
                <a:lnTo>
                  <a:pt x="414185" y="542036"/>
                </a:lnTo>
                <a:lnTo>
                  <a:pt x="439724" y="498589"/>
                </a:lnTo>
                <a:lnTo>
                  <a:pt x="467893" y="457657"/>
                </a:lnTo>
                <a:lnTo>
                  <a:pt x="481914" y="437184"/>
                </a:lnTo>
                <a:lnTo>
                  <a:pt x="506209" y="396303"/>
                </a:lnTo>
                <a:lnTo>
                  <a:pt x="526669" y="350291"/>
                </a:lnTo>
                <a:lnTo>
                  <a:pt x="536930" y="297853"/>
                </a:lnTo>
                <a:lnTo>
                  <a:pt x="538187" y="283819"/>
                </a:lnTo>
                <a:lnTo>
                  <a:pt x="539445" y="269735"/>
                </a:lnTo>
                <a:close/>
              </a:path>
            </a:pathLst>
          </a:custGeom>
          <a:solidFill>
            <a:srgbClr val="FFB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734" y="379877"/>
            <a:ext cx="8362950" cy="4384040"/>
          </a:xfrm>
          <a:custGeom>
            <a:avLst/>
            <a:gdLst/>
            <a:ahLst/>
            <a:cxnLst/>
            <a:rect l="l" t="t" r="r" b="b"/>
            <a:pathLst>
              <a:path w="8362950" h="4384040">
                <a:moveTo>
                  <a:pt x="7406913" y="0"/>
                </a:moveTo>
                <a:lnTo>
                  <a:pt x="387213" y="0"/>
                </a:lnTo>
                <a:lnTo>
                  <a:pt x="346383" y="1786"/>
                </a:lnTo>
                <a:lnTo>
                  <a:pt x="309068" y="7117"/>
                </a:lnTo>
                <a:lnTo>
                  <a:pt x="271781" y="17779"/>
                </a:lnTo>
                <a:lnTo>
                  <a:pt x="202511" y="46190"/>
                </a:lnTo>
                <a:lnTo>
                  <a:pt x="140328" y="88807"/>
                </a:lnTo>
                <a:lnTo>
                  <a:pt x="88807" y="140328"/>
                </a:lnTo>
                <a:lnTo>
                  <a:pt x="46190" y="202511"/>
                </a:lnTo>
                <a:lnTo>
                  <a:pt x="17779" y="271781"/>
                </a:lnTo>
                <a:lnTo>
                  <a:pt x="7117" y="309068"/>
                </a:lnTo>
                <a:lnTo>
                  <a:pt x="0" y="387213"/>
                </a:lnTo>
                <a:lnTo>
                  <a:pt x="0" y="3996531"/>
                </a:lnTo>
                <a:lnTo>
                  <a:pt x="1786" y="4037362"/>
                </a:lnTo>
                <a:lnTo>
                  <a:pt x="17779" y="4111963"/>
                </a:lnTo>
                <a:lnTo>
                  <a:pt x="46190" y="4181234"/>
                </a:lnTo>
                <a:lnTo>
                  <a:pt x="88807" y="4243417"/>
                </a:lnTo>
                <a:lnTo>
                  <a:pt x="140328" y="4294938"/>
                </a:lnTo>
                <a:lnTo>
                  <a:pt x="202511" y="4337555"/>
                </a:lnTo>
                <a:lnTo>
                  <a:pt x="271781" y="4365966"/>
                </a:lnTo>
                <a:lnTo>
                  <a:pt x="309068" y="4376628"/>
                </a:lnTo>
                <a:lnTo>
                  <a:pt x="387213" y="4383745"/>
                </a:lnTo>
                <a:lnTo>
                  <a:pt x="7975315" y="4383745"/>
                </a:lnTo>
                <a:lnTo>
                  <a:pt x="8016145" y="4381959"/>
                </a:lnTo>
                <a:lnTo>
                  <a:pt x="8090746" y="4365966"/>
                </a:lnTo>
                <a:lnTo>
                  <a:pt x="8160017" y="4337555"/>
                </a:lnTo>
                <a:lnTo>
                  <a:pt x="8222200" y="4294938"/>
                </a:lnTo>
                <a:lnTo>
                  <a:pt x="8273721" y="4243417"/>
                </a:lnTo>
                <a:lnTo>
                  <a:pt x="8316339" y="4181234"/>
                </a:lnTo>
                <a:lnTo>
                  <a:pt x="8344749" y="4111963"/>
                </a:lnTo>
                <a:lnTo>
                  <a:pt x="8355411" y="4074677"/>
                </a:lnTo>
                <a:lnTo>
                  <a:pt x="8362528" y="3996531"/>
                </a:lnTo>
                <a:lnTo>
                  <a:pt x="8362528" y="955615"/>
                </a:lnTo>
              </a:path>
            </a:pathLst>
          </a:custGeom>
          <a:ln w="19049">
            <a:solidFill>
              <a:srgbClr val="434343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762000" y="2114550"/>
            <a:ext cx="6724650" cy="2438488"/>
          </a:xfrm>
          <a:prstGeom prst="rect">
            <a:avLst/>
          </a:prstGeom>
        </p:spPr>
        <p:txBody>
          <a:bodyPr vert="horz" wrap="square" lIns="0" tIns="36766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2895"/>
              </a:spcBef>
              <a:buNone/>
            </a:pPr>
            <a:r>
              <a:rPr sz="5400" spc="90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Pipeline</a:t>
            </a:r>
            <a:r>
              <a:rPr sz="5400" spc="-46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 </a:t>
            </a:r>
            <a:r>
              <a:rPr sz="5400" spc="21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As</a:t>
            </a:r>
            <a:r>
              <a:rPr sz="5400" spc="-32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 </a:t>
            </a:r>
            <a:r>
              <a:rPr sz="5400" spc="225" dirty="0">
                <a:solidFill>
                  <a:srgbClr val="C00000"/>
                </a:solidFill>
                <a:latin typeface="Arial Black" panose="020B0A04020102020204" pitchFamily="34" charset="0"/>
                <a:cs typeface="Trebuchet MS"/>
              </a:rPr>
              <a:t>Code</a:t>
            </a:r>
            <a:endParaRPr sz="5400" dirty="0">
              <a:solidFill>
                <a:srgbClr val="C00000"/>
              </a:solidFill>
              <a:latin typeface="Arial Black" panose="020B0A04020102020204" pitchFamily="34" charset="0"/>
              <a:cs typeface="Trebuchet MS"/>
            </a:endParaRPr>
          </a:p>
          <a:p>
            <a:pPr marL="0" indent="0">
              <a:lnSpc>
                <a:spcPct val="100000"/>
              </a:lnSpc>
              <a:spcBef>
                <a:spcPts val="1045"/>
              </a:spcBef>
              <a:buNone/>
            </a:pPr>
            <a:r>
              <a:rPr sz="1800" b="0" spc="-20" dirty="0">
                <a:latin typeface="Trebuchet MS"/>
                <a:cs typeface="Trebuchet MS"/>
              </a:rPr>
              <a:t>Jenkinsfile</a:t>
            </a:r>
            <a:r>
              <a:rPr sz="1800" b="0" spc="-5" dirty="0">
                <a:latin typeface="Trebuchet MS"/>
                <a:cs typeface="Trebuchet MS"/>
              </a:rPr>
              <a:t> </a:t>
            </a:r>
            <a:r>
              <a:rPr sz="1800" b="0" dirty="0">
                <a:latin typeface="Trebuchet MS"/>
                <a:cs typeface="Trebuchet MS"/>
              </a:rPr>
              <a:t>declares</a:t>
            </a:r>
            <a:r>
              <a:rPr sz="1800" b="0" spc="-5" dirty="0">
                <a:latin typeface="Trebuchet MS"/>
                <a:cs typeface="Trebuchet MS"/>
              </a:rPr>
              <a:t> </a:t>
            </a:r>
            <a:r>
              <a:rPr sz="1800" b="0" spc="65" dirty="0">
                <a:latin typeface="Trebuchet MS"/>
                <a:cs typeface="Trebuchet MS"/>
              </a:rPr>
              <a:t>stages</a:t>
            </a:r>
            <a:r>
              <a:rPr sz="1800" b="0" dirty="0">
                <a:latin typeface="Trebuchet MS"/>
                <a:cs typeface="Trebuchet MS"/>
              </a:rPr>
              <a:t> </a:t>
            </a:r>
            <a:r>
              <a:rPr sz="1800" b="0" spc="-55" dirty="0">
                <a:latin typeface="Trebuchet MS"/>
                <a:cs typeface="Trebuchet MS"/>
              </a:rPr>
              <a:t>in</a:t>
            </a:r>
            <a:r>
              <a:rPr sz="1800" b="0" spc="-5" dirty="0">
                <a:latin typeface="Trebuchet MS"/>
                <a:cs typeface="Trebuchet MS"/>
              </a:rPr>
              <a:t> </a:t>
            </a:r>
            <a:r>
              <a:rPr sz="1800" b="0" spc="-10" dirty="0">
                <a:latin typeface="Trebuchet MS"/>
                <a:cs typeface="Trebuchet MS"/>
              </a:rPr>
              <a:t>Pipeline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87089" y="356399"/>
            <a:ext cx="618490" cy="748665"/>
            <a:chOff x="8087089" y="356399"/>
            <a:chExt cx="618490" cy="748665"/>
          </a:xfrm>
        </p:grpSpPr>
        <p:sp>
          <p:nvSpPr>
            <p:cNvPr id="5" name="object 5"/>
            <p:cNvSpPr/>
            <p:nvPr/>
          </p:nvSpPr>
          <p:spPr>
            <a:xfrm>
              <a:off x="8087081" y="356399"/>
              <a:ext cx="618490" cy="748665"/>
            </a:xfrm>
            <a:custGeom>
              <a:avLst/>
              <a:gdLst/>
              <a:ahLst/>
              <a:cxnLst/>
              <a:rect l="l" t="t" r="r" b="b"/>
              <a:pathLst>
                <a:path w="618490" h="748665">
                  <a:moveTo>
                    <a:pt x="563740" y="711987"/>
                  </a:moveTo>
                  <a:lnTo>
                    <a:pt x="65493" y="711987"/>
                  </a:lnTo>
                  <a:lnTo>
                    <a:pt x="60020" y="711060"/>
                  </a:lnTo>
                  <a:lnTo>
                    <a:pt x="39090" y="691959"/>
                  </a:lnTo>
                  <a:lnTo>
                    <a:pt x="37274" y="686523"/>
                  </a:lnTo>
                  <a:lnTo>
                    <a:pt x="36372" y="680161"/>
                  </a:lnTo>
                  <a:lnTo>
                    <a:pt x="36372" y="57302"/>
                  </a:lnTo>
                  <a:lnTo>
                    <a:pt x="29121" y="57302"/>
                  </a:lnTo>
                  <a:lnTo>
                    <a:pt x="0" y="83667"/>
                  </a:lnTo>
                  <a:lnTo>
                    <a:pt x="0" y="716534"/>
                  </a:lnTo>
                  <a:lnTo>
                    <a:pt x="901" y="722896"/>
                  </a:lnTo>
                  <a:lnTo>
                    <a:pt x="2717" y="728332"/>
                  </a:lnTo>
                  <a:lnTo>
                    <a:pt x="4546" y="733806"/>
                  </a:lnTo>
                  <a:lnTo>
                    <a:pt x="29121" y="748334"/>
                  </a:lnTo>
                  <a:lnTo>
                    <a:pt x="534657" y="748334"/>
                  </a:lnTo>
                  <a:lnTo>
                    <a:pt x="561022" y="728332"/>
                  </a:lnTo>
                  <a:lnTo>
                    <a:pt x="562851" y="722896"/>
                  </a:lnTo>
                  <a:lnTo>
                    <a:pt x="563740" y="716534"/>
                  </a:lnTo>
                  <a:lnTo>
                    <a:pt x="563740" y="711987"/>
                  </a:lnTo>
                  <a:close/>
                </a:path>
                <a:path w="618490" h="748665">
                  <a:moveTo>
                    <a:pt x="618324" y="143675"/>
                  </a:moveTo>
                  <a:lnTo>
                    <a:pt x="552831" y="143675"/>
                  </a:lnTo>
                  <a:lnTo>
                    <a:pt x="552831" y="250075"/>
                  </a:lnTo>
                  <a:lnTo>
                    <a:pt x="552831" y="336448"/>
                  </a:lnTo>
                  <a:lnTo>
                    <a:pt x="552831" y="421932"/>
                  </a:lnTo>
                  <a:lnTo>
                    <a:pt x="551942" y="425538"/>
                  </a:lnTo>
                  <a:lnTo>
                    <a:pt x="550113" y="428294"/>
                  </a:lnTo>
                  <a:lnTo>
                    <a:pt x="547395" y="430085"/>
                  </a:lnTo>
                  <a:lnTo>
                    <a:pt x="543750" y="431012"/>
                  </a:lnTo>
                  <a:lnTo>
                    <a:pt x="371005" y="431012"/>
                  </a:lnTo>
                  <a:lnTo>
                    <a:pt x="371005" y="508304"/>
                  </a:lnTo>
                  <a:lnTo>
                    <a:pt x="370065" y="511924"/>
                  </a:lnTo>
                  <a:lnTo>
                    <a:pt x="368249" y="514667"/>
                  </a:lnTo>
                  <a:lnTo>
                    <a:pt x="365531" y="516496"/>
                  </a:lnTo>
                  <a:lnTo>
                    <a:pt x="361873" y="517385"/>
                  </a:lnTo>
                  <a:lnTo>
                    <a:pt x="129120" y="517385"/>
                  </a:lnTo>
                  <a:lnTo>
                    <a:pt x="125463" y="516496"/>
                  </a:lnTo>
                  <a:lnTo>
                    <a:pt x="122745" y="514667"/>
                  </a:lnTo>
                  <a:lnTo>
                    <a:pt x="120929" y="511924"/>
                  </a:lnTo>
                  <a:lnTo>
                    <a:pt x="120027" y="508304"/>
                  </a:lnTo>
                  <a:lnTo>
                    <a:pt x="120929" y="504659"/>
                  </a:lnTo>
                  <a:lnTo>
                    <a:pt x="122745" y="501942"/>
                  </a:lnTo>
                  <a:lnTo>
                    <a:pt x="125463" y="500113"/>
                  </a:lnTo>
                  <a:lnTo>
                    <a:pt x="129120" y="499224"/>
                  </a:lnTo>
                  <a:lnTo>
                    <a:pt x="361873" y="499224"/>
                  </a:lnTo>
                  <a:lnTo>
                    <a:pt x="365531" y="500113"/>
                  </a:lnTo>
                  <a:lnTo>
                    <a:pt x="368249" y="501942"/>
                  </a:lnTo>
                  <a:lnTo>
                    <a:pt x="370065" y="504659"/>
                  </a:lnTo>
                  <a:lnTo>
                    <a:pt x="371005" y="508304"/>
                  </a:lnTo>
                  <a:lnTo>
                    <a:pt x="371005" y="431012"/>
                  </a:lnTo>
                  <a:lnTo>
                    <a:pt x="129120" y="431012"/>
                  </a:lnTo>
                  <a:lnTo>
                    <a:pt x="125463" y="430085"/>
                  </a:lnTo>
                  <a:lnTo>
                    <a:pt x="122745" y="428294"/>
                  </a:lnTo>
                  <a:lnTo>
                    <a:pt x="120929" y="425538"/>
                  </a:lnTo>
                  <a:lnTo>
                    <a:pt x="120027" y="421932"/>
                  </a:lnTo>
                  <a:lnTo>
                    <a:pt x="120929" y="418287"/>
                  </a:lnTo>
                  <a:lnTo>
                    <a:pt x="122745" y="415569"/>
                  </a:lnTo>
                  <a:lnTo>
                    <a:pt x="125463" y="413740"/>
                  </a:lnTo>
                  <a:lnTo>
                    <a:pt x="129120" y="412813"/>
                  </a:lnTo>
                  <a:lnTo>
                    <a:pt x="543750" y="412813"/>
                  </a:lnTo>
                  <a:lnTo>
                    <a:pt x="547395" y="413740"/>
                  </a:lnTo>
                  <a:lnTo>
                    <a:pt x="550113" y="415569"/>
                  </a:lnTo>
                  <a:lnTo>
                    <a:pt x="551942" y="418287"/>
                  </a:lnTo>
                  <a:lnTo>
                    <a:pt x="552831" y="421932"/>
                  </a:lnTo>
                  <a:lnTo>
                    <a:pt x="552831" y="336448"/>
                  </a:lnTo>
                  <a:lnTo>
                    <a:pt x="551942" y="340106"/>
                  </a:lnTo>
                  <a:lnTo>
                    <a:pt x="550113" y="342823"/>
                  </a:lnTo>
                  <a:lnTo>
                    <a:pt x="547395" y="344639"/>
                  </a:lnTo>
                  <a:lnTo>
                    <a:pt x="543750" y="345541"/>
                  </a:lnTo>
                  <a:lnTo>
                    <a:pt x="129120" y="345541"/>
                  </a:lnTo>
                  <a:lnTo>
                    <a:pt x="125463" y="344639"/>
                  </a:lnTo>
                  <a:lnTo>
                    <a:pt x="122745" y="342823"/>
                  </a:lnTo>
                  <a:lnTo>
                    <a:pt x="120929" y="340106"/>
                  </a:lnTo>
                  <a:lnTo>
                    <a:pt x="120027" y="336448"/>
                  </a:lnTo>
                  <a:lnTo>
                    <a:pt x="120929" y="332803"/>
                  </a:lnTo>
                  <a:lnTo>
                    <a:pt x="122745" y="330085"/>
                  </a:lnTo>
                  <a:lnTo>
                    <a:pt x="125463" y="327367"/>
                  </a:lnTo>
                  <a:lnTo>
                    <a:pt x="547395" y="327367"/>
                  </a:lnTo>
                  <a:lnTo>
                    <a:pt x="550113" y="330085"/>
                  </a:lnTo>
                  <a:lnTo>
                    <a:pt x="551942" y="332803"/>
                  </a:lnTo>
                  <a:lnTo>
                    <a:pt x="552831" y="336448"/>
                  </a:lnTo>
                  <a:lnTo>
                    <a:pt x="552831" y="250075"/>
                  </a:lnTo>
                  <a:lnTo>
                    <a:pt x="551942" y="253695"/>
                  </a:lnTo>
                  <a:lnTo>
                    <a:pt x="550113" y="256451"/>
                  </a:lnTo>
                  <a:lnTo>
                    <a:pt x="547395" y="258229"/>
                  </a:lnTo>
                  <a:lnTo>
                    <a:pt x="543750" y="259168"/>
                  </a:lnTo>
                  <a:lnTo>
                    <a:pt x="129120" y="259168"/>
                  </a:lnTo>
                  <a:lnTo>
                    <a:pt x="125463" y="258229"/>
                  </a:lnTo>
                  <a:lnTo>
                    <a:pt x="122745" y="256451"/>
                  </a:lnTo>
                  <a:lnTo>
                    <a:pt x="120929" y="253695"/>
                  </a:lnTo>
                  <a:lnTo>
                    <a:pt x="120027" y="250075"/>
                  </a:lnTo>
                  <a:lnTo>
                    <a:pt x="120929" y="246430"/>
                  </a:lnTo>
                  <a:lnTo>
                    <a:pt x="122745" y="243713"/>
                  </a:lnTo>
                  <a:lnTo>
                    <a:pt x="125463" y="241884"/>
                  </a:lnTo>
                  <a:lnTo>
                    <a:pt x="129120" y="240957"/>
                  </a:lnTo>
                  <a:lnTo>
                    <a:pt x="543750" y="240957"/>
                  </a:lnTo>
                  <a:lnTo>
                    <a:pt x="547395" y="241884"/>
                  </a:lnTo>
                  <a:lnTo>
                    <a:pt x="550113" y="243713"/>
                  </a:lnTo>
                  <a:lnTo>
                    <a:pt x="551942" y="246430"/>
                  </a:lnTo>
                  <a:lnTo>
                    <a:pt x="552831" y="250075"/>
                  </a:lnTo>
                  <a:lnTo>
                    <a:pt x="552831" y="143675"/>
                  </a:lnTo>
                  <a:lnTo>
                    <a:pt x="521931" y="143675"/>
                  </a:lnTo>
                  <a:lnTo>
                    <a:pt x="511911" y="142786"/>
                  </a:lnTo>
                  <a:lnTo>
                    <a:pt x="478294" y="114604"/>
                  </a:lnTo>
                  <a:lnTo>
                    <a:pt x="474649" y="96393"/>
                  </a:lnTo>
                  <a:lnTo>
                    <a:pt x="474649" y="0"/>
                  </a:lnTo>
                  <a:lnTo>
                    <a:pt x="78181" y="0"/>
                  </a:lnTo>
                  <a:lnTo>
                    <a:pt x="54546" y="29121"/>
                  </a:lnTo>
                  <a:lnTo>
                    <a:pt x="54546" y="661949"/>
                  </a:lnTo>
                  <a:lnTo>
                    <a:pt x="83654" y="691070"/>
                  </a:lnTo>
                  <a:lnTo>
                    <a:pt x="589203" y="691070"/>
                  </a:lnTo>
                  <a:lnTo>
                    <a:pt x="618324" y="661949"/>
                  </a:lnTo>
                  <a:lnTo>
                    <a:pt x="618324" y="517385"/>
                  </a:lnTo>
                  <a:lnTo>
                    <a:pt x="618324" y="499224"/>
                  </a:lnTo>
                  <a:lnTo>
                    <a:pt x="618324" y="240957"/>
                  </a:lnTo>
                  <a:lnTo>
                    <a:pt x="618324" y="143675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9903" y="356400"/>
              <a:ext cx="125502" cy="1255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351" y="628301"/>
            <a:ext cx="7797662" cy="636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Bene</a:t>
            </a:r>
            <a:r>
              <a:rPr spc="7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5549" y="1947927"/>
            <a:ext cx="4334510" cy="73025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7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latin typeface="Trebuchet MS"/>
                <a:cs typeface="Trebuchet MS"/>
              </a:rPr>
              <a:t>Version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control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your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Pipeline</a:t>
            </a:r>
            <a:endParaRPr sz="1800" dirty="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6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120" dirty="0">
                <a:latin typeface="Trebuchet MS"/>
                <a:cs typeface="Trebuchet MS"/>
              </a:rPr>
              <a:t>Use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Groovy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syntax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for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setting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up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logic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19681" y="226034"/>
            <a:ext cx="539750" cy="880110"/>
          </a:xfrm>
          <a:custGeom>
            <a:avLst/>
            <a:gdLst/>
            <a:ahLst/>
            <a:cxnLst/>
            <a:rect l="l" t="t" r="r" b="b"/>
            <a:pathLst>
              <a:path w="539750" h="880110">
                <a:moveTo>
                  <a:pt x="369430" y="326009"/>
                </a:moveTo>
                <a:lnTo>
                  <a:pt x="337502" y="352856"/>
                </a:lnTo>
                <a:lnTo>
                  <a:pt x="333629" y="355371"/>
                </a:lnTo>
                <a:lnTo>
                  <a:pt x="328561" y="356679"/>
                </a:lnTo>
                <a:lnTo>
                  <a:pt x="324688" y="355371"/>
                </a:lnTo>
                <a:lnTo>
                  <a:pt x="320865" y="352856"/>
                </a:lnTo>
                <a:lnTo>
                  <a:pt x="269722" y="309359"/>
                </a:lnTo>
                <a:lnTo>
                  <a:pt x="218579" y="352856"/>
                </a:lnTo>
                <a:lnTo>
                  <a:pt x="214757" y="355371"/>
                </a:lnTo>
                <a:lnTo>
                  <a:pt x="210947" y="356679"/>
                </a:lnTo>
                <a:lnTo>
                  <a:pt x="205816" y="355371"/>
                </a:lnTo>
                <a:lnTo>
                  <a:pt x="201993" y="352856"/>
                </a:lnTo>
                <a:lnTo>
                  <a:pt x="170014" y="326009"/>
                </a:lnTo>
                <a:lnTo>
                  <a:pt x="239052" y="645579"/>
                </a:lnTo>
                <a:lnTo>
                  <a:pt x="300393" y="645579"/>
                </a:lnTo>
                <a:lnTo>
                  <a:pt x="369430" y="326009"/>
                </a:lnTo>
                <a:close/>
              </a:path>
              <a:path w="539750" h="880110">
                <a:moveTo>
                  <a:pt x="377126" y="816902"/>
                </a:moveTo>
                <a:lnTo>
                  <a:pt x="162369" y="816902"/>
                </a:lnTo>
                <a:lnTo>
                  <a:pt x="162369" y="825855"/>
                </a:lnTo>
                <a:lnTo>
                  <a:pt x="260769" y="878243"/>
                </a:lnTo>
                <a:lnTo>
                  <a:pt x="269722" y="879551"/>
                </a:lnTo>
                <a:lnTo>
                  <a:pt x="278676" y="878243"/>
                </a:lnTo>
                <a:lnTo>
                  <a:pt x="359232" y="851446"/>
                </a:lnTo>
                <a:lnTo>
                  <a:pt x="377126" y="825855"/>
                </a:lnTo>
                <a:lnTo>
                  <a:pt x="377126" y="816902"/>
                </a:lnTo>
                <a:close/>
              </a:path>
              <a:path w="539750" h="880110">
                <a:moveTo>
                  <a:pt x="377126" y="744029"/>
                </a:moveTo>
                <a:lnTo>
                  <a:pt x="162369" y="744029"/>
                </a:lnTo>
                <a:lnTo>
                  <a:pt x="162369" y="791349"/>
                </a:lnTo>
                <a:lnTo>
                  <a:pt x="377126" y="791349"/>
                </a:lnTo>
                <a:lnTo>
                  <a:pt x="377126" y="744029"/>
                </a:lnTo>
                <a:close/>
              </a:path>
              <a:path w="539750" h="880110">
                <a:moveTo>
                  <a:pt x="377126" y="671169"/>
                </a:moveTo>
                <a:lnTo>
                  <a:pt x="162369" y="671169"/>
                </a:lnTo>
                <a:lnTo>
                  <a:pt x="162369" y="718489"/>
                </a:lnTo>
                <a:lnTo>
                  <a:pt x="377126" y="718489"/>
                </a:lnTo>
                <a:lnTo>
                  <a:pt x="377126" y="671169"/>
                </a:lnTo>
                <a:close/>
              </a:path>
              <a:path w="539750" h="880110">
                <a:moveTo>
                  <a:pt x="539445" y="269735"/>
                </a:moveTo>
                <a:lnTo>
                  <a:pt x="533057" y="214769"/>
                </a:lnTo>
                <a:lnTo>
                  <a:pt x="517715" y="164896"/>
                </a:lnTo>
                <a:lnTo>
                  <a:pt x="493433" y="118884"/>
                </a:lnTo>
                <a:lnTo>
                  <a:pt x="460197" y="79260"/>
                </a:lnTo>
                <a:lnTo>
                  <a:pt x="420573" y="46012"/>
                </a:lnTo>
                <a:lnTo>
                  <a:pt x="374561" y="21729"/>
                </a:lnTo>
                <a:lnTo>
                  <a:pt x="323430" y="5080"/>
                </a:lnTo>
                <a:lnTo>
                  <a:pt x="269722" y="0"/>
                </a:lnTo>
                <a:lnTo>
                  <a:pt x="241617" y="1257"/>
                </a:lnTo>
                <a:lnTo>
                  <a:pt x="189166" y="12776"/>
                </a:lnTo>
                <a:lnTo>
                  <a:pt x="141897" y="33248"/>
                </a:lnTo>
                <a:lnTo>
                  <a:pt x="98412" y="61353"/>
                </a:lnTo>
                <a:lnTo>
                  <a:pt x="62661" y="98412"/>
                </a:lnTo>
                <a:lnTo>
                  <a:pt x="33235" y="140601"/>
                </a:lnTo>
                <a:lnTo>
                  <a:pt x="12776" y="189179"/>
                </a:lnTo>
                <a:lnTo>
                  <a:pt x="2565" y="241630"/>
                </a:lnTo>
                <a:lnTo>
                  <a:pt x="0" y="269735"/>
                </a:lnTo>
                <a:lnTo>
                  <a:pt x="1257" y="283819"/>
                </a:lnTo>
                <a:lnTo>
                  <a:pt x="6388" y="324700"/>
                </a:lnTo>
                <a:lnTo>
                  <a:pt x="21729" y="373278"/>
                </a:lnTo>
                <a:lnTo>
                  <a:pt x="44754" y="416775"/>
                </a:lnTo>
                <a:lnTo>
                  <a:pt x="71602" y="457657"/>
                </a:lnTo>
                <a:lnTo>
                  <a:pt x="99720" y="498589"/>
                </a:lnTo>
                <a:lnTo>
                  <a:pt x="112483" y="520319"/>
                </a:lnTo>
                <a:lnTo>
                  <a:pt x="125260" y="542036"/>
                </a:lnTo>
                <a:lnTo>
                  <a:pt x="136779" y="565073"/>
                </a:lnTo>
                <a:lnTo>
                  <a:pt x="147027" y="590613"/>
                </a:lnTo>
                <a:lnTo>
                  <a:pt x="155930" y="617461"/>
                </a:lnTo>
                <a:lnTo>
                  <a:pt x="162369" y="645579"/>
                </a:lnTo>
                <a:lnTo>
                  <a:pt x="213448" y="645579"/>
                </a:lnTo>
                <a:lnTo>
                  <a:pt x="170014" y="444881"/>
                </a:lnTo>
                <a:lnTo>
                  <a:pt x="139331" y="295287"/>
                </a:lnTo>
                <a:lnTo>
                  <a:pt x="139331" y="288899"/>
                </a:lnTo>
                <a:lnTo>
                  <a:pt x="141897" y="283819"/>
                </a:lnTo>
                <a:lnTo>
                  <a:pt x="145719" y="281254"/>
                </a:lnTo>
                <a:lnTo>
                  <a:pt x="150850" y="279946"/>
                </a:lnTo>
                <a:lnTo>
                  <a:pt x="154673" y="279946"/>
                </a:lnTo>
                <a:lnTo>
                  <a:pt x="159804" y="282511"/>
                </a:lnTo>
                <a:lnTo>
                  <a:pt x="210947" y="327266"/>
                </a:lnTo>
                <a:lnTo>
                  <a:pt x="260769" y="282511"/>
                </a:lnTo>
                <a:lnTo>
                  <a:pt x="265899" y="279946"/>
                </a:lnTo>
                <a:lnTo>
                  <a:pt x="273545" y="279946"/>
                </a:lnTo>
                <a:lnTo>
                  <a:pt x="278676" y="282511"/>
                </a:lnTo>
                <a:lnTo>
                  <a:pt x="328561" y="327266"/>
                </a:lnTo>
                <a:lnTo>
                  <a:pt x="379641" y="282511"/>
                </a:lnTo>
                <a:lnTo>
                  <a:pt x="384771" y="279946"/>
                </a:lnTo>
                <a:lnTo>
                  <a:pt x="388594" y="279946"/>
                </a:lnTo>
                <a:lnTo>
                  <a:pt x="393725" y="281254"/>
                </a:lnTo>
                <a:lnTo>
                  <a:pt x="397548" y="283819"/>
                </a:lnTo>
                <a:lnTo>
                  <a:pt x="400113" y="288899"/>
                </a:lnTo>
                <a:lnTo>
                  <a:pt x="400113" y="295287"/>
                </a:lnTo>
                <a:lnTo>
                  <a:pt x="369430" y="444881"/>
                </a:lnTo>
                <a:lnTo>
                  <a:pt x="325996" y="645579"/>
                </a:lnTo>
                <a:lnTo>
                  <a:pt x="377126" y="645579"/>
                </a:lnTo>
                <a:lnTo>
                  <a:pt x="392468" y="590613"/>
                </a:lnTo>
                <a:lnTo>
                  <a:pt x="414185" y="542036"/>
                </a:lnTo>
                <a:lnTo>
                  <a:pt x="439724" y="498589"/>
                </a:lnTo>
                <a:lnTo>
                  <a:pt x="467893" y="457657"/>
                </a:lnTo>
                <a:lnTo>
                  <a:pt x="481914" y="437184"/>
                </a:lnTo>
                <a:lnTo>
                  <a:pt x="506209" y="396303"/>
                </a:lnTo>
                <a:lnTo>
                  <a:pt x="526669" y="350291"/>
                </a:lnTo>
                <a:lnTo>
                  <a:pt x="536930" y="297853"/>
                </a:lnTo>
                <a:lnTo>
                  <a:pt x="538187" y="283819"/>
                </a:lnTo>
                <a:lnTo>
                  <a:pt x="539445" y="269735"/>
                </a:lnTo>
                <a:close/>
              </a:path>
            </a:pathLst>
          </a:custGeom>
          <a:solidFill>
            <a:srgbClr val="FFB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290" y="184972"/>
            <a:ext cx="7797662" cy="8639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0" dirty="0"/>
              <a:t>Sample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2209325" y="136545"/>
            <a:ext cx="6643949" cy="3777428"/>
            <a:chOff x="2258167" y="400565"/>
            <a:chExt cx="6624654" cy="3997508"/>
          </a:xfrm>
        </p:grpSpPr>
        <p:sp>
          <p:nvSpPr>
            <p:cNvPr id="4" name="object 4"/>
            <p:cNvSpPr/>
            <p:nvPr/>
          </p:nvSpPr>
          <p:spPr>
            <a:xfrm>
              <a:off x="8343071" y="400565"/>
              <a:ext cx="539750" cy="880110"/>
            </a:xfrm>
            <a:custGeom>
              <a:avLst/>
              <a:gdLst/>
              <a:ahLst/>
              <a:cxnLst/>
              <a:rect l="l" t="t" r="r" b="b"/>
              <a:pathLst>
                <a:path w="539750" h="880110">
                  <a:moveTo>
                    <a:pt x="369430" y="326009"/>
                  </a:moveTo>
                  <a:lnTo>
                    <a:pt x="337502" y="352856"/>
                  </a:lnTo>
                  <a:lnTo>
                    <a:pt x="333629" y="355371"/>
                  </a:lnTo>
                  <a:lnTo>
                    <a:pt x="328561" y="356679"/>
                  </a:lnTo>
                  <a:lnTo>
                    <a:pt x="324688" y="355371"/>
                  </a:lnTo>
                  <a:lnTo>
                    <a:pt x="320865" y="352856"/>
                  </a:lnTo>
                  <a:lnTo>
                    <a:pt x="269722" y="309359"/>
                  </a:lnTo>
                  <a:lnTo>
                    <a:pt x="218579" y="352856"/>
                  </a:lnTo>
                  <a:lnTo>
                    <a:pt x="214757" y="355371"/>
                  </a:lnTo>
                  <a:lnTo>
                    <a:pt x="210947" y="356679"/>
                  </a:lnTo>
                  <a:lnTo>
                    <a:pt x="205816" y="355371"/>
                  </a:lnTo>
                  <a:lnTo>
                    <a:pt x="201993" y="352856"/>
                  </a:lnTo>
                  <a:lnTo>
                    <a:pt x="170014" y="326009"/>
                  </a:lnTo>
                  <a:lnTo>
                    <a:pt x="239052" y="645579"/>
                  </a:lnTo>
                  <a:lnTo>
                    <a:pt x="300393" y="645579"/>
                  </a:lnTo>
                  <a:lnTo>
                    <a:pt x="369430" y="326009"/>
                  </a:lnTo>
                  <a:close/>
                </a:path>
                <a:path w="539750" h="880110">
                  <a:moveTo>
                    <a:pt x="377126" y="816902"/>
                  </a:moveTo>
                  <a:lnTo>
                    <a:pt x="162369" y="816902"/>
                  </a:lnTo>
                  <a:lnTo>
                    <a:pt x="162369" y="825855"/>
                  </a:lnTo>
                  <a:lnTo>
                    <a:pt x="260769" y="878243"/>
                  </a:lnTo>
                  <a:lnTo>
                    <a:pt x="269722" y="879551"/>
                  </a:lnTo>
                  <a:lnTo>
                    <a:pt x="278676" y="878243"/>
                  </a:lnTo>
                  <a:lnTo>
                    <a:pt x="359232" y="851446"/>
                  </a:lnTo>
                  <a:lnTo>
                    <a:pt x="377126" y="825855"/>
                  </a:lnTo>
                  <a:lnTo>
                    <a:pt x="377126" y="816902"/>
                  </a:lnTo>
                  <a:close/>
                </a:path>
                <a:path w="539750" h="880110">
                  <a:moveTo>
                    <a:pt x="377126" y="744029"/>
                  </a:moveTo>
                  <a:lnTo>
                    <a:pt x="162369" y="744029"/>
                  </a:lnTo>
                  <a:lnTo>
                    <a:pt x="162369" y="791349"/>
                  </a:lnTo>
                  <a:lnTo>
                    <a:pt x="377126" y="791349"/>
                  </a:lnTo>
                  <a:lnTo>
                    <a:pt x="377126" y="744029"/>
                  </a:lnTo>
                  <a:close/>
                </a:path>
                <a:path w="539750" h="880110">
                  <a:moveTo>
                    <a:pt x="377126" y="671169"/>
                  </a:moveTo>
                  <a:lnTo>
                    <a:pt x="162369" y="671169"/>
                  </a:lnTo>
                  <a:lnTo>
                    <a:pt x="162369" y="718489"/>
                  </a:lnTo>
                  <a:lnTo>
                    <a:pt x="377126" y="718489"/>
                  </a:lnTo>
                  <a:lnTo>
                    <a:pt x="377126" y="671169"/>
                  </a:lnTo>
                  <a:close/>
                </a:path>
                <a:path w="539750" h="880110">
                  <a:moveTo>
                    <a:pt x="539445" y="269735"/>
                  </a:moveTo>
                  <a:lnTo>
                    <a:pt x="533057" y="214769"/>
                  </a:lnTo>
                  <a:lnTo>
                    <a:pt x="517715" y="164896"/>
                  </a:lnTo>
                  <a:lnTo>
                    <a:pt x="493433" y="118884"/>
                  </a:lnTo>
                  <a:lnTo>
                    <a:pt x="460197" y="79260"/>
                  </a:lnTo>
                  <a:lnTo>
                    <a:pt x="420573" y="46012"/>
                  </a:lnTo>
                  <a:lnTo>
                    <a:pt x="374561" y="21729"/>
                  </a:lnTo>
                  <a:lnTo>
                    <a:pt x="323430" y="5080"/>
                  </a:lnTo>
                  <a:lnTo>
                    <a:pt x="269722" y="0"/>
                  </a:lnTo>
                  <a:lnTo>
                    <a:pt x="241617" y="1257"/>
                  </a:lnTo>
                  <a:lnTo>
                    <a:pt x="189166" y="12776"/>
                  </a:lnTo>
                  <a:lnTo>
                    <a:pt x="141897" y="33248"/>
                  </a:lnTo>
                  <a:lnTo>
                    <a:pt x="98412" y="61353"/>
                  </a:lnTo>
                  <a:lnTo>
                    <a:pt x="62661" y="98412"/>
                  </a:lnTo>
                  <a:lnTo>
                    <a:pt x="33235" y="140601"/>
                  </a:lnTo>
                  <a:lnTo>
                    <a:pt x="12776" y="189179"/>
                  </a:lnTo>
                  <a:lnTo>
                    <a:pt x="2565" y="241630"/>
                  </a:lnTo>
                  <a:lnTo>
                    <a:pt x="0" y="269735"/>
                  </a:lnTo>
                  <a:lnTo>
                    <a:pt x="1257" y="283819"/>
                  </a:lnTo>
                  <a:lnTo>
                    <a:pt x="6388" y="324700"/>
                  </a:lnTo>
                  <a:lnTo>
                    <a:pt x="21729" y="373278"/>
                  </a:lnTo>
                  <a:lnTo>
                    <a:pt x="44754" y="416775"/>
                  </a:lnTo>
                  <a:lnTo>
                    <a:pt x="71602" y="457657"/>
                  </a:lnTo>
                  <a:lnTo>
                    <a:pt x="99720" y="498589"/>
                  </a:lnTo>
                  <a:lnTo>
                    <a:pt x="112483" y="520319"/>
                  </a:lnTo>
                  <a:lnTo>
                    <a:pt x="125260" y="542036"/>
                  </a:lnTo>
                  <a:lnTo>
                    <a:pt x="136779" y="565073"/>
                  </a:lnTo>
                  <a:lnTo>
                    <a:pt x="147027" y="590613"/>
                  </a:lnTo>
                  <a:lnTo>
                    <a:pt x="155930" y="617461"/>
                  </a:lnTo>
                  <a:lnTo>
                    <a:pt x="162369" y="645579"/>
                  </a:lnTo>
                  <a:lnTo>
                    <a:pt x="213448" y="645579"/>
                  </a:lnTo>
                  <a:lnTo>
                    <a:pt x="170014" y="444881"/>
                  </a:lnTo>
                  <a:lnTo>
                    <a:pt x="139331" y="295287"/>
                  </a:lnTo>
                  <a:lnTo>
                    <a:pt x="139331" y="288899"/>
                  </a:lnTo>
                  <a:lnTo>
                    <a:pt x="141897" y="283819"/>
                  </a:lnTo>
                  <a:lnTo>
                    <a:pt x="145719" y="281254"/>
                  </a:lnTo>
                  <a:lnTo>
                    <a:pt x="150850" y="279946"/>
                  </a:lnTo>
                  <a:lnTo>
                    <a:pt x="154673" y="279946"/>
                  </a:lnTo>
                  <a:lnTo>
                    <a:pt x="159804" y="282511"/>
                  </a:lnTo>
                  <a:lnTo>
                    <a:pt x="210947" y="327266"/>
                  </a:lnTo>
                  <a:lnTo>
                    <a:pt x="260769" y="282511"/>
                  </a:lnTo>
                  <a:lnTo>
                    <a:pt x="265899" y="279946"/>
                  </a:lnTo>
                  <a:lnTo>
                    <a:pt x="273545" y="279946"/>
                  </a:lnTo>
                  <a:lnTo>
                    <a:pt x="278676" y="282511"/>
                  </a:lnTo>
                  <a:lnTo>
                    <a:pt x="328561" y="327266"/>
                  </a:lnTo>
                  <a:lnTo>
                    <a:pt x="379641" y="282511"/>
                  </a:lnTo>
                  <a:lnTo>
                    <a:pt x="384771" y="279946"/>
                  </a:lnTo>
                  <a:lnTo>
                    <a:pt x="388594" y="279946"/>
                  </a:lnTo>
                  <a:lnTo>
                    <a:pt x="393725" y="281254"/>
                  </a:lnTo>
                  <a:lnTo>
                    <a:pt x="397548" y="283819"/>
                  </a:lnTo>
                  <a:lnTo>
                    <a:pt x="400113" y="288899"/>
                  </a:lnTo>
                  <a:lnTo>
                    <a:pt x="400113" y="295287"/>
                  </a:lnTo>
                  <a:lnTo>
                    <a:pt x="369430" y="444881"/>
                  </a:lnTo>
                  <a:lnTo>
                    <a:pt x="325996" y="645579"/>
                  </a:lnTo>
                  <a:lnTo>
                    <a:pt x="377126" y="645579"/>
                  </a:lnTo>
                  <a:lnTo>
                    <a:pt x="392468" y="590613"/>
                  </a:lnTo>
                  <a:lnTo>
                    <a:pt x="414185" y="542036"/>
                  </a:lnTo>
                  <a:lnTo>
                    <a:pt x="439724" y="498589"/>
                  </a:lnTo>
                  <a:lnTo>
                    <a:pt x="467893" y="457657"/>
                  </a:lnTo>
                  <a:lnTo>
                    <a:pt x="481914" y="437184"/>
                  </a:lnTo>
                  <a:lnTo>
                    <a:pt x="506209" y="396303"/>
                  </a:lnTo>
                  <a:lnTo>
                    <a:pt x="526669" y="350291"/>
                  </a:lnTo>
                  <a:lnTo>
                    <a:pt x="536930" y="297853"/>
                  </a:lnTo>
                  <a:lnTo>
                    <a:pt x="538187" y="283819"/>
                  </a:lnTo>
                  <a:lnTo>
                    <a:pt x="539445" y="269735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8167" y="1214923"/>
              <a:ext cx="2956337" cy="31831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132</TotalTime>
  <Words>961</Words>
  <Application>Microsoft Office PowerPoint</Application>
  <PresentationFormat>On-screen Show (16:9)</PresentationFormat>
  <Paragraphs>280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MS PGothic</vt:lpstr>
      <vt:lpstr>Arial</vt:lpstr>
      <vt:lpstr>Arial Black</vt:lpstr>
      <vt:lpstr>Arial MT</vt:lpstr>
      <vt:lpstr>Impact</vt:lpstr>
      <vt:lpstr>Trebuchet MS</vt:lpstr>
      <vt:lpstr>Verdana</vt:lpstr>
      <vt:lpstr>Wingdings</vt:lpstr>
      <vt:lpstr>Main Event</vt:lpstr>
      <vt:lpstr>“ What is Continuous Integration? ”</vt:lpstr>
      <vt:lpstr>Code, Build, Test &amp;  Push</vt:lpstr>
      <vt:lpstr>Code, Build, Test S Push</vt:lpstr>
      <vt:lpstr>Merged But Not Integrated</vt:lpstr>
      <vt:lpstr>Integration is  Painful </vt:lpstr>
      <vt:lpstr>PowerPoint Presentation</vt:lpstr>
      <vt:lpstr>Continuous Integration Process</vt:lpstr>
      <vt:lpstr>PowerPoint Presentation</vt:lpstr>
      <vt:lpstr>CI with Jenkins</vt:lpstr>
      <vt:lpstr>Jenkins Features</vt:lpstr>
      <vt:lpstr>Jenkins  Installation</vt:lpstr>
      <vt:lpstr>Pipeline As Code </vt:lpstr>
      <vt:lpstr>Introduction</vt:lpstr>
      <vt:lpstr>Pipeline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Code Analysis?</vt:lpstr>
      <vt:lpstr>Tools</vt:lpstr>
      <vt:lpstr>PowerPoint Presentation</vt:lpstr>
      <vt:lpstr>PowerPoint Presentation</vt:lpstr>
      <vt:lpstr>Your own Repo for Softwares/Packages</vt:lpstr>
      <vt:lpstr>Nexus Software Repository Manager.</vt:lpstr>
      <vt:lpstr>Jenkins Integration with Nexus</vt:lpstr>
      <vt:lpstr>PowerPoint Presentation</vt:lpstr>
      <vt:lpstr>PowerPoint Presentation</vt:lpstr>
      <vt:lpstr>PowerPoint Presentation</vt:lpstr>
      <vt:lpstr>Use Cases</vt:lpstr>
      <vt:lpstr>Jenkins Master/Slave</vt:lpstr>
      <vt:lpstr>Execute Anything</vt:lpstr>
      <vt:lpstr>Prerequisites for Node Setup</vt:lpstr>
      <vt:lpstr>PowerPoint Presentation</vt:lpstr>
      <vt:lpstr>Securing Jenkins</vt:lpstr>
      <vt:lpstr>PowerPoint Presentation</vt:lpstr>
      <vt:lpstr>Jenkins integration with tools</vt:lpstr>
      <vt:lpstr>PowerPoint Presentation</vt:lpstr>
      <vt:lpstr>Sonarqube Integration</vt:lpstr>
      <vt:lpstr>Sonarqube Installation</vt:lpstr>
      <vt:lpstr>PowerPoint Presentation</vt:lpstr>
      <vt:lpstr>Build Job Remotely</vt:lpstr>
      <vt:lpstr>Build After a Job</vt:lpstr>
      <vt:lpstr>Build Periodically</vt:lpstr>
      <vt:lpstr>Poll SCM</vt:lpstr>
      <vt:lpstr>PowerPoint Presentation</vt:lpstr>
      <vt:lpstr>Benefits</vt:lpstr>
      <vt:lpstr>Sample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CI-Jenkins-ud</dc:title>
  <dc:creator>pc</dc:creator>
  <cp:lastModifiedBy>Fama Tasneem</cp:lastModifiedBy>
  <cp:revision>1</cp:revision>
  <dcterms:created xsi:type="dcterms:W3CDTF">2026-04-10T09:55:56Z</dcterms:created>
  <dcterms:modified xsi:type="dcterms:W3CDTF">2026-04-11T12:25:21Z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2026-04-10T00:00:00Z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2026-04-10T00:00:00Z</vt:filetime>
  </property>
</Properties>
</file>