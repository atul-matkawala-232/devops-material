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comments/modernComment_11A_1681B64A.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20_1BAB1EA.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25_790831DF.xml" ContentType="application/vnd.ms-powerpoint.comments+xml"/>
  <Override PartName="/ppt/notesSlides/notesSlide7.xml" ContentType="application/vnd.openxmlformats-officedocument.presentationml.notesSlide+xml"/>
  <Override PartName="/ppt/comments/modernComment_126_9E94522A.xml" ContentType="application/vnd.ms-powerpoint.comments+xml"/>
  <Override PartName="/ppt/comments/modernComment_128_E33EA737.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61" r:id="rId3"/>
    <p:sldId id="262" r:id="rId4"/>
    <p:sldId id="268" r:id="rId5"/>
    <p:sldId id="269" r:id="rId6"/>
    <p:sldId id="274" r:id="rId7"/>
    <p:sldId id="276" r:id="rId8"/>
    <p:sldId id="277" r:id="rId9"/>
    <p:sldId id="263" r:id="rId10"/>
    <p:sldId id="258" r:id="rId11"/>
    <p:sldId id="264" r:id="rId12"/>
    <p:sldId id="270" r:id="rId13"/>
    <p:sldId id="271" r:id="rId14"/>
    <p:sldId id="265" r:id="rId15"/>
    <p:sldId id="279" r:id="rId16"/>
    <p:sldId id="278" r:id="rId17"/>
    <p:sldId id="280" r:id="rId18"/>
    <p:sldId id="281" r:id="rId19"/>
    <p:sldId id="282" r:id="rId20"/>
    <p:sldId id="283" r:id="rId21"/>
    <p:sldId id="284" r:id="rId22"/>
    <p:sldId id="285" r:id="rId23"/>
    <p:sldId id="286" r:id="rId24"/>
    <p:sldId id="287" r:id="rId25"/>
    <p:sldId id="289" r:id="rId26"/>
    <p:sldId id="288" r:id="rId27"/>
    <p:sldId id="290" r:id="rId28"/>
    <p:sldId id="291" r:id="rId29"/>
    <p:sldId id="292" r:id="rId30"/>
    <p:sldId id="293" r:id="rId31"/>
    <p:sldId id="294" r:id="rId32"/>
    <p:sldId id="296" r:id="rId33"/>
    <p:sldId id="295" r:id="rId34"/>
    <p:sldId id="297" r:id="rId35"/>
    <p:sldId id="298" r:id="rId36"/>
    <p:sldId id="299"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86EDA5C-E243-4426-1DCF-8AFD2EE34AA1}" name="Atul Matkawala" initials="AM" userId="8fe240bc38c32bc7"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CD6367-2667-2746-9064-2D0830791199}" v="447" dt="2026-02-22T10:55:05.4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17"/>
    <p:restoredTop sz="96327"/>
  </p:normalViewPr>
  <p:slideViewPr>
    <p:cSldViewPr snapToGrid="0">
      <p:cViewPr>
        <p:scale>
          <a:sx n="96" d="100"/>
          <a:sy n="96" d="100"/>
        </p:scale>
        <p:origin x="1768" y="8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ul Matkawala" userId="8fe240bc38c32bc7" providerId="LiveId" clId="{BB534352-A38E-5650-A641-A87F5789C4B8}"/>
    <pc:docChg chg="undo redo custSel addSld delSld modSld sldOrd modMainMaster">
      <pc:chgData name="Atul Matkawala" userId="8fe240bc38c32bc7" providerId="LiveId" clId="{BB534352-A38E-5650-A641-A87F5789C4B8}" dt="2026-02-22T10:56:15.746" v="5241" actId="1037"/>
      <pc:docMkLst>
        <pc:docMk/>
      </pc:docMkLst>
      <pc:sldChg chg="addSp delSp modSp mod setBg modClrScheme setClrOvrMap chgLayout">
        <pc:chgData name="Atul Matkawala" userId="8fe240bc38c32bc7" providerId="LiveId" clId="{BB534352-A38E-5650-A641-A87F5789C4B8}" dt="2026-02-22T10:33:45.441" v="5025"/>
        <pc:sldMkLst>
          <pc:docMk/>
          <pc:sldMk cId="2457696354" sldId="256"/>
        </pc:sldMkLst>
        <pc:spChg chg="mod">
          <ac:chgData name="Atul Matkawala" userId="8fe240bc38c32bc7" providerId="LiveId" clId="{BB534352-A38E-5650-A641-A87F5789C4B8}" dt="2026-02-22T10:33:45.441" v="5025"/>
          <ac:spMkLst>
            <pc:docMk/>
            <pc:sldMk cId="2457696354" sldId="256"/>
            <ac:spMk id="2" creationId="{AF86ABBD-CAD2-0F70-561C-51B88EBDF32B}"/>
          </ac:spMkLst>
        </pc:spChg>
        <pc:spChg chg="mod">
          <ac:chgData name="Atul Matkawala" userId="8fe240bc38c32bc7" providerId="LiveId" clId="{BB534352-A38E-5650-A641-A87F5789C4B8}" dt="2026-02-22T10:33:45.441" v="5025"/>
          <ac:spMkLst>
            <pc:docMk/>
            <pc:sldMk cId="2457696354" sldId="256"/>
            <ac:spMk id="3" creationId="{69F805A0-042E-A225-9F2B-5D8353E21E72}"/>
          </ac:spMkLst>
        </pc:spChg>
        <pc:spChg chg="add del mod">
          <ac:chgData name="Atul Matkawala" userId="8fe240bc38c32bc7" providerId="LiveId" clId="{BB534352-A38E-5650-A641-A87F5789C4B8}" dt="2026-02-22T10:11:09.331" v="4398" actId="478"/>
          <ac:spMkLst>
            <pc:docMk/>
            <pc:sldMk cId="2457696354" sldId="256"/>
            <ac:spMk id="4" creationId="{26518B63-BD3C-6818-9B30-8EBA4A28291E}"/>
          </ac:spMkLst>
        </pc:spChg>
        <pc:spChg chg="del">
          <ac:chgData name="Atul Matkawala" userId="8fe240bc38c32bc7" providerId="LiveId" clId="{BB534352-A38E-5650-A641-A87F5789C4B8}" dt="2026-02-22T10:10:33.435" v="4390" actId="478"/>
          <ac:spMkLst>
            <pc:docMk/>
            <pc:sldMk cId="2457696354" sldId="256"/>
            <ac:spMk id="6" creationId="{C53FE2C4-79F9-096C-EFF2-AAFCA6011B92}"/>
          </ac:spMkLst>
        </pc:spChg>
        <pc:picChg chg="del">
          <ac:chgData name="Atul Matkawala" userId="8fe240bc38c32bc7" providerId="LiveId" clId="{BB534352-A38E-5650-A641-A87F5789C4B8}" dt="2026-02-22T10:11:01.725" v="4396" actId="478"/>
          <ac:picMkLst>
            <pc:docMk/>
            <pc:sldMk cId="2457696354" sldId="256"/>
            <ac:picMk id="5" creationId="{FE4DCF57-6646-4EF2-7AE1-609CFB30D5AC}"/>
          </ac:picMkLst>
        </pc:picChg>
      </pc:sldChg>
      <pc:sldChg chg="del ord setBg">
        <pc:chgData name="Atul Matkawala" userId="8fe240bc38c32bc7" providerId="LiveId" clId="{BB534352-A38E-5650-A641-A87F5789C4B8}" dt="2026-02-22T09:46:54.828" v="3973" actId="2696"/>
        <pc:sldMkLst>
          <pc:docMk/>
          <pc:sldMk cId="2669809118" sldId="257"/>
        </pc:sldMkLst>
      </pc:sldChg>
      <pc:sldChg chg="addSp delSp modSp mod setBg delDesignElem">
        <pc:chgData name="Atul Matkawala" userId="8fe240bc38c32bc7" providerId="LiveId" clId="{BB534352-A38E-5650-A641-A87F5789C4B8}" dt="2026-02-22T10:37:47.041" v="5055" actId="255"/>
        <pc:sldMkLst>
          <pc:docMk/>
          <pc:sldMk cId="274354303" sldId="258"/>
        </pc:sldMkLst>
        <pc:spChg chg="mod">
          <ac:chgData name="Atul Matkawala" userId="8fe240bc38c32bc7" providerId="LiveId" clId="{BB534352-A38E-5650-A641-A87F5789C4B8}" dt="2026-02-22T10:37:22.855" v="5047" actId="255"/>
          <ac:spMkLst>
            <pc:docMk/>
            <pc:sldMk cId="274354303" sldId="258"/>
            <ac:spMk id="2" creationId="{F01CFBAF-71B7-B96E-78DF-28CA06C5CEE9}"/>
          </ac:spMkLst>
        </pc:spChg>
        <pc:spChg chg="mod">
          <ac:chgData name="Atul Matkawala" userId="8fe240bc38c32bc7" providerId="LiveId" clId="{BB534352-A38E-5650-A641-A87F5789C4B8}" dt="2026-02-22T10:37:47.041" v="5055" actId="255"/>
          <ac:spMkLst>
            <pc:docMk/>
            <pc:sldMk cId="274354303" sldId="258"/>
            <ac:spMk id="9" creationId="{19AC18B5-0E66-99A5-E0E9-153011A9592B}"/>
          </ac:spMkLst>
        </pc:spChg>
        <pc:spChg chg="add del">
          <ac:chgData name="Atul Matkawala" userId="8fe240bc38c32bc7" providerId="LiveId" clId="{BB534352-A38E-5650-A641-A87F5789C4B8}" dt="2026-02-22T10:33:45.441" v="5025"/>
          <ac:spMkLst>
            <pc:docMk/>
            <pc:sldMk cId="274354303" sldId="258"/>
            <ac:spMk id="14" creationId="{66E48AFA-8884-4F68-A44F-D2C1E8609C5A}"/>
          </ac:spMkLst>
        </pc:spChg>
        <pc:spChg chg="add del">
          <ac:chgData name="Atul Matkawala" userId="8fe240bc38c32bc7" providerId="LiveId" clId="{BB534352-A38E-5650-A641-A87F5789C4B8}" dt="2026-02-22T10:33:45.441" v="5025"/>
          <ac:spMkLst>
            <pc:docMk/>
            <pc:sldMk cId="274354303" sldId="258"/>
            <ac:spMk id="16" creationId="{969D19A6-08CB-498C-93EC-3FFB021FC68A}"/>
          </ac:spMkLst>
        </pc:spChg>
      </pc:sldChg>
      <pc:sldChg chg="del ord setBg">
        <pc:chgData name="Atul Matkawala" userId="8fe240bc38c32bc7" providerId="LiveId" clId="{BB534352-A38E-5650-A641-A87F5789C4B8}" dt="2026-02-22T09:46:54.190" v="3972" actId="2696"/>
        <pc:sldMkLst>
          <pc:docMk/>
          <pc:sldMk cId="1832589819" sldId="259"/>
        </pc:sldMkLst>
      </pc:sldChg>
      <pc:sldChg chg="new del">
        <pc:chgData name="Atul Matkawala" userId="8fe240bc38c32bc7" providerId="LiveId" clId="{BB534352-A38E-5650-A641-A87F5789C4B8}" dt="2026-02-22T09:46:55.550" v="3974" actId="2696"/>
        <pc:sldMkLst>
          <pc:docMk/>
          <pc:sldMk cId="1804389040" sldId="260"/>
        </pc:sldMkLst>
      </pc:sldChg>
      <pc:sldChg chg="addSp modSp new mod ord setBg">
        <pc:chgData name="Atul Matkawala" userId="8fe240bc38c32bc7" providerId="LiveId" clId="{BB534352-A38E-5650-A641-A87F5789C4B8}" dt="2026-02-22T10:35:20.626" v="5031" actId="2711"/>
        <pc:sldMkLst>
          <pc:docMk/>
          <pc:sldMk cId="85254463" sldId="261"/>
        </pc:sldMkLst>
        <pc:spChg chg="add mod">
          <ac:chgData name="Atul Matkawala" userId="8fe240bc38c32bc7" providerId="LiveId" clId="{BB534352-A38E-5650-A641-A87F5789C4B8}" dt="2026-02-22T10:35:20.626" v="5031" actId="2711"/>
          <ac:spMkLst>
            <pc:docMk/>
            <pc:sldMk cId="85254463" sldId="261"/>
            <ac:spMk id="2" creationId="{19597BF0-88FD-5251-3B68-3129A93E46E5}"/>
          </ac:spMkLst>
        </pc:spChg>
        <pc:spChg chg="add mod">
          <ac:chgData name="Atul Matkawala" userId="8fe240bc38c32bc7" providerId="LiveId" clId="{BB534352-A38E-5650-A641-A87F5789C4B8}" dt="2026-02-08T08:32:22.322" v="22" actId="20577"/>
          <ac:spMkLst>
            <pc:docMk/>
            <pc:sldMk cId="85254463" sldId="261"/>
            <ac:spMk id="3" creationId="{3F72F638-6874-2678-FA48-4DDD7908EE6F}"/>
          </ac:spMkLst>
        </pc:spChg>
      </pc:sldChg>
      <pc:sldChg chg="addSp modSp new mod setBg">
        <pc:chgData name="Atul Matkawala" userId="8fe240bc38c32bc7" providerId="LiveId" clId="{BB534352-A38E-5650-A641-A87F5789C4B8}" dt="2026-02-22T10:36:29.793" v="5038" actId="255"/>
        <pc:sldMkLst>
          <pc:docMk/>
          <pc:sldMk cId="4145465420" sldId="262"/>
        </pc:sldMkLst>
        <pc:spChg chg="add mod">
          <ac:chgData name="Atul Matkawala" userId="8fe240bc38c32bc7" providerId="LiveId" clId="{BB534352-A38E-5650-A641-A87F5789C4B8}" dt="2026-02-22T10:36:29.793" v="5038" actId="255"/>
          <ac:spMkLst>
            <pc:docMk/>
            <pc:sldMk cId="4145465420" sldId="262"/>
            <ac:spMk id="2" creationId="{F75DD90E-2F34-7E76-2A87-419A26A0A644}"/>
          </ac:spMkLst>
        </pc:spChg>
        <pc:spChg chg="add mod">
          <ac:chgData name="Atul Matkawala" userId="8fe240bc38c32bc7" providerId="LiveId" clId="{BB534352-A38E-5650-A641-A87F5789C4B8}" dt="2026-02-08T08:34:56.747" v="309" actId="20577"/>
          <ac:spMkLst>
            <pc:docMk/>
            <pc:sldMk cId="4145465420" sldId="262"/>
            <ac:spMk id="3" creationId="{9ABED69F-6C43-D289-ECD1-3F7AA2617F55}"/>
          </ac:spMkLst>
        </pc:spChg>
      </pc:sldChg>
      <pc:sldChg chg="addSp delSp modSp new mod setBg delDesignElem">
        <pc:chgData name="Atul Matkawala" userId="8fe240bc38c32bc7" providerId="LiveId" clId="{BB534352-A38E-5650-A641-A87F5789C4B8}" dt="2026-02-22T10:33:45.441" v="5025"/>
        <pc:sldMkLst>
          <pc:docMk/>
          <pc:sldMk cId="1339923670" sldId="263"/>
        </pc:sldMkLst>
        <pc:spChg chg="add mod">
          <ac:chgData name="Atul Matkawala" userId="8fe240bc38c32bc7" providerId="LiveId" clId="{BB534352-A38E-5650-A641-A87F5789C4B8}" dt="2026-02-22T10:33:14.950" v="5012" actId="2711"/>
          <ac:spMkLst>
            <pc:docMk/>
            <pc:sldMk cId="1339923670" sldId="263"/>
            <ac:spMk id="2" creationId="{6438D3DD-03E4-BBC5-5A72-F569E95DD970}"/>
          </ac:spMkLst>
        </pc:spChg>
        <pc:spChg chg="add del">
          <ac:chgData name="Atul Matkawala" userId="8fe240bc38c32bc7" providerId="LiveId" clId="{BB534352-A38E-5650-A641-A87F5789C4B8}" dt="2026-02-22T10:33:45.441" v="5025"/>
          <ac:spMkLst>
            <pc:docMk/>
            <pc:sldMk cId="1339923670" sldId="263"/>
            <ac:spMk id="9" creationId="{BACC6370-2D7E-4714-9D71-7542949D7D5D}"/>
          </ac:spMkLst>
        </pc:spChg>
        <pc:spChg chg="add del">
          <ac:chgData name="Atul Matkawala" userId="8fe240bc38c32bc7" providerId="LiveId" clId="{BB534352-A38E-5650-A641-A87F5789C4B8}" dt="2026-02-22T10:33:45.441" v="5025"/>
          <ac:spMkLst>
            <pc:docMk/>
            <pc:sldMk cId="1339923670" sldId="263"/>
            <ac:spMk id="11" creationId="{F68B3F68-107C-434F-AA38-110D5EA91B85}"/>
          </ac:spMkLst>
        </pc:spChg>
        <pc:spChg chg="add del">
          <ac:chgData name="Atul Matkawala" userId="8fe240bc38c32bc7" providerId="LiveId" clId="{BB534352-A38E-5650-A641-A87F5789C4B8}" dt="2026-02-22T10:33:45.441" v="5025"/>
          <ac:spMkLst>
            <pc:docMk/>
            <pc:sldMk cId="1339923670" sldId="263"/>
            <ac:spMk id="13" creationId="{AAD0DBB9-1A4B-4391-81D4-CB19F9AB918A}"/>
          </ac:spMkLst>
        </pc:spChg>
        <pc:spChg chg="add del">
          <ac:chgData name="Atul Matkawala" userId="8fe240bc38c32bc7" providerId="LiveId" clId="{BB534352-A38E-5650-A641-A87F5789C4B8}" dt="2026-02-22T10:33:45.441" v="5025"/>
          <ac:spMkLst>
            <pc:docMk/>
            <pc:sldMk cId="1339923670" sldId="263"/>
            <ac:spMk id="15" creationId="{063BBA22-50EA-4C4D-BE05-F1CE4E63AA56}"/>
          </ac:spMkLst>
        </pc:spChg>
      </pc:sldChg>
      <pc:sldChg chg="addSp delSp modSp new mod setBg">
        <pc:chgData name="Atul Matkawala" userId="8fe240bc38c32bc7" providerId="LiveId" clId="{BB534352-A38E-5650-A641-A87F5789C4B8}" dt="2026-02-22T10:54:14.185" v="5201" actId="207"/>
        <pc:sldMkLst>
          <pc:docMk/>
          <pc:sldMk cId="2629330631" sldId="264"/>
        </pc:sldMkLst>
        <pc:spChg chg="mod">
          <ac:chgData name="Atul Matkawala" userId="8fe240bc38c32bc7" providerId="LiveId" clId="{BB534352-A38E-5650-A641-A87F5789C4B8}" dt="2026-02-22T10:54:14.185" v="5201" actId="207"/>
          <ac:spMkLst>
            <pc:docMk/>
            <pc:sldMk cId="2629330631" sldId="264"/>
            <ac:spMk id="9" creationId="{58BBD6D6-2D9C-CE31-E250-43B3934D7F16}"/>
          </ac:spMkLst>
        </pc:spChg>
        <pc:spChg chg="mod">
          <ac:chgData name="Atul Matkawala" userId="8fe240bc38c32bc7" providerId="LiveId" clId="{BB534352-A38E-5650-A641-A87F5789C4B8}" dt="2026-02-22T10:54:14.185" v="5201" actId="207"/>
          <ac:spMkLst>
            <pc:docMk/>
            <pc:sldMk cId="2629330631" sldId="264"/>
            <ac:spMk id="10" creationId="{B3C2DCEF-F916-FFEA-84B6-07BDFA7C64D3}"/>
          </ac:spMkLst>
        </pc:spChg>
        <pc:spChg chg="mod">
          <ac:chgData name="Atul Matkawala" userId="8fe240bc38c32bc7" providerId="LiveId" clId="{BB534352-A38E-5650-A641-A87F5789C4B8}" dt="2026-02-22T10:54:14.185" v="5201" actId="207"/>
          <ac:spMkLst>
            <pc:docMk/>
            <pc:sldMk cId="2629330631" sldId="264"/>
            <ac:spMk id="11" creationId="{1ED3EC01-D0EB-0BE1-9D2F-DC3841F439AB}"/>
          </ac:spMkLst>
        </pc:spChg>
        <pc:spChg chg="mod">
          <ac:chgData name="Atul Matkawala" userId="8fe240bc38c32bc7" providerId="LiveId" clId="{BB534352-A38E-5650-A641-A87F5789C4B8}" dt="2026-02-22T10:54:14.185" v="5201" actId="207"/>
          <ac:spMkLst>
            <pc:docMk/>
            <pc:sldMk cId="2629330631" sldId="264"/>
            <ac:spMk id="12" creationId="{2E752898-3FEB-CCE5-3B02-E6572E3C5198}"/>
          </ac:spMkLst>
        </pc:spChg>
        <pc:spChg chg="mod">
          <ac:chgData name="Atul Matkawala" userId="8fe240bc38c32bc7" providerId="LiveId" clId="{BB534352-A38E-5650-A641-A87F5789C4B8}" dt="2026-02-22T10:54:14.185" v="5201" actId="207"/>
          <ac:spMkLst>
            <pc:docMk/>
            <pc:sldMk cId="2629330631" sldId="264"/>
            <ac:spMk id="13" creationId="{F80C4021-A5A0-AA82-64FC-7BE650FC9560}"/>
          </ac:spMkLst>
        </pc:spChg>
        <pc:spChg chg="mod">
          <ac:chgData name="Atul Matkawala" userId="8fe240bc38c32bc7" providerId="LiveId" clId="{BB534352-A38E-5650-A641-A87F5789C4B8}" dt="2026-02-22T10:54:14.185" v="5201" actId="207"/>
          <ac:spMkLst>
            <pc:docMk/>
            <pc:sldMk cId="2629330631" sldId="264"/>
            <ac:spMk id="14" creationId="{833309F1-676F-1DB9-9CEA-3C422ADEF6C8}"/>
          </ac:spMkLst>
        </pc:spChg>
        <pc:spChg chg="mod">
          <ac:chgData name="Atul Matkawala" userId="8fe240bc38c32bc7" providerId="LiveId" clId="{BB534352-A38E-5650-A641-A87F5789C4B8}" dt="2026-02-22T10:37:57.281" v="5057" actId="113"/>
          <ac:spMkLst>
            <pc:docMk/>
            <pc:sldMk cId="2629330631" sldId="264"/>
            <ac:spMk id="15" creationId="{B8B60CFB-E903-3C5F-E682-DEF6B6BD8F33}"/>
          </ac:spMkLst>
        </pc:spChg>
      </pc:sldChg>
      <pc:sldChg chg="addSp delSp modSp new mod setBg delDesignElem">
        <pc:chgData name="Atul Matkawala" userId="8fe240bc38c32bc7" providerId="LiveId" clId="{BB534352-A38E-5650-A641-A87F5789C4B8}" dt="2026-02-22T10:38:33.637" v="5065" actId="113"/>
        <pc:sldMkLst>
          <pc:docMk/>
          <pc:sldMk cId="1191661660" sldId="265"/>
        </pc:sldMkLst>
        <pc:spChg chg="add mod">
          <ac:chgData name="Atul Matkawala" userId="8fe240bc38c32bc7" providerId="LiveId" clId="{BB534352-A38E-5650-A641-A87F5789C4B8}" dt="2026-02-22T10:38:33.637" v="5065" actId="113"/>
          <ac:spMkLst>
            <pc:docMk/>
            <pc:sldMk cId="1191661660" sldId="265"/>
            <ac:spMk id="2" creationId="{8FCB0E1F-39BF-D570-0CA5-DE590EA277F2}"/>
          </ac:spMkLst>
        </pc:spChg>
        <pc:spChg chg="add mod">
          <ac:chgData name="Atul Matkawala" userId="8fe240bc38c32bc7" providerId="LiveId" clId="{BB534352-A38E-5650-A641-A87F5789C4B8}" dt="2026-02-12T22:18:04.868" v="1057" actId="20577"/>
          <ac:spMkLst>
            <pc:docMk/>
            <pc:sldMk cId="1191661660" sldId="265"/>
            <ac:spMk id="4" creationId="{395E2F93-CC36-18B4-B651-A3679796CD7D}"/>
          </ac:spMkLst>
        </pc:spChg>
        <pc:spChg chg="add del">
          <ac:chgData name="Atul Matkawala" userId="8fe240bc38c32bc7" providerId="LiveId" clId="{BB534352-A38E-5650-A641-A87F5789C4B8}" dt="2026-02-22T10:33:45.441" v="5025"/>
          <ac:spMkLst>
            <pc:docMk/>
            <pc:sldMk cId="1191661660" sldId="265"/>
            <ac:spMk id="14" creationId="{50CEED20-A22C-4FC3-BC0E-F4FE53FDEB97}"/>
          </ac:spMkLst>
        </pc:spChg>
        <pc:spChg chg="add del">
          <ac:chgData name="Atul Matkawala" userId="8fe240bc38c32bc7" providerId="LiveId" clId="{BB534352-A38E-5650-A641-A87F5789C4B8}" dt="2026-02-22T10:33:45.441" v="5025"/>
          <ac:spMkLst>
            <pc:docMk/>
            <pc:sldMk cId="1191661660" sldId="265"/>
            <ac:spMk id="15" creationId="{19C9EAEA-39D0-4B0E-A0EB-51E7B26740B1}"/>
          </ac:spMkLst>
        </pc:spChg>
        <pc:spChg chg="add del">
          <ac:chgData name="Atul Matkawala" userId="8fe240bc38c32bc7" providerId="LiveId" clId="{BB534352-A38E-5650-A641-A87F5789C4B8}" dt="2026-02-22T10:33:45.441" v="5025"/>
          <ac:spMkLst>
            <pc:docMk/>
            <pc:sldMk cId="1191661660" sldId="265"/>
            <ac:spMk id="17" creationId="{3873B707-463F-40B0-8227-E8CC6C67EB25}"/>
          </ac:spMkLst>
        </pc:spChg>
        <pc:grpChg chg="add del">
          <ac:chgData name="Atul Matkawala" userId="8fe240bc38c32bc7" providerId="LiveId" clId="{BB534352-A38E-5650-A641-A87F5789C4B8}" dt="2026-02-22T10:33:45.441" v="5025"/>
          <ac:grpSpMkLst>
            <pc:docMk/>
            <pc:sldMk cId="1191661660" sldId="265"/>
            <ac:grpSpMk id="10" creationId="{032D8612-31EB-44CF-A1D0-14FD4C705424}"/>
          </ac:grpSpMkLst>
        </pc:grpChg>
        <pc:picChg chg="add mod">
          <ac:chgData name="Atul Matkawala" userId="8fe240bc38c32bc7" providerId="LiveId" clId="{BB534352-A38E-5650-A641-A87F5789C4B8}" dt="2026-02-08T10:23:12.974" v="416" actId="1076"/>
          <ac:picMkLst>
            <pc:docMk/>
            <pc:sldMk cId="1191661660" sldId="265"/>
            <ac:picMk id="3" creationId="{56B5738F-7C8D-B784-DD28-DBC0278DED57}"/>
          </ac:picMkLst>
        </pc:picChg>
      </pc:sldChg>
      <pc:sldChg chg="addSp modSp new del mod">
        <pc:chgData name="Atul Matkawala" userId="8fe240bc38c32bc7" providerId="LiveId" clId="{BB534352-A38E-5650-A641-A87F5789C4B8}" dt="2026-02-22T09:46:52.247" v="3971" actId="2696"/>
        <pc:sldMkLst>
          <pc:docMk/>
          <pc:sldMk cId="2401496616" sldId="266"/>
        </pc:sldMkLst>
      </pc:sldChg>
      <pc:sldChg chg="modSp mod setBg">
        <pc:chgData name="Atul Matkawala" userId="8fe240bc38c32bc7" providerId="LiveId" clId="{BB534352-A38E-5650-A641-A87F5789C4B8}" dt="2026-02-22T10:36:06.416" v="5035" actId="255"/>
        <pc:sldMkLst>
          <pc:docMk/>
          <pc:sldMk cId="1304676515" sldId="268"/>
        </pc:sldMkLst>
        <pc:spChg chg="mod">
          <ac:chgData name="Atul Matkawala" userId="8fe240bc38c32bc7" providerId="LiveId" clId="{BB534352-A38E-5650-A641-A87F5789C4B8}" dt="2026-02-22T10:36:06.416" v="5035" actId="255"/>
          <ac:spMkLst>
            <pc:docMk/>
            <pc:sldMk cId="1304676515" sldId="268"/>
            <ac:spMk id="2" creationId="{2E91BB0E-B258-7A06-AED2-E3BA97A7BF0E}"/>
          </ac:spMkLst>
        </pc:spChg>
      </pc:sldChg>
      <pc:sldChg chg="modSp mod setBg">
        <pc:chgData name="Atul Matkawala" userId="8fe240bc38c32bc7" providerId="LiveId" clId="{BB534352-A38E-5650-A641-A87F5789C4B8}" dt="2026-02-22T10:56:15.746" v="5241" actId="1037"/>
        <pc:sldMkLst>
          <pc:docMk/>
          <pc:sldMk cId="3336197658" sldId="269"/>
        </pc:sldMkLst>
        <pc:spChg chg="mod">
          <ac:chgData name="Atul Matkawala" userId="8fe240bc38c32bc7" providerId="LiveId" clId="{BB534352-A38E-5650-A641-A87F5789C4B8}" dt="2026-02-22T10:36:19.326" v="5037" actId="2711"/>
          <ac:spMkLst>
            <pc:docMk/>
            <pc:sldMk cId="3336197658" sldId="269"/>
            <ac:spMk id="2" creationId="{D2628A67-164D-A153-8513-5073BBB24900}"/>
          </ac:spMkLst>
        </pc:spChg>
        <pc:spChg chg="mod">
          <ac:chgData name="Atul Matkawala" userId="8fe240bc38c32bc7" providerId="LiveId" clId="{BB534352-A38E-5650-A641-A87F5789C4B8}" dt="2026-02-22T10:55:45.161" v="5210" actId="1076"/>
          <ac:spMkLst>
            <pc:docMk/>
            <pc:sldMk cId="3336197658" sldId="269"/>
            <ac:spMk id="5" creationId="{669A0FF2-97A0-BC04-FA6F-1DF84135F103}"/>
          </ac:spMkLst>
        </pc:spChg>
        <pc:picChg chg="mod">
          <ac:chgData name="Atul Matkawala" userId="8fe240bc38c32bc7" providerId="LiveId" clId="{BB534352-A38E-5650-A641-A87F5789C4B8}" dt="2026-02-22T10:55:56.507" v="5212" actId="14100"/>
          <ac:picMkLst>
            <pc:docMk/>
            <pc:sldMk cId="3336197658" sldId="269"/>
            <ac:picMk id="12" creationId="{36F4FD11-65B1-BBCB-5A4A-28FEE28DA197}"/>
          </ac:picMkLst>
        </pc:picChg>
        <pc:picChg chg="mod">
          <ac:chgData name="Atul Matkawala" userId="8fe240bc38c32bc7" providerId="LiveId" clId="{BB534352-A38E-5650-A641-A87F5789C4B8}" dt="2026-02-22T10:56:07.498" v="5231" actId="1035"/>
          <ac:picMkLst>
            <pc:docMk/>
            <pc:sldMk cId="3336197658" sldId="269"/>
            <ac:picMk id="16" creationId="{DC0D03C5-E3AA-C680-548F-7F0EA72DAED6}"/>
          </ac:picMkLst>
        </pc:picChg>
        <pc:picChg chg="mod">
          <ac:chgData name="Atul Matkawala" userId="8fe240bc38c32bc7" providerId="LiveId" clId="{BB534352-A38E-5650-A641-A87F5789C4B8}" dt="2026-02-22T10:56:15.746" v="5241" actId="1037"/>
          <ac:picMkLst>
            <pc:docMk/>
            <pc:sldMk cId="3336197658" sldId="269"/>
            <ac:picMk id="18" creationId="{B0B2616A-7014-38E5-C8F4-CE2029CAEF23}"/>
          </ac:picMkLst>
        </pc:picChg>
      </pc:sldChg>
      <pc:sldChg chg="modSp mod setBg">
        <pc:chgData name="Atul Matkawala" userId="8fe240bc38c32bc7" providerId="LiveId" clId="{BB534352-A38E-5650-A641-A87F5789C4B8}" dt="2026-02-22T10:54:02.495" v="5200" actId="14100"/>
        <pc:sldMkLst>
          <pc:docMk/>
          <pc:sldMk cId="2459436079" sldId="270"/>
        </pc:sldMkLst>
        <pc:spChg chg="mod">
          <ac:chgData name="Atul Matkawala" userId="8fe240bc38c32bc7" providerId="LiveId" clId="{BB534352-A38E-5650-A641-A87F5789C4B8}" dt="2026-02-22T10:38:09.784" v="5060" actId="113"/>
          <ac:spMkLst>
            <pc:docMk/>
            <pc:sldMk cId="2459436079" sldId="270"/>
            <ac:spMk id="2" creationId="{0E2F3A19-C8BF-B103-8DB3-F9B0A6AB75B5}"/>
          </ac:spMkLst>
        </pc:spChg>
        <pc:spChg chg="mod">
          <ac:chgData name="Atul Matkawala" userId="8fe240bc38c32bc7" providerId="LiveId" clId="{BB534352-A38E-5650-A641-A87F5789C4B8}" dt="2026-02-22T10:53:50.778" v="5199" actId="207"/>
          <ac:spMkLst>
            <pc:docMk/>
            <pc:sldMk cId="2459436079" sldId="270"/>
            <ac:spMk id="6" creationId="{4AABBD86-1680-7186-9162-82F1727A03C1}"/>
          </ac:spMkLst>
        </pc:spChg>
        <pc:spChg chg="mod">
          <ac:chgData name="Atul Matkawala" userId="8fe240bc38c32bc7" providerId="LiveId" clId="{BB534352-A38E-5650-A641-A87F5789C4B8}" dt="2026-02-22T10:53:50.778" v="5199" actId="207"/>
          <ac:spMkLst>
            <pc:docMk/>
            <pc:sldMk cId="2459436079" sldId="270"/>
            <ac:spMk id="8" creationId="{248CF42B-B599-23F3-9C4D-1FCB56CC6F1C}"/>
          </ac:spMkLst>
        </pc:spChg>
        <pc:spChg chg="mod">
          <ac:chgData name="Atul Matkawala" userId="8fe240bc38c32bc7" providerId="LiveId" clId="{BB534352-A38E-5650-A641-A87F5789C4B8}" dt="2026-02-22T10:53:50.778" v="5199" actId="207"/>
          <ac:spMkLst>
            <pc:docMk/>
            <pc:sldMk cId="2459436079" sldId="270"/>
            <ac:spMk id="10" creationId="{56FF94FC-16C7-C702-9BF1-8C5F10416156}"/>
          </ac:spMkLst>
        </pc:spChg>
        <pc:spChg chg="mod">
          <ac:chgData name="Atul Matkawala" userId="8fe240bc38c32bc7" providerId="LiveId" clId="{BB534352-A38E-5650-A641-A87F5789C4B8}" dt="2026-02-13T05:28:32.309" v="2307" actId="20577"/>
          <ac:spMkLst>
            <pc:docMk/>
            <pc:sldMk cId="2459436079" sldId="270"/>
            <ac:spMk id="11" creationId="{53922D82-BE3B-FFE9-AE99-AD32C5E3A270}"/>
          </ac:spMkLst>
        </pc:spChg>
        <pc:spChg chg="mod">
          <ac:chgData name="Atul Matkawala" userId="8fe240bc38c32bc7" providerId="LiveId" clId="{BB534352-A38E-5650-A641-A87F5789C4B8}" dt="2026-02-22T10:53:50.778" v="5199" actId="207"/>
          <ac:spMkLst>
            <pc:docMk/>
            <pc:sldMk cId="2459436079" sldId="270"/>
            <ac:spMk id="13" creationId="{986D224D-D54F-01B1-32BD-CD7D4B143185}"/>
          </ac:spMkLst>
        </pc:spChg>
        <pc:spChg chg="mod">
          <ac:chgData name="Atul Matkawala" userId="8fe240bc38c32bc7" providerId="LiveId" clId="{BB534352-A38E-5650-A641-A87F5789C4B8}" dt="2026-02-22T10:54:02.495" v="5200" actId="14100"/>
          <ac:spMkLst>
            <pc:docMk/>
            <pc:sldMk cId="2459436079" sldId="270"/>
            <ac:spMk id="16" creationId="{91A658CB-0B5C-AAEB-C1B2-2F05C1A953BB}"/>
          </ac:spMkLst>
        </pc:spChg>
        <pc:spChg chg="mod">
          <ac:chgData name="Atul Matkawala" userId="8fe240bc38c32bc7" providerId="LiveId" clId="{BB534352-A38E-5650-A641-A87F5789C4B8}" dt="2026-02-22T10:53:44.298" v="5198" actId="207"/>
          <ac:spMkLst>
            <pc:docMk/>
            <pc:sldMk cId="2459436079" sldId="270"/>
            <ac:spMk id="17" creationId="{C7E4B16B-6231-C1C9-D9E1-D08339270F95}"/>
          </ac:spMkLst>
        </pc:spChg>
        <pc:spChg chg="mod">
          <ac:chgData name="Atul Matkawala" userId="8fe240bc38c32bc7" providerId="LiveId" clId="{BB534352-A38E-5650-A641-A87F5789C4B8}" dt="2026-02-22T10:53:44.298" v="5198" actId="207"/>
          <ac:spMkLst>
            <pc:docMk/>
            <pc:sldMk cId="2459436079" sldId="270"/>
            <ac:spMk id="18" creationId="{D6EDFC68-6C35-3B81-28A6-D4F94AB47024}"/>
          </ac:spMkLst>
        </pc:spChg>
      </pc:sldChg>
      <pc:sldChg chg="addSp delSp modSp mod setBg">
        <pc:chgData name="Atul Matkawala" userId="8fe240bc38c32bc7" providerId="LiveId" clId="{BB534352-A38E-5650-A641-A87F5789C4B8}" dt="2026-02-22T10:53:33.931" v="5197" actId="207"/>
        <pc:sldMkLst>
          <pc:docMk/>
          <pc:sldMk cId="4249690408" sldId="271"/>
        </pc:sldMkLst>
        <pc:spChg chg="mod">
          <ac:chgData name="Atul Matkawala" userId="8fe240bc38c32bc7" providerId="LiveId" clId="{BB534352-A38E-5650-A641-A87F5789C4B8}" dt="2026-02-22T10:38:22.407" v="5063" actId="113"/>
          <ac:spMkLst>
            <pc:docMk/>
            <pc:sldMk cId="4249690408" sldId="271"/>
            <ac:spMk id="2" creationId="{7EA52956-4E95-6EA2-C7D0-A090A6DF5E15}"/>
          </ac:spMkLst>
        </pc:spChg>
        <pc:spChg chg="add mod">
          <ac:chgData name="Atul Matkawala" userId="8fe240bc38c32bc7" providerId="LiveId" clId="{BB534352-A38E-5650-A641-A87F5789C4B8}" dt="2026-02-22T10:53:24.652" v="5196" actId="207"/>
          <ac:spMkLst>
            <pc:docMk/>
            <pc:sldMk cId="4249690408" sldId="271"/>
            <ac:spMk id="3" creationId="{3267BBD2-99D2-167C-53C5-3DB749C7E150}"/>
          </ac:spMkLst>
        </pc:spChg>
        <pc:spChg chg="mod">
          <ac:chgData name="Atul Matkawala" userId="8fe240bc38c32bc7" providerId="LiveId" clId="{BB534352-A38E-5650-A641-A87F5789C4B8}" dt="2026-02-22T10:53:33.931" v="5197" actId="207"/>
          <ac:spMkLst>
            <pc:docMk/>
            <pc:sldMk cId="4249690408" sldId="271"/>
            <ac:spMk id="4" creationId="{32B4EC43-7756-3DC8-82B5-8EA5D5916948}"/>
          </ac:spMkLst>
        </pc:spChg>
        <pc:spChg chg="mod">
          <ac:chgData name="Atul Matkawala" userId="8fe240bc38c32bc7" providerId="LiveId" clId="{BB534352-A38E-5650-A641-A87F5789C4B8}" dt="2026-02-22T10:53:33.931" v="5197" actId="207"/>
          <ac:spMkLst>
            <pc:docMk/>
            <pc:sldMk cId="4249690408" sldId="271"/>
            <ac:spMk id="6" creationId="{01565397-F926-0EF9-0881-EF9145C11798}"/>
          </ac:spMkLst>
        </pc:spChg>
        <pc:spChg chg="mod">
          <ac:chgData name="Atul Matkawala" userId="8fe240bc38c32bc7" providerId="LiveId" clId="{BB534352-A38E-5650-A641-A87F5789C4B8}" dt="2026-02-22T10:53:33.931" v="5197" actId="207"/>
          <ac:spMkLst>
            <pc:docMk/>
            <pc:sldMk cId="4249690408" sldId="271"/>
            <ac:spMk id="8" creationId="{770556B6-4748-4FE1-0069-96C97B3A7E64}"/>
          </ac:spMkLst>
        </pc:spChg>
        <pc:spChg chg="mod">
          <ac:chgData name="Atul Matkawala" userId="8fe240bc38c32bc7" providerId="LiveId" clId="{BB534352-A38E-5650-A641-A87F5789C4B8}" dt="2026-02-22T10:53:33.931" v="5197" actId="207"/>
          <ac:spMkLst>
            <pc:docMk/>
            <pc:sldMk cId="4249690408" sldId="271"/>
            <ac:spMk id="10" creationId="{EF4718CC-191B-F02A-B1CF-78282E65F068}"/>
          </ac:spMkLst>
        </pc:spChg>
        <pc:spChg chg="mod">
          <ac:chgData name="Atul Matkawala" userId="8fe240bc38c32bc7" providerId="LiveId" clId="{BB534352-A38E-5650-A641-A87F5789C4B8}" dt="2026-02-22T10:53:24.652" v="5196" actId="207"/>
          <ac:spMkLst>
            <pc:docMk/>
            <pc:sldMk cId="4249690408" sldId="271"/>
            <ac:spMk id="12" creationId="{D0BDAE6F-7E91-C799-9550-ED1A598B6FBC}"/>
          </ac:spMkLst>
        </pc:spChg>
        <pc:spChg chg="mod">
          <ac:chgData name="Atul Matkawala" userId="8fe240bc38c32bc7" providerId="LiveId" clId="{BB534352-A38E-5650-A641-A87F5789C4B8}" dt="2026-02-22T10:53:33.931" v="5197" actId="207"/>
          <ac:spMkLst>
            <pc:docMk/>
            <pc:sldMk cId="4249690408" sldId="271"/>
            <ac:spMk id="13" creationId="{63AECED3-CA0C-C275-5E84-D40BBC97ADD7}"/>
          </ac:spMkLst>
        </pc:spChg>
        <pc:spChg chg="mod">
          <ac:chgData name="Atul Matkawala" userId="8fe240bc38c32bc7" providerId="LiveId" clId="{BB534352-A38E-5650-A641-A87F5789C4B8}" dt="2026-02-22T10:53:24.652" v="5196" actId="207"/>
          <ac:spMkLst>
            <pc:docMk/>
            <pc:sldMk cId="4249690408" sldId="271"/>
            <ac:spMk id="15" creationId="{FF3C50E1-22C9-92F8-469A-ABE06C942CBB}"/>
          </ac:spMkLst>
        </pc:spChg>
        <pc:spChg chg="mod">
          <ac:chgData name="Atul Matkawala" userId="8fe240bc38c32bc7" providerId="LiveId" clId="{BB534352-A38E-5650-A641-A87F5789C4B8}" dt="2026-02-22T10:53:24.652" v="5196" actId="207"/>
          <ac:spMkLst>
            <pc:docMk/>
            <pc:sldMk cId="4249690408" sldId="271"/>
            <ac:spMk id="16" creationId="{BDBCDEA9-8D30-7A52-F6F2-156250116CCA}"/>
          </ac:spMkLst>
        </pc:spChg>
        <pc:spChg chg="mod">
          <ac:chgData name="Atul Matkawala" userId="8fe240bc38c32bc7" providerId="LiveId" clId="{BB534352-A38E-5650-A641-A87F5789C4B8}" dt="2026-02-22T10:53:24.652" v="5196" actId="207"/>
          <ac:spMkLst>
            <pc:docMk/>
            <pc:sldMk cId="4249690408" sldId="271"/>
            <ac:spMk id="17" creationId="{E45912C6-1B7D-A983-FC01-F0A39D3BA933}"/>
          </ac:spMkLst>
        </pc:spChg>
        <pc:spChg chg="mod">
          <ac:chgData name="Atul Matkawala" userId="8fe240bc38c32bc7" providerId="LiveId" clId="{BB534352-A38E-5650-A641-A87F5789C4B8}" dt="2026-02-22T10:53:24.652" v="5196" actId="207"/>
          <ac:spMkLst>
            <pc:docMk/>
            <pc:sldMk cId="4249690408" sldId="271"/>
            <ac:spMk id="18" creationId="{008A5AC0-0835-1E1E-CBC1-D7EEE03AFC09}"/>
          </ac:spMkLst>
        </pc:spChg>
        <pc:spChg chg="mod">
          <ac:chgData name="Atul Matkawala" userId="8fe240bc38c32bc7" providerId="LiveId" clId="{BB534352-A38E-5650-A641-A87F5789C4B8}" dt="2026-02-22T10:53:33.931" v="5197" actId="207"/>
          <ac:spMkLst>
            <pc:docMk/>
            <pc:sldMk cId="4249690408" sldId="271"/>
            <ac:spMk id="19" creationId="{999BA446-7A08-2674-2A8E-27D66D5A7532}"/>
          </ac:spMkLst>
        </pc:spChg>
      </pc:sldChg>
      <pc:sldChg chg="addSp delSp modSp new mod ord setBg">
        <pc:chgData name="Atul Matkawala" userId="8fe240bc38c32bc7" providerId="LiveId" clId="{BB534352-A38E-5650-A641-A87F5789C4B8}" dt="2026-02-22T10:55:09.507" v="5208" actId="478"/>
        <pc:sldMkLst>
          <pc:docMk/>
          <pc:sldMk cId="2917601066" sldId="274"/>
        </pc:sldMkLst>
        <pc:spChg chg="mod">
          <ac:chgData name="Atul Matkawala" userId="8fe240bc38c32bc7" providerId="LiveId" clId="{BB534352-A38E-5650-A641-A87F5789C4B8}" dt="2026-02-22T10:36:49.450" v="5041" actId="113"/>
          <ac:spMkLst>
            <pc:docMk/>
            <pc:sldMk cId="2917601066" sldId="274"/>
            <ac:spMk id="2" creationId="{AA37E5EC-F032-7C3C-B377-193AF6E09182}"/>
          </ac:spMkLst>
        </pc:spChg>
        <pc:spChg chg="add del mod">
          <ac:chgData name="Atul Matkawala" userId="8fe240bc38c32bc7" providerId="LiveId" clId="{BB534352-A38E-5650-A641-A87F5789C4B8}" dt="2026-02-22T10:55:09.507" v="5208" actId="478"/>
          <ac:spMkLst>
            <pc:docMk/>
            <pc:sldMk cId="2917601066" sldId="274"/>
            <ac:spMk id="3" creationId="{7E73F7F1-7904-5285-2A1D-78503F7D24AC}"/>
          </ac:spMkLst>
        </pc:spChg>
        <pc:graphicFrameChg chg="add mod">
          <ac:chgData name="Atul Matkawala" userId="8fe240bc38c32bc7" providerId="LiveId" clId="{BB534352-A38E-5650-A641-A87F5789C4B8}" dt="2026-02-22T10:55:03.592" v="5206"/>
          <ac:graphicFrameMkLst>
            <pc:docMk/>
            <pc:sldMk cId="2917601066" sldId="274"/>
            <ac:graphicFrameMk id="5" creationId="{21E6568D-6A6E-4F06-46E2-CD2607566577}"/>
          </ac:graphicFrameMkLst>
        </pc:graphicFrameChg>
      </pc:sldChg>
      <pc:sldChg chg="addSp delSp modSp new mod setBg delDesignElem">
        <pc:chgData name="Atul Matkawala" userId="8fe240bc38c32bc7" providerId="LiveId" clId="{BB534352-A38E-5650-A641-A87F5789C4B8}" dt="2026-02-22T10:37:00.171" v="5043" actId="255"/>
        <pc:sldMkLst>
          <pc:docMk/>
          <pc:sldMk cId="108075996" sldId="276"/>
        </pc:sldMkLst>
        <pc:spChg chg="mod">
          <ac:chgData name="Atul Matkawala" userId="8fe240bc38c32bc7" providerId="LiveId" clId="{BB534352-A38E-5650-A641-A87F5789C4B8}" dt="2026-02-22T10:37:00.171" v="5043" actId="255"/>
          <ac:spMkLst>
            <pc:docMk/>
            <pc:sldMk cId="108075996" sldId="276"/>
            <ac:spMk id="2" creationId="{1FC34BF8-0D7D-8295-80F8-2486FE1F4A00}"/>
          </ac:spMkLst>
        </pc:spChg>
        <pc:spChg chg="mod">
          <ac:chgData name="Atul Matkawala" userId="8fe240bc38c32bc7" providerId="LiveId" clId="{BB534352-A38E-5650-A641-A87F5789C4B8}" dt="2026-02-12T21:48:28.408" v="1011" actId="26606"/>
          <ac:spMkLst>
            <pc:docMk/>
            <pc:sldMk cId="108075996" sldId="276"/>
            <ac:spMk id="3" creationId="{E491949F-AE13-93DE-F9CC-324BEE4206E2}"/>
          </ac:spMkLst>
        </pc:spChg>
        <pc:spChg chg="mod">
          <ac:chgData name="Atul Matkawala" userId="8fe240bc38c32bc7" providerId="LiveId" clId="{BB534352-A38E-5650-A641-A87F5789C4B8}" dt="2026-02-12T21:48:28.408" v="1011" actId="26606"/>
          <ac:spMkLst>
            <pc:docMk/>
            <pc:sldMk cId="108075996" sldId="276"/>
            <ac:spMk id="4" creationId="{5ADB6454-0F4D-DB7B-60D4-CBDFC9EB22C3}"/>
          </ac:spMkLst>
        </pc:spChg>
        <pc:spChg chg="add del mod">
          <ac:chgData name="Atul Matkawala" userId="8fe240bc38c32bc7" providerId="LiveId" clId="{BB534352-A38E-5650-A641-A87F5789C4B8}" dt="2026-02-22T10:33:24.113" v="5014" actId="478"/>
          <ac:spMkLst>
            <pc:docMk/>
            <pc:sldMk cId="108075996" sldId="276"/>
            <ac:spMk id="5" creationId="{30140FC4-400A-77BD-390B-4B4246273AF6}"/>
          </ac:spMkLst>
        </pc:spChg>
        <pc:spChg chg="add del">
          <ac:chgData name="Atul Matkawala" userId="8fe240bc38c32bc7" providerId="LiveId" clId="{BB534352-A38E-5650-A641-A87F5789C4B8}" dt="2026-02-22T10:33:45.441" v="5025"/>
          <ac:spMkLst>
            <pc:docMk/>
            <pc:sldMk cId="108075996" sldId="276"/>
            <ac:spMk id="34" creationId="{4C608BEB-860E-4094-8511-78603564A75E}"/>
          </ac:spMkLst>
        </pc:spChg>
        <pc:cxnChg chg="add del">
          <ac:chgData name="Atul Matkawala" userId="8fe240bc38c32bc7" providerId="LiveId" clId="{BB534352-A38E-5650-A641-A87F5789C4B8}" dt="2026-02-22T10:33:45.441" v="5025"/>
          <ac:cxnSpMkLst>
            <pc:docMk/>
            <pc:sldMk cId="108075996" sldId="276"/>
            <ac:cxnSpMk id="35" creationId="{1F16A8D4-FE87-4604-88B2-394B5D1EB437}"/>
          </ac:cxnSpMkLst>
        </pc:cxnChg>
      </pc:sldChg>
      <pc:sldChg chg="addSp delSp modSp new mod setBg delDesignElem">
        <pc:chgData name="Atul Matkawala" userId="8fe240bc38c32bc7" providerId="LiveId" clId="{BB534352-A38E-5650-A641-A87F5789C4B8}" dt="2026-02-22T10:37:12.669" v="5046" actId="113"/>
        <pc:sldMkLst>
          <pc:docMk/>
          <pc:sldMk cId="2296613440" sldId="277"/>
        </pc:sldMkLst>
        <pc:spChg chg="mod">
          <ac:chgData name="Atul Matkawala" userId="8fe240bc38c32bc7" providerId="LiveId" clId="{BB534352-A38E-5650-A641-A87F5789C4B8}" dt="2026-02-22T10:37:12.669" v="5046" actId="113"/>
          <ac:spMkLst>
            <pc:docMk/>
            <pc:sldMk cId="2296613440" sldId="277"/>
            <ac:spMk id="2" creationId="{FD93D5CB-4269-76CF-84DB-D92B13220CEA}"/>
          </ac:spMkLst>
        </pc:spChg>
        <pc:spChg chg="add del">
          <ac:chgData name="Atul Matkawala" userId="8fe240bc38c32bc7" providerId="LiveId" clId="{BB534352-A38E-5650-A641-A87F5789C4B8}" dt="2026-02-22T10:33:45.441" v="5025"/>
          <ac:spMkLst>
            <pc:docMk/>
            <pc:sldMk cId="2296613440" sldId="277"/>
            <ac:spMk id="20" creationId="{2E442304-DDBD-4F7B-8017-36BCC863FB40}"/>
          </ac:spMkLst>
        </pc:spChg>
        <pc:spChg chg="add del">
          <ac:chgData name="Atul Matkawala" userId="8fe240bc38c32bc7" providerId="LiveId" clId="{BB534352-A38E-5650-A641-A87F5789C4B8}" dt="2026-02-22T10:33:45.441" v="5025"/>
          <ac:spMkLst>
            <pc:docMk/>
            <pc:sldMk cId="2296613440" sldId="277"/>
            <ac:spMk id="21" creationId="{5E107275-3853-46FD-A241-DE4355A42675}"/>
          </ac:spMkLst>
        </pc:spChg>
        <pc:graphicFrameChg chg="add mod">
          <ac:chgData name="Atul Matkawala" userId="8fe240bc38c32bc7" providerId="LiveId" clId="{BB534352-A38E-5650-A641-A87F5789C4B8}" dt="2026-02-22T10:34:12.185" v="5028" actId="207"/>
          <ac:graphicFrameMkLst>
            <pc:docMk/>
            <pc:sldMk cId="2296613440" sldId="277"/>
            <ac:graphicFrameMk id="22" creationId="{8DB709CE-80BE-32F5-306F-C3258324EC1D}"/>
          </ac:graphicFrameMkLst>
        </pc:graphicFrameChg>
      </pc:sldChg>
      <pc:sldChg chg="addSp delSp modSp new mod setBg delDesignElem">
        <pc:chgData name="Atul Matkawala" userId="8fe240bc38c32bc7" providerId="LiveId" clId="{BB534352-A38E-5650-A641-A87F5789C4B8}" dt="2026-02-22T10:53:04.289" v="5195" actId="1076"/>
        <pc:sldMkLst>
          <pc:docMk/>
          <pc:sldMk cId="644830134" sldId="278"/>
        </pc:sldMkLst>
        <pc:spChg chg="mod">
          <ac:chgData name="Atul Matkawala" userId="8fe240bc38c32bc7" providerId="LiveId" clId="{BB534352-A38E-5650-A641-A87F5789C4B8}" dt="2026-02-22T10:38:53.115" v="5068" actId="122"/>
          <ac:spMkLst>
            <pc:docMk/>
            <pc:sldMk cId="644830134" sldId="278"/>
            <ac:spMk id="2" creationId="{7D5C73BE-32FF-1DDF-7FF3-7884CEC05DB5}"/>
          </ac:spMkLst>
        </pc:spChg>
        <pc:spChg chg="add del mod">
          <ac:chgData name="Atul Matkawala" userId="8fe240bc38c32bc7" providerId="LiveId" clId="{BB534352-A38E-5650-A641-A87F5789C4B8}" dt="2026-02-22T10:52:24.164" v="5187" actId="14100"/>
          <ac:spMkLst>
            <pc:docMk/>
            <pc:sldMk cId="644830134" sldId="278"/>
            <ac:spMk id="5" creationId="{586F10DC-4E48-D05A-AD61-4621DB709ECC}"/>
          </ac:spMkLst>
        </pc:spChg>
        <pc:spChg chg="add del">
          <ac:chgData name="Atul Matkawala" userId="8fe240bc38c32bc7" providerId="LiveId" clId="{BB534352-A38E-5650-A641-A87F5789C4B8}" dt="2026-02-22T10:33:45.441" v="5025"/>
          <ac:spMkLst>
            <pc:docMk/>
            <pc:sldMk cId="644830134" sldId="278"/>
            <ac:spMk id="29" creationId="{058A14AF-9FB5-4CC7-BA35-E8E85D3EDF0E}"/>
          </ac:spMkLst>
        </pc:spChg>
        <pc:spChg chg="add del">
          <ac:chgData name="Atul Matkawala" userId="8fe240bc38c32bc7" providerId="LiveId" clId="{BB534352-A38E-5650-A641-A87F5789C4B8}" dt="2026-02-22T10:33:45.441" v="5025"/>
          <ac:spMkLst>
            <pc:docMk/>
            <pc:sldMk cId="644830134" sldId="278"/>
            <ac:spMk id="30" creationId="{3A9A4357-BD1D-4622-A4FE-766E6AB8DE84}"/>
          </ac:spMkLst>
        </pc:spChg>
        <pc:spChg chg="add del">
          <ac:chgData name="Atul Matkawala" userId="8fe240bc38c32bc7" providerId="LiveId" clId="{BB534352-A38E-5650-A641-A87F5789C4B8}" dt="2026-02-22T10:33:45.441" v="5025"/>
          <ac:spMkLst>
            <pc:docMk/>
            <pc:sldMk cId="644830134" sldId="278"/>
            <ac:spMk id="31" creationId="{E659831F-0D9A-4C63-9EBB-8435B85A440F}"/>
          </ac:spMkLst>
        </pc:spChg>
        <pc:spChg chg="add del">
          <ac:chgData name="Atul Matkawala" userId="8fe240bc38c32bc7" providerId="LiveId" clId="{BB534352-A38E-5650-A641-A87F5789C4B8}" dt="2026-02-22T10:33:45.441" v="5025"/>
          <ac:spMkLst>
            <pc:docMk/>
            <pc:sldMk cId="644830134" sldId="278"/>
            <ac:spMk id="32" creationId="{E6995CE5-F890-4ABA-82A2-26507CE8D2A3}"/>
          </ac:spMkLst>
        </pc:spChg>
        <pc:graphicFrameChg chg="add mod modGraphic">
          <ac:chgData name="Atul Matkawala" userId="8fe240bc38c32bc7" providerId="LiveId" clId="{BB534352-A38E-5650-A641-A87F5789C4B8}" dt="2026-02-22T10:53:04.289" v="5195" actId="1076"/>
          <ac:graphicFrameMkLst>
            <pc:docMk/>
            <pc:sldMk cId="644830134" sldId="278"/>
            <ac:graphicFrameMk id="14" creationId="{FB21AAE7-DC4F-CAAE-87DA-D1F95C586876}"/>
          </ac:graphicFrameMkLst>
        </pc:graphicFrameChg>
      </pc:sldChg>
      <pc:sldChg chg="addSp delSp modSp new mod setBg delDesignElem">
        <pc:chgData name="Atul Matkawala" userId="8fe240bc38c32bc7" providerId="LiveId" clId="{BB534352-A38E-5650-A641-A87F5789C4B8}" dt="2026-02-22T10:33:45.441" v="5025"/>
        <pc:sldMkLst>
          <pc:docMk/>
          <pc:sldMk cId="711972661" sldId="279"/>
        </pc:sldMkLst>
        <pc:spChg chg="mod">
          <ac:chgData name="Atul Matkawala" userId="8fe240bc38c32bc7" providerId="LiveId" clId="{BB534352-A38E-5650-A641-A87F5789C4B8}" dt="2026-02-12T22:21:35.073" v="1101" actId="26606"/>
          <ac:spMkLst>
            <pc:docMk/>
            <pc:sldMk cId="711972661" sldId="279"/>
            <ac:spMk id="2" creationId="{043B87EF-AAD5-9245-1C8F-471B8AE56FFC}"/>
          </ac:spMkLst>
        </pc:spChg>
        <pc:spChg chg="add mod">
          <ac:chgData name="Atul Matkawala" userId="8fe240bc38c32bc7" providerId="LiveId" clId="{BB534352-A38E-5650-A641-A87F5789C4B8}" dt="2026-02-12T22:22:17.546" v="1111" actId="1076"/>
          <ac:spMkLst>
            <pc:docMk/>
            <pc:sldMk cId="711972661" sldId="279"/>
            <ac:spMk id="4" creationId="{5B220AF1-2604-86F1-F450-BF32E45D3930}"/>
          </ac:spMkLst>
        </pc:spChg>
        <pc:spChg chg="add del">
          <ac:chgData name="Atul Matkawala" userId="8fe240bc38c32bc7" providerId="LiveId" clId="{BB534352-A38E-5650-A641-A87F5789C4B8}" dt="2026-02-22T10:33:45.441" v="5025"/>
          <ac:spMkLst>
            <pc:docMk/>
            <pc:sldMk cId="711972661" sldId="279"/>
            <ac:spMk id="29" creationId="{BACC6370-2D7E-4714-9D71-7542949D7D5D}"/>
          </ac:spMkLst>
        </pc:spChg>
        <pc:spChg chg="add del">
          <ac:chgData name="Atul Matkawala" userId="8fe240bc38c32bc7" providerId="LiveId" clId="{BB534352-A38E-5650-A641-A87F5789C4B8}" dt="2026-02-22T10:33:45.441" v="5025"/>
          <ac:spMkLst>
            <pc:docMk/>
            <pc:sldMk cId="711972661" sldId="279"/>
            <ac:spMk id="31" creationId="{F68B3F68-107C-434F-AA38-110D5EA91B85}"/>
          </ac:spMkLst>
        </pc:spChg>
        <pc:spChg chg="add del">
          <ac:chgData name="Atul Matkawala" userId="8fe240bc38c32bc7" providerId="LiveId" clId="{BB534352-A38E-5650-A641-A87F5789C4B8}" dt="2026-02-22T10:33:45.441" v="5025"/>
          <ac:spMkLst>
            <pc:docMk/>
            <pc:sldMk cId="711972661" sldId="279"/>
            <ac:spMk id="32" creationId="{AAD0DBB9-1A4B-4391-81D4-CB19F9AB918A}"/>
          </ac:spMkLst>
        </pc:spChg>
        <pc:spChg chg="add del">
          <ac:chgData name="Atul Matkawala" userId="8fe240bc38c32bc7" providerId="LiveId" clId="{BB534352-A38E-5650-A641-A87F5789C4B8}" dt="2026-02-22T10:33:45.441" v="5025"/>
          <ac:spMkLst>
            <pc:docMk/>
            <pc:sldMk cId="711972661" sldId="279"/>
            <ac:spMk id="33" creationId="{063BBA22-50EA-4C4D-BE05-F1CE4E63AA56}"/>
          </ac:spMkLst>
        </pc:spChg>
        <pc:graphicFrameChg chg="add mod">
          <ac:chgData name="Atul Matkawala" userId="8fe240bc38c32bc7" providerId="LiveId" clId="{BB534352-A38E-5650-A641-A87F5789C4B8}" dt="2026-02-22T09:41:12.668" v="3960" actId="1076"/>
          <ac:graphicFrameMkLst>
            <pc:docMk/>
            <pc:sldMk cId="711972661" sldId="279"/>
            <ac:graphicFrameMk id="5" creationId="{CA9C25B1-66B8-4292-7103-29A889CADD69}"/>
          </ac:graphicFrameMkLst>
        </pc:graphicFrameChg>
        <pc:graphicFrameChg chg="add">
          <ac:chgData name="Atul Matkawala" userId="8fe240bc38c32bc7" providerId="LiveId" clId="{BB534352-A38E-5650-A641-A87F5789C4B8}" dt="2026-02-12T22:21:35.073" v="1101" actId="26606"/>
          <ac:graphicFrameMkLst>
            <pc:docMk/>
            <pc:sldMk cId="711972661" sldId="279"/>
            <ac:graphicFrameMk id="34" creationId="{3C07684E-9ABB-EAA5-F3B0-9F0340E1464A}"/>
          </ac:graphicFrameMkLst>
        </pc:graphicFrameChg>
      </pc:sldChg>
      <pc:sldChg chg="addSp delSp modSp new mod setBg">
        <pc:chgData name="Atul Matkawala" userId="8fe240bc38c32bc7" providerId="LiveId" clId="{BB534352-A38E-5650-A641-A87F5789C4B8}" dt="2026-02-22T10:52:08.089" v="5185" actId="1076"/>
        <pc:sldMkLst>
          <pc:docMk/>
          <pc:sldMk cId="4060857888" sldId="280"/>
        </pc:sldMkLst>
        <pc:spChg chg="mod">
          <ac:chgData name="Atul Matkawala" userId="8fe240bc38c32bc7" providerId="LiveId" clId="{BB534352-A38E-5650-A641-A87F5789C4B8}" dt="2026-02-22T10:39:08.269" v="5071" actId="122"/>
          <ac:spMkLst>
            <pc:docMk/>
            <pc:sldMk cId="4060857888" sldId="280"/>
            <ac:spMk id="2" creationId="{C44AFF71-1B87-3A6C-F760-117638F879A6}"/>
          </ac:spMkLst>
        </pc:spChg>
        <pc:graphicFrameChg chg="add mod modGraphic">
          <ac:chgData name="Atul Matkawala" userId="8fe240bc38c32bc7" providerId="LiveId" clId="{BB534352-A38E-5650-A641-A87F5789C4B8}" dt="2026-02-22T10:52:08.089" v="5185" actId="1076"/>
          <ac:graphicFrameMkLst>
            <pc:docMk/>
            <pc:sldMk cId="4060857888" sldId="280"/>
            <ac:graphicFrameMk id="6" creationId="{9020D90F-888A-A780-4AAF-98D5AA607276}"/>
          </ac:graphicFrameMkLst>
        </pc:graphicFrameChg>
        <pc:picChg chg="add del mod">
          <ac:chgData name="Atul Matkawala" userId="8fe240bc38c32bc7" providerId="LiveId" clId="{BB534352-A38E-5650-A641-A87F5789C4B8}" dt="2026-02-22T10:24:30.928" v="4752" actId="21"/>
          <ac:picMkLst>
            <pc:docMk/>
            <pc:sldMk cId="4060857888" sldId="280"/>
            <ac:picMk id="3" creationId="{F3091276-C1A0-2A8E-989F-C6CDC94C45AB}"/>
          </ac:picMkLst>
        </pc:picChg>
        <pc:picChg chg="add mod">
          <ac:chgData name="Atul Matkawala" userId="8fe240bc38c32bc7" providerId="LiveId" clId="{BB534352-A38E-5650-A641-A87F5789C4B8}" dt="2026-02-22T10:51:59.455" v="5184" actId="1076"/>
          <ac:picMkLst>
            <pc:docMk/>
            <pc:sldMk cId="4060857888" sldId="280"/>
            <ac:picMk id="4" creationId="{52E6FA7D-B0BB-8488-2A66-414ABF7CF325}"/>
          </ac:picMkLst>
        </pc:picChg>
      </pc:sldChg>
      <pc:sldChg chg="addSp delSp modSp new mod setBg">
        <pc:chgData name="Atul Matkawala" userId="8fe240bc38c32bc7" providerId="LiveId" clId="{BB534352-A38E-5650-A641-A87F5789C4B8}" dt="2026-02-22T10:50:47.711" v="5175" actId="1076"/>
        <pc:sldMkLst>
          <pc:docMk/>
          <pc:sldMk cId="3208442359" sldId="281"/>
        </pc:sldMkLst>
        <pc:spChg chg="mod">
          <ac:chgData name="Atul Matkawala" userId="8fe240bc38c32bc7" providerId="LiveId" clId="{BB534352-A38E-5650-A641-A87F5789C4B8}" dt="2026-02-22T10:39:25.418" v="5073" actId="122"/>
          <ac:spMkLst>
            <pc:docMk/>
            <pc:sldMk cId="3208442359" sldId="281"/>
            <ac:spMk id="2" creationId="{F30D5E30-425D-DCB2-2188-4B02A2B57C28}"/>
          </ac:spMkLst>
        </pc:spChg>
        <pc:spChg chg="add mod">
          <ac:chgData name="Atul Matkawala" userId="8fe240bc38c32bc7" providerId="LiveId" clId="{BB534352-A38E-5650-A641-A87F5789C4B8}" dt="2026-02-22T10:50:47.711" v="5175" actId="1076"/>
          <ac:spMkLst>
            <pc:docMk/>
            <pc:sldMk cId="3208442359" sldId="281"/>
            <ac:spMk id="6" creationId="{306D665C-769B-39C9-AF7E-E1785A433DAF}"/>
          </ac:spMkLst>
        </pc:spChg>
        <pc:picChg chg="add mod">
          <ac:chgData name="Atul Matkawala" userId="8fe240bc38c32bc7" providerId="LiveId" clId="{BB534352-A38E-5650-A641-A87F5789C4B8}" dt="2026-02-12T23:36:41.682" v="1597" actId="1076"/>
          <ac:picMkLst>
            <pc:docMk/>
            <pc:sldMk cId="3208442359" sldId="281"/>
            <ac:picMk id="4" creationId="{55C6509D-C279-51B7-3DFA-672407E631BE}"/>
          </ac:picMkLst>
        </pc:picChg>
      </pc:sldChg>
      <pc:sldChg chg="addSp delSp modSp new mod setBg delDesignElem modNotesTx">
        <pc:chgData name="Atul Matkawala" userId="8fe240bc38c32bc7" providerId="LiveId" clId="{BB534352-A38E-5650-A641-A87F5789C4B8}" dt="2026-02-22T10:39:35.211" v="5074" actId="255"/>
        <pc:sldMkLst>
          <pc:docMk/>
          <pc:sldMk cId="377599562" sldId="282"/>
        </pc:sldMkLst>
        <pc:spChg chg="mod">
          <ac:chgData name="Atul Matkawala" userId="8fe240bc38c32bc7" providerId="LiveId" clId="{BB534352-A38E-5650-A641-A87F5789C4B8}" dt="2026-02-22T10:39:35.211" v="5074" actId="255"/>
          <ac:spMkLst>
            <pc:docMk/>
            <pc:sldMk cId="377599562" sldId="282"/>
            <ac:spMk id="2" creationId="{305E4E10-B8EE-8C84-0B00-E812C60092F3}"/>
          </ac:spMkLst>
        </pc:spChg>
        <pc:spChg chg="add del mod">
          <ac:chgData name="Atul Matkawala" userId="8fe240bc38c32bc7" providerId="LiveId" clId="{BB534352-A38E-5650-A641-A87F5789C4B8}" dt="2026-02-22T10:24:42.776" v="4756"/>
          <ac:spMkLst>
            <pc:docMk/>
            <pc:sldMk cId="377599562" sldId="282"/>
            <ac:spMk id="4" creationId="{3FEF0F4E-84BD-6772-B59C-D85E60F9CF28}"/>
          </ac:spMkLst>
        </pc:spChg>
        <pc:spChg chg="add del mod">
          <ac:chgData name="Atul Matkawala" userId="8fe240bc38c32bc7" providerId="LiveId" clId="{BB534352-A38E-5650-A641-A87F5789C4B8}" dt="2026-02-22T10:26:31.148" v="4771"/>
          <ac:spMkLst>
            <pc:docMk/>
            <pc:sldMk cId="377599562" sldId="282"/>
            <ac:spMk id="10" creationId="{B845FD39-C25B-4AAF-F288-76D2784ACAB4}"/>
          </ac:spMkLst>
        </pc:spChg>
        <pc:spChg chg="add del">
          <ac:chgData name="Atul Matkawala" userId="8fe240bc38c32bc7" providerId="LiveId" clId="{BB534352-A38E-5650-A641-A87F5789C4B8}" dt="2026-02-22T10:33:45.441" v="5025"/>
          <ac:spMkLst>
            <pc:docMk/>
            <pc:sldMk cId="377599562" sldId="282"/>
            <ac:spMk id="14" creationId="{BCED4D40-4B67-4331-AC48-79B82B4A47D8}"/>
          </ac:spMkLst>
        </pc:spChg>
        <pc:spChg chg="add del">
          <ac:chgData name="Atul Matkawala" userId="8fe240bc38c32bc7" providerId="LiveId" clId="{BB534352-A38E-5650-A641-A87F5789C4B8}" dt="2026-02-22T10:33:45.441" v="5025"/>
          <ac:spMkLst>
            <pc:docMk/>
            <pc:sldMk cId="377599562" sldId="282"/>
            <ac:spMk id="16" creationId="{670CEDEF-4F34-412E-84EE-329C1E936AF5}"/>
          </ac:spMkLst>
        </pc:spChg>
        <pc:picChg chg="add del mod">
          <ac:chgData name="Atul Matkawala" userId="8fe240bc38c32bc7" providerId="LiveId" clId="{BB534352-A38E-5650-A641-A87F5789C4B8}" dt="2026-02-22T10:24:38.730" v="4755" actId="21"/>
          <ac:picMkLst>
            <pc:docMk/>
            <pc:sldMk cId="377599562" sldId="282"/>
            <ac:picMk id="5" creationId="{0D6CAE09-DE19-FD68-C54C-378F0BE1B2FB}"/>
          </ac:picMkLst>
        </pc:picChg>
        <pc:picChg chg="add del mod">
          <ac:chgData name="Atul Matkawala" userId="8fe240bc38c32bc7" providerId="LiveId" clId="{BB534352-A38E-5650-A641-A87F5789C4B8}" dt="2026-02-22T10:24:36.493" v="4753" actId="478"/>
          <ac:picMkLst>
            <pc:docMk/>
            <pc:sldMk cId="377599562" sldId="282"/>
            <ac:picMk id="6" creationId="{14F0DAEA-FE72-394B-50BF-3DA93C7C48B9}"/>
          </ac:picMkLst>
        </pc:picChg>
        <pc:picChg chg="add del mod">
          <ac:chgData name="Atul Matkawala" userId="8fe240bc38c32bc7" providerId="LiveId" clId="{BB534352-A38E-5650-A641-A87F5789C4B8}" dt="2026-02-22T10:26:28.582" v="4770" actId="478"/>
          <ac:picMkLst>
            <pc:docMk/>
            <pc:sldMk cId="377599562" sldId="282"/>
            <ac:picMk id="7" creationId="{C95DC9E6-AF5C-8C6F-1ED4-E911EB719CB9}"/>
          </ac:picMkLst>
        </pc:picChg>
        <pc:picChg chg="add del mod">
          <ac:chgData name="Atul Matkawala" userId="8fe240bc38c32bc7" providerId="LiveId" clId="{BB534352-A38E-5650-A641-A87F5789C4B8}" dt="2026-02-22T10:26:27.104" v="4769" actId="478"/>
          <ac:picMkLst>
            <pc:docMk/>
            <pc:sldMk cId="377599562" sldId="282"/>
            <ac:picMk id="8" creationId="{2831DF9A-B55B-5512-1E92-A0DA062419CD}"/>
          </ac:picMkLst>
        </pc:picChg>
        <pc:picChg chg="add mod">
          <ac:chgData name="Atul Matkawala" userId="8fe240bc38c32bc7" providerId="LiveId" clId="{BB534352-A38E-5650-A641-A87F5789C4B8}" dt="2026-02-22T10:33:45.441" v="5025"/>
          <ac:picMkLst>
            <pc:docMk/>
            <pc:sldMk cId="377599562" sldId="282"/>
            <ac:picMk id="11" creationId="{E18B25DC-EE33-8387-788F-B2A614E19FA4}"/>
          </ac:picMkLst>
        </pc:picChg>
      </pc:sldChg>
      <pc:sldChg chg="addSp delSp modSp new mod setBg">
        <pc:chgData name="Atul Matkawala" userId="8fe240bc38c32bc7" providerId="LiveId" clId="{BB534352-A38E-5650-A641-A87F5789C4B8}" dt="2026-02-22T10:50:21.558" v="5171" actId="26606"/>
        <pc:sldMkLst>
          <pc:docMk/>
          <pc:sldMk cId="2603109783" sldId="283"/>
        </pc:sldMkLst>
        <pc:spChg chg="mod">
          <ac:chgData name="Atul Matkawala" userId="8fe240bc38c32bc7" providerId="LiveId" clId="{BB534352-A38E-5650-A641-A87F5789C4B8}" dt="2026-02-22T10:50:21.558" v="5171" actId="26606"/>
          <ac:spMkLst>
            <pc:docMk/>
            <pc:sldMk cId="2603109783" sldId="283"/>
            <ac:spMk id="2" creationId="{17996B3A-6AAB-A2A4-6B2E-6D20CAA8787D}"/>
          </ac:spMkLst>
        </pc:spChg>
        <pc:spChg chg="add del mod">
          <ac:chgData name="Atul Matkawala" userId="8fe240bc38c32bc7" providerId="LiveId" clId="{BB534352-A38E-5650-A641-A87F5789C4B8}" dt="2026-02-22T10:50:06.707" v="5167" actId="478"/>
          <ac:spMkLst>
            <pc:docMk/>
            <pc:sldMk cId="2603109783" sldId="283"/>
            <ac:spMk id="6" creationId="{7F41A5E6-BB33-0F0D-D72D-BF58046F10EB}"/>
          </ac:spMkLst>
        </pc:spChg>
        <pc:spChg chg="add del mod">
          <ac:chgData name="Atul Matkawala" userId="8fe240bc38c32bc7" providerId="LiveId" clId="{BB534352-A38E-5650-A641-A87F5789C4B8}" dt="2026-02-22T10:50:13.638" v="5170"/>
          <ac:spMkLst>
            <pc:docMk/>
            <pc:sldMk cId="2603109783" sldId="283"/>
            <ac:spMk id="8" creationId="{7749D2BB-0861-1ED1-F22E-0DA51A37E666}"/>
          </ac:spMkLst>
        </pc:spChg>
        <pc:picChg chg="add del mod">
          <ac:chgData name="Atul Matkawala" userId="8fe240bc38c32bc7" providerId="LiveId" clId="{BB534352-A38E-5650-A641-A87F5789C4B8}" dt="2026-02-22T10:50:10.705" v="5169" actId="478"/>
          <ac:picMkLst>
            <pc:docMk/>
            <pc:sldMk cId="2603109783" sldId="283"/>
            <ac:picMk id="4" creationId="{D1B0C101-D74B-93F3-E471-5CBAF639313B}"/>
          </ac:picMkLst>
        </pc:picChg>
        <pc:picChg chg="add del mod">
          <ac:chgData name="Atul Matkawala" userId="8fe240bc38c32bc7" providerId="LiveId" clId="{BB534352-A38E-5650-A641-A87F5789C4B8}" dt="2026-02-22T10:50:08.936" v="5168" actId="21"/>
          <ac:picMkLst>
            <pc:docMk/>
            <pc:sldMk cId="2603109783" sldId="283"/>
            <ac:picMk id="5" creationId="{53A9CAE4-4C08-838F-1C2A-1B39BC9CB52F}"/>
          </ac:picMkLst>
        </pc:picChg>
        <pc:picChg chg="add mod">
          <ac:chgData name="Atul Matkawala" userId="8fe240bc38c32bc7" providerId="LiveId" clId="{BB534352-A38E-5650-A641-A87F5789C4B8}" dt="2026-02-22T10:50:21.558" v="5171" actId="26606"/>
          <ac:picMkLst>
            <pc:docMk/>
            <pc:sldMk cId="2603109783" sldId="283"/>
            <ac:picMk id="9" creationId="{FD6A3631-3587-D91F-1EBF-1D180D830B31}"/>
          </ac:picMkLst>
        </pc:picChg>
      </pc:sldChg>
      <pc:sldChg chg="addSp delSp modSp new mod setBg delDesignElem">
        <pc:chgData name="Atul Matkawala" userId="8fe240bc38c32bc7" providerId="LiveId" clId="{BB534352-A38E-5650-A641-A87F5789C4B8}" dt="2026-02-22T10:30:50.378" v="4991" actId="12385"/>
        <pc:sldMkLst>
          <pc:docMk/>
          <pc:sldMk cId="1205363157" sldId="284"/>
        </pc:sldMkLst>
        <pc:spChg chg="add del mod">
          <ac:chgData name="Atul Matkawala" userId="8fe240bc38c32bc7" providerId="LiveId" clId="{BB534352-A38E-5650-A641-A87F5789C4B8}" dt="2026-02-22T10:13:20.211" v="4403" actId="3680"/>
          <ac:spMkLst>
            <pc:docMk/>
            <pc:sldMk cId="1205363157" sldId="284"/>
            <ac:spMk id="3" creationId="{0B639428-9101-B13C-8B9C-8A04120DF8B2}"/>
          </ac:spMkLst>
        </pc:spChg>
        <pc:spChg chg="add del mod">
          <ac:chgData name="Atul Matkawala" userId="8fe240bc38c32bc7" providerId="LiveId" clId="{BB534352-A38E-5650-A641-A87F5789C4B8}" dt="2026-02-22T10:17:35.385" v="4745" actId="21"/>
          <ac:spMkLst>
            <pc:docMk/>
            <pc:sldMk cId="1205363157" sldId="284"/>
            <ac:spMk id="7" creationId="{F0946962-C023-D664-3B2F-525A413039E1}"/>
          </ac:spMkLst>
        </pc:spChg>
        <pc:spChg chg="add del">
          <ac:chgData name="Atul Matkawala" userId="8fe240bc38c32bc7" providerId="LiveId" clId="{BB534352-A38E-5650-A641-A87F5789C4B8}" dt="2026-02-22T09:48:26.271" v="3992" actId="26606"/>
          <ac:spMkLst>
            <pc:docMk/>
            <pc:sldMk cId="1205363157" sldId="284"/>
            <ac:spMk id="9" creationId="{F3060C83-F051-4F0E-ABAD-AA0DFC48B218}"/>
          </ac:spMkLst>
        </pc:spChg>
        <pc:spChg chg="add del">
          <ac:chgData name="Atul Matkawala" userId="8fe240bc38c32bc7" providerId="LiveId" clId="{BB534352-A38E-5650-A641-A87F5789C4B8}" dt="2026-02-22T09:48:26.271" v="3992" actId="26606"/>
          <ac:spMkLst>
            <pc:docMk/>
            <pc:sldMk cId="1205363157" sldId="284"/>
            <ac:spMk id="11" creationId="{83C98ABE-055B-441F-B07E-44F97F083C39}"/>
          </ac:spMkLst>
        </pc:spChg>
        <pc:spChg chg="add del">
          <ac:chgData name="Atul Matkawala" userId="8fe240bc38c32bc7" providerId="LiveId" clId="{BB534352-A38E-5650-A641-A87F5789C4B8}" dt="2026-02-22T09:48:26.271" v="3992" actId="26606"/>
          <ac:spMkLst>
            <pc:docMk/>
            <pc:sldMk cId="1205363157" sldId="284"/>
            <ac:spMk id="13" creationId="{29FDB030-9B49-4CED-8CCD-4D99382388AC}"/>
          </ac:spMkLst>
        </pc:spChg>
        <pc:spChg chg="add del">
          <ac:chgData name="Atul Matkawala" userId="8fe240bc38c32bc7" providerId="LiveId" clId="{BB534352-A38E-5650-A641-A87F5789C4B8}" dt="2026-02-22T09:48:26.271" v="3992" actId="26606"/>
          <ac:spMkLst>
            <pc:docMk/>
            <pc:sldMk cId="1205363157" sldId="284"/>
            <ac:spMk id="15" creationId="{3783CA14-24A1-485C-8B30-D6A5D87987AD}"/>
          </ac:spMkLst>
        </pc:spChg>
        <pc:spChg chg="add del">
          <ac:chgData name="Atul Matkawala" userId="8fe240bc38c32bc7" providerId="LiveId" clId="{BB534352-A38E-5650-A641-A87F5789C4B8}" dt="2026-02-22T09:48:26.271" v="3992" actId="26606"/>
          <ac:spMkLst>
            <pc:docMk/>
            <pc:sldMk cId="1205363157" sldId="284"/>
            <ac:spMk id="17" creationId="{9A97C86A-04D6-40F7-AE84-31AB43E6A846}"/>
          </ac:spMkLst>
        </pc:spChg>
        <pc:spChg chg="add del">
          <ac:chgData name="Atul Matkawala" userId="8fe240bc38c32bc7" providerId="LiveId" clId="{BB534352-A38E-5650-A641-A87F5789C4B8}" dt="2026-02-22T09:48:26.271" v="3992" actId="26606"/>
          <ac:spMkLst>
            <pc:docMk/>
            <pc:sldMk cId="1205363157" sldId="284"/>
            <ac:spMk id="19" creationId="{FF9F2414-84E8-453E-B1F3-389FDE8192D9}"/>
          </ac:spMkLst>
        </pc:spChg>
        <pc:spChg chg="add del">
          <ac:chgData name="Atul Matkawala" userId="8fe240bc38c32bc7" providerId="LiveId" clId="{BB534352-A38E-5650-A641-A87F5789C4B8}" dt="2026-02-22T09:48:26.271" v="3992" actId="26606"/>
          <ac:spMkLst>
            <pc:docMk/>
            <pc:sldMk cId="1205363157" sldId="284"/>
            <ac:spMk id="21" creationId="{3ECA69A1-7536-43AC-85EF-C7106179F5ED}"/>
          </ac:spMkLst>
        </pc:spChg>
        <pc:graphicFrameChg chg="add del mod modGraphic">
          <ac:chgData name="Atul Matkawala" userId="8fe240bc38c32bc7" providerId="LiveId" clId="{BB534352-A38E-5650-A641-A87F5789C4B8}" dt="2026-02-22T10:12:54.797" v="4402" actId="478"/>
          <ac:graphicFrameMkLst>
            <pc:docMk/>
            <pc:sldMk cId="1205363157" sldId="284"/>
            <ac:graphicFrameMk id="4" creationId="{B0C021C9-01F2-0E8C-77A3-1DB090CB7B65}"/>
          </ac:graphicFrameMkLst>
        </pc:graphicFrameChg>
        <pc:graphicFrameChg chg="add del mod ord modGraphic">
          <ac:chgData name="Atul Matkawala" userId="8fe240bc38c32bc7" providerId="LiveId" clId="{BB534352-A38E-5650-A641-A87F5789C4B8}" dt="2026-02-22T10:30:50.378" v="4991" actId="12385"/>
          <ac:graphicFrameMkLst>
            <pc:docMk/>
            <pc:sldMk cId="1205363157" sldId="284"/>
            <ac:graphicFrameMk id="5" creationId="{3512B5C1-6DF4-A0B7-D429-4AB22AC88FA3}"/>
          </ac:graphicFrameMkLst>
        </pc:graphicFrameChg>
      </pc:sldChg>
      <pc:sldChg chg="addSp modSp new mod setBg">
        <pc:chgData name="Atul Matkawala" userId="8fe240bc38c32bc7" providerId="LiveId" clId="{BB534352-A38E-5650-A641-A87F5789C4B8}" dt="2026-02-22T10:48:47.359" v="5163" actId="255"/>
        <pc:sldMkLst>
          <pc:docMk/>
          <pc:sldMk cId="684969239" sldId="285"/>
        </pc:sldMkLst>
        <pc:spChg chg="mod">
          <ac:chgData name="Atul Matkawala" userId="8fe240bc38c32bc7" providerId="LiveId" clId="{BB534352-A38E-5650-A641-A87F5789C4B8}" dt="2026-02-22T10:40:02.257" v="5079" actId="122"/>
          <ac:spMkLst>
            <pc:docMk/>
            <pc:sldMk cId="684969239" sldId="285"/>
            <ac:spMk id="2" creationId="{3CD466FD-7945-0E04-875D-78F5F3071D83}"/>
          </ac:spMkLst>
        </pc:spChg>
        <pc:spChg chg="mod">
          <ac:chgData name="Atul Matkawala" userId="8fe240bc38c32bc7" providerId="LiveId" clId="{BB534352-A38E-5650-A641-A87F5789C4B8}" dt="2026-02-22T10:48:47.359" v="5163" actId="255"/>
          <ac:spMkLst>
            <pc:docMk/>
            <pc:sldMk cId="684969239" sldId="285"/>
            <ac:spMk id="3" creationId="{B47EEB01-E82D-5001-A699-27146A0CD709}"/>
          </ac:spMkLst>
        </pc:spChg>
        <pc:picChg chg="add mod">
          <ac:chgData name="Atul Matkawala" userId="8fe240bc38c32bc7" providerId="LiveId" clId="{BB534352-A38E-5650-A641-A87F5789C4B8}" dt="2026-02-19T03:02:34.291" v="2358" actId="1076"/>
          <ac:picMkLst>
            <pc:docMk/>
            <pc:sldMk cId="684969239" sldId="285"/>
            <ac:picMk id="4" creationId="{6150729E-F227-3AB3-BF4E-1B6DDED6F08B}"/>
          </ac:picMkLst>
        </pc:picChg>
      </pc:sldChg>
      <pc:sldChg chg="modSp new mod setBg">
        <pc:chgData name="Atul Matkawala" userId="8fe240bc38c32bc7" providerId="LiveId" clId="{BB534352-A38E-5650-A641-A87F5789C4B8}" dt="2026-02-22T10:48:38.190" v="5162" actId="255"/>
        <pc:sldMkLst>
          <pc:docMk/>
          <pc:sldMk cId="1158237063" sldId="286"/>
        </pc:sldMkLst>
        <pc:spChg chg="mod">
          <ac:chgData name="Atul Matkawala" userId="8fe240bc38c32bc7" providerId="LiveId" clId="{BB534352-A38E-5650-A641-A87F5789C4B8}" dt="2026-02-22T10:40:11.066" v="5082" actId="122"/>
          <ac:spMkLst>
            <pc:docMk/>
            <pc:sldMk cId="1158237063" sldId="286"/>
            <ac:spMk id="2" creationId="{E8CC31C3-3797-3658-0EAF-B284CFA48189}"/>
          </ac:spMkLst>
        </pc:spChg>
        <pc:spChg chg="mod">
          <ac:chgData name="Atul Matkawala" userId="8fe240bc38c32bc7" providerId="LiveId" clId="{BB534352-A38E-5650-A641-A87F5789C4B8}" dt="2026-02-22T10:48:38.190" v="5162" actId="255"/>
          <ac:spMkLst>
            <pc:docMk/>
            <pc:sldMk cId="1158237063" sldId="286"/>
            <ac:spMk id="3" creationId="{05159AE8-88A1-23F9-5687-BE38444899E4}"/>
          </ac:spMkLst>
        </pc:spChg>
      </pc:sldChg>
      <pc:sldChg chg="addSp modSp new mod setBg">
        <pc:chgData name="Atul Matkawala" userId="8fe240bc38c32bc7" providerId="LiveId" clId="{BB534352-A38E-5650-A641-A87F5789C4B8}" dt="2026-02-22T10:48:29.679" v="5161" actId="1076"/>
        <pc:sldMkLst>
          <pc:docMk/>
          <pc:sldMk cId="4076557663" sldId="287"/>
        </pc:sldMkLst>
        <pc:spChg chg="mod">
          <ac:chgData name="Atul Matkawala" userId="8fe240bc38c32bc7" providerId="LiveId" clId="{BB534352-A38E-5650-A641-A87F5789C4B8}" dt="2026-02-22T10:40:27.431" v="5085" actId="122"/>
          <ac:spMkLst>
            <pc:docMk/>
            <pc:sldMk cId="4076557663" sldId="287"/>
            <ac:spMk id="2" creationId="{2521AB14-1D3F-27D0-C694-7B44D8597A01}"/>
          </ac:spMkLst>
        </pc:spChg>
        <pc:spChg chg="mod">
          <ac:chgData name="Atul Matkawala" userId="8fe240bc38c32bc7" providerId="LiveId" clId="{BB534352-A38E-5650-A641-A87F5789C4B8}" dt="2026-02-22T10:48:21.402" v="5160" actId="255"/>
          <ac:spMkLst>
            <pc:docMk/>
            <pc:sldMk cId="4076557663" sldId="287"/>
            <ac:spMk id="3" creationId="{DF45D4B4-A8BF-21A4-98DC-33803701B608}"/>
          </ac:spMkLst>
        </pc:spChg>
        <pc:picChg chg="add mod">
          <ac:chgData name="Atul Matkawala" userId="8fe240bc38c32bc7" providerId="LiveId" clId="{BB534352-A38E-5650-A641-A87F5789C4B8}" dt="2026-02-22T10:48:29.679" v="5161" actId="1076"/>
          <ac:picMkLst>
            <pc:docMk/>
            <pc:sldMk cId="4076557663" sldId="287"/>
            <ac:picMk id="4" creationId="{7BDBE2BB-0253-03F0-1F30-6AF5937D25A3}"/>
          </ac:picMkLst>
        </pc:picChg>
        <pc:picChg chg="add mod">
          <ac:chgData name="Atul Matkawala" userId="8fe240bc38c32bc7" providerId="LiveId" clId="{BB534352-A38E-5650-A641-A87F5789C4B8}" dt="2026-02-13T00:06:47.125" v="2089" actId="1076"/>
          <ac:picMkLst>
            <pc:docMk/>
            <pc:sldMk cId="4076557663" sldId="287"/>
            <ac:picMk id="5" creationId="{650AB11E-CDF8-2688-0CD6-4E3E8DB0C720}"/>
          </ac:picMkLst>
        </pc:picChg>
      </pc:sldChg>
      <pc:sldChg chg="addSp delSp modSp new mod setBg modNotesTx">
        <pc:chgData name="Atul Matkawala" userId="8fe240bc38c32bc7" providerId="LiveId" clId="{BB534352-A38E-5650-A641-A87F5789C4B8}" dt="2026-02-22T10:47:38.191" v="5157" actId="255"/>
        <pc:sldMkLst>
          <pc:docMk/>
          <pc:sldMk cId="29012458" sldId="288"/>
        </pc:sldMkLst>
        <pc:spChg chg="mod">
          <ac:chgData name="Atul Matkawala" userId="8fe240bc38c32bc7" providerId="LiveId" clId="{BB534352-A38E-5650-A641-A87F5789C4B8}" dt="2026-02-22T10:40:44.882" v="5090" actId="122"/>
          <ac:spMkLst>
            <pc:docMk/>
            <pc:sldMk cId="29012458" sldId="288"/>
            <ac:spMk id="2" creationId="{0EF89155-3FF3-73E8-38BE-89C7BEB793DB}"/>
          </ac:spMkLst>
        </pc:spChg>
        <pc:spChg chg="mod">
          <ac:chgData name="Atul Matkawala" userId="8fe240bc38c32bc7" providerId="LiveId" clId="{BB534352-A38E-5650-A641-A87F5789C4B8}" dt="2026-02-22T10:47:38.191" v="5157" actId="255"/>
          <ac:spMkLst>
            <pc:docMk/>
            <pc:sldMk cId="29012458" sldId="288"/>
            <ac:spMk id="3" creationId="{0057FEF7-9158-4C4E-6A72-F3EDCB0948C5}"/>
          </ac:spMkLst>
        </pc:spChg>
        <pc:spChg chg="add mod">
          <ac:chgData name="Atul Matkawala" userId="8fe240bc38c32bc7" providerId="LiveId" clId="{BB534352-A38E-5650-A641-A87F5789C4B8}" dt="2026-02-19T15:53:32.422" v="2543" actId="207"/>
          <ac:spMkLst>
            <pc:docMk/>
            <pc:sldMk cId="29012458" sldId="288"/>
            <ac:spMk id="4" creationId="{B0218AB6-DACC-8894-1358-29FF35C4DE8C}"/>
          </ac:spMkLst>
        </pc:spChg>
        <pc:spChg chg="add mod">
          <ac:chgData name="Atul Matkawala" userId="8fe240bc38c32bc7" providerId="LiveId" clId="{BB534352-A38E-5650-A641-A87F5789C4B8}" dt="2026-02-19T15:53:39.360" v="2544" actId="207"/>
          <ac:spMkLst>
            <pc:docMk/>
            <pc:sldMk cId="29012458" sldId="288"/>
            <ac:spMk id="5" creationId="{69A636CB-3CAE-9C76-078A-5732B37D6BFF}"/>
          </ac:spMkLst>
        </pc:spChg>
        <pc:spChg chg="add mod">
          <ac:chgData name="Atul Matkawala" userId="8fe240bc38c32bc7" providerId="LiveId" clId="{BB534352-A38E-5650-A641-A87F5789C4B8}" dt="2026-02-19T15:53:42.501" v="2545" actId="207"/>
          <ac:spMkLst>
            <pc:docMk/>
            <pc:sldMk cId="29012458" sldId="288"/>
            <ac:spMk id="6" creationId="{A4B7A3FF-B1FF-E645-4B96-0FEB3DB4696C}"/>
          </ac:spMkLst>
        </pc:spChg>
        <pc:spChg chg="add mod">
          <ac:chgData name="Atul Matkawala" userId="8fe240bc38c32bc7" providerId="LiveId" clId="{BB534352-A38E-5650-A641-A87F5789C4B8}" dt="2026-02-19T15:51:36.125" v="2524" actId="1076"/>
          <ac:spMkLst>
            <pc:docMk/>
            <pc:sldMk cId="29012458" sldId="288"/>
            <ac:spMk id="7" creationId="{8E712CFF-8009-D4A9-796C-BBA01CE7BD92}"/>
          </ac:spMkLst>
        </pc:spChg>
        <pc:spChg chg="add mod">
          <ac:chgData name="Atul Matkawala" userId="8fe240bc38c32bc7" providerId="LiveId" clId="{BB534352-A38E-5650-A641-A87F5789C4B8}" dt="2026-02-19T15:51:36.125" v="2524" actId="1076"/>
          <ac:spMkLst>
            <pc:docMk/>
            <pc:sldMk cId="29012458" sldId="288"/>
            <ac:spMk id="8" creationId="{5B0D0EEC-FC49-2335-8D24-FA8FE5754DC6}"/>
          </ac:spMkLst>
        </pc:spChg>
        <pc:spChg chg="add mod">
          <ac:chgData name="Atul Matkawala" userId="8fe240bc38c32bc7" providerId="LiveId" clId="{BB534352-A38E-5650-A641-A87F5789C4B8}" dt="2026-02-19T15:51:36.125" v="2524" actId="1076"/>
          <ac:spMkLst>
            <pc:docMk/>
            <pc:sldMk cId="29012458" sldId="288"/>
            <ac:spMk id="9" creationId="{93EAE803-E94A-710E-1203-66A141E81BAD}"/>
          </ac:spMkLst>
        </pc:spChg>
        <pc:spChg chg="add mod">
          <ac:chgData name="Atul Matkawala" userId="8fe240bc38c32bc7" providerId="LiveId" clId="{BB534352-A38E-5650-A641-A87F5789C4B8}" dt="2026-02-19T15:51:36.125" v="2524" actId="1076"/>
          <ac:spMkLst>
            <pc:docMk/>
            <pc:sldMk cId="29012458" sldId="288"/>
            <ac:spMk id="10" creationId="{60F00A6D-B9C9-BE07-4685-CCAFE5CC0545}"/>
          </ac:spMkLst>
        </pc:spChg>
        <pc:spChg chg="add mod">
          <ac:chgData name="Atul Matkawala" userId="8fe240bc38c32bc7" providerId="LiveId" clId="{BB534352-A38E-5650-A641-A87F5789C4B8}" dt="2026-02-19T15:51:44.393" v="2525" actId="1076"/>
          <ac:spMkLst>
            <pc:docMk/>
            <pc:sldMk cId="29012458" sldId="288"/>
            <ac:spMk id="15" creationId="{130DE894-7660-258B-28FA-647993452E41}"/>
          </ac:spMkLst>
        </pc:spChg>
        <pc:spChg chg="add mod">
          <ac:chgData name="Atul Matkawala" userId="8fe240bc38c32bc7" providerId="LiveId" clId="{BB534352-A38E-5650-A641-A87F5789C4B8}" dt="2026-02-19T15:51:44.393" v="2525" actId="1076"/>
          <ac:spMkLst>
            <pc:docMk/>
            <pc:sldMk cId="29012458" sldId="288"/>
            <ac:spMk id="16" creationId="{2347A5CF-B134-FA81-89A8-27D58DAF1F5F}"/>
          </ac:spMkLst>
        </pc:spChg>
        <pc:spChg chg="add mod">
          <ac:chgData name="Atul Matkawala" userId="8fe240bc38c32bc7" providerId="LiveId" clId="{BB534352-A38E-5650-A641-A87F5789C4B8}" dt="2026-02-19T15:51:44.393" v="2525" actId="1076"/>
          <ac:spMkLst>
            <pc:docMk/>
            <pc:sldMk cId="29012458" sldId="288"/>
            <ac:spMk id="17" creationId="{66692409-AC94-3EBE-6F1B-7A8FEF0182A1}"/>
          </ac:spMkLst>
        </pc:spChg>
        <pc:spChg chg="add mod">
          <ac:chgData name="Atul Matkawala" userId="8fe240bc38c32bc7" providerId="LiveId" clId="{BB534352-A38E-5650-A641-A87F5789C4B8}" dt="2026-02-19T15:51:44.393" v="2525" actId="1076"/>
          <ac:spMkLst>
            <pc:docMk/>
            <pc:sldMk cId="29012458" sldId="288"/>
            <ac:spMk id="18" creationId="{FDB1835A-D919-4D32-D8BD-59260F388D32}"/>
          </ac:spMkLst>
        </pc:spChg>
        <pc:spChg chg="add mod">
          <ac:chgData name="Atul Matkawala" userId="8fe240bc38c32bc7" providerId="LiveId" clId="{BB534352-A38E-5650-A641-A87F5789C4B8}" dt="2026-02-19T15:51:18.672" v="2523" actId="14100"/>
          <ac:spMkLst>
            <pc:docMk/>
            <pc:sldMk cId="29012458" sldId="288"/>
            <ac:spMk id="32" creationId="{415EE084-0C52-D254-0E9F-2749E2FB7DD8}"/>
          </ac:spMkLst>
        </pc:spChg>
        <pc:cxnChg chg="add mod">
          <ac:chgData name="Atul Matkawala" userId="8fe240bc38c32bc7" providerId="LiveId" clId="{BB534352-A38E-5650-A641-A87F5789C4B8}" dt="2026-02-19T15:51:36.125" v="2524" actId="1076"/>
          <ac:cxnSpMkLst>
            <pc:docMk/>
            <pc:sldMk cId="29012458" sldId="288"/>
            <ac:cxnSpMk id="12" creationId="{B20B3E24-7B70-C88D-D7A5-4F4CB65A72D6}"/>
          </ac:cxnSpMkLst>
        </pc:cxnChg>
        <pc:cxnChg chg="add mod">
          <ac:chgData name="Atul Matkawala" userId="8fe240bc38c32bc7" providerId="LiveId" clId="{BB534352-A38E-5650-A641-A87F5789C4B8}" dt="2026-02-19T15:51:44.393" v="2525" actId="1076"/>
          <ac:cxnSpMkLst>
            <pc:docMk/>
            <pc:sldMk cId="29012458" sldId="288"/>
            <ac:cxnSpMk id="19" creationId="{CBABB878-BEA0-E7FA-AB69-0B5CB5D888AF}"/>
          </ac:cxnSpMkLst>
        </pc:cxnChg>
        <pc:cxnChg chg="add mod">
          <ac:chgData name="Atul Matkawala" userId="8fe240bc38c32bc7" providerId="LiveId" clId="{BB534352-A38E-5650-A641-A87F5789C4B8}" dt="2026-02-19T15:51:44.393" v="2525" actId="1076"/>
          <ac:cxnSpMkLst>
            <pc:docMk/>
            <pc:sldMk cId="29012458" sldId="288"/>
            <ac:cxnSpMk id="30" creationId="{875C3FFF-F788-0BD7-2A8A-538896A2AFE2}"/>
          </ac:cxnSpMkLst>
        </pc:cxnChg>
      </pc:sldChg>
      <pc:sldChg chg="addSp delSp modSp add mod ord modTransition setBg delDesignElem">
        <pc:chgData name="Atul Matkawala" userId="8fe240bc38c32bc7" providerId="LiveId" clId="{BB534352-A38E-5650-A641-A87F5789C4B8}" dt="2026-02-22T10:47:54.137" v="5158" actId="255"/>
        <pc:sldMkLst>
          <pc:docMk/>
          <pc:sldMk cId="4165256659" sldId="289"/>
        </pc:sldMkLst>
        <pc:spChg chg="mod">
          <ac:chgData name="Atul Matkawala" userId="8fe240bc38c32bc7" providerId="LiveId" clId="{BB534352-A38E-5650-A641-A87F5789C4B8}" dt="2026-02-22T10:40:35.243" v="5087" actId="122"/>
          <ac:spMkLst>
            <pc:docMk/>
            <pc:sldMk cId="4165256659" sldId="289"/>
            <ac:spMk id="2" creationId="{EDBBDC0B-4EFF-61D8-6833-B7ED89C59BC9}"/>
          </ac:spMkLst>
        </pc:spChg>
        <pc:spChg chg="mod">
          <ac:chgData name="Atul Matkawala" userId="8fe240bc38c32bc7" providerId="LiveId" clId="{BB534352-A38E-5650-A641-A87F5789C4B8}" dt="2026-02-22T10:47:54.137" v="5158" actId="255"/>
          <ac:spMkLst>
            <pc:docMk/>
            <pc:sldMk cId="4165256659" sldId="289"/>
            <ac:spMk id="4" creationId="{9E0ED6F7-EA82-15B6-0761-14D9730D684E}"/>
          </ac:spMkLst>
        </pc:spChg>
        <pc:spChg chg="add del">
          <ac:chgData name="Atul Matkawala" userId="8fe240bc38c32bc7" providerId="LiveId" clId="{BB534352-A38E-5650-A641-A87F5789C4B8}" dt="2026-02-22T10:33:45.441" v="5025"/>
          <ac:spMkLst>
            <pc:docMk/>
            <pc:sldMk cId="4165256659" sldId="289"/>
            <ac:spMk id="10" creationId="{5E8D3B17-7638-DFD3-18E4-8A6D611749CF}"/>
          </ac:spMkLst>
        </pc:spChg>
      </pc:sldChg>
      <pc:sldChg chg="modSp new mod setBg modNotesTx">
        <pc:chgData name="Atul Matkawala" userId="8fe240bc38c32bc7" providerId="LiveId" clId="{BB534352-A38E-5650-A641-A87F5789C4B8}" dt="2026-02-22T10:47:27.108" v="5156" actId="255"/>
        <pc:sldMkLst>
          <pc:docMk/>
          <pc:sldMk cId="4046710534" sldId="290"/>
        </pc:sldMkLst>
        <pc:spChg chg="mod">
          <ac:chgData name="Atul Matkawala" userId="8fe240bc38c32bc7" providerId="LiveId" clId="{BB534352-A38E-5650-A641-A87F5789C4B8}" dt="2026-02-22T10:40:57.055" v="5093" actId="122"/>
          <ac:spMkLst>
            <pc:docMk/>
            <pc:sldMk cId="4046710534" sldId="290"/>
            <ac:spMk id="2" creationId="{E6782BD3-CC0F-E32C-6673-DEB52C7E2062}"/>
          </ac:spMkLst>
        </pc:spChg>
        <pc:spChg chg="mod">
          <ac:chgData name="Atul Matkawala" userId="8fe240bc38c32bc7" providerId="LiveId" clId="{BB534352-A38E-5650-A641-A87F5789C4B8}" dt="2026-02-22T10:47:27.108" v="5156" actId="255"/>
          <ac:spMkLst>
            <pc:docMk/>
            <pc:sldMk cId="4046710534" sldId="290"/>
            <ac:spMk id="3" creationId="{F620CE3E-7461-43A5-A3AF-9FFBA19AC2E1}"/>
          </ac:spMkLst>
        </pc:spChg>
      </pc:sldChg>
      <pc:sldChg chg="addSp delSp modSp new mod setBg delDesignElem">
        <pc:chgData name="Atul Matkawala" userId="8fe240bc38c32bc7" providerId="LiveId" clId="{BB534352-A38E-5650-A641-A87F5789C4B8}" dt="2026-02-22T10:47:07.432" v="5154" actId="120"/>
        <pc:sldMkLst>
          <pc:docMk/>
          <pc:sldMk cId="3599954331" sldId="291"/>
        </pc:sldMkLst>
        <pc:spChg chg="mod">
          <ac:chgData name="Atul Matkawala" userId="8fe240bc38c32bc7" providerId="LiveId" clId="{BB534352-A38E-5650-A641-A87F5789C4B8}" dt="2026-02-22T10:41:06.120" v="5096" actId="122"/>
          <ac:spMkLst>
            <pc:docMk/>
            <pc:sldMk cId="3599954331" sldId="291"/>
            <ac:spMk id="2" creationId="{EB91C8A5-FF79-8235-4DA4-0A47019523D0}"/>
          </ac:spMkLst>
        </pc:spChg>
        <pc:spChg chg="add del mod">
          <ac:chgData name="Atul Matkawala" userId="8fe240bc38c32bc7" providerId="LiveId" clId="{BB534352-A38E-5650-A641-A87F5789C4B8}" dt="2026-02-22T10:28:57.001" v="4775" actId="3680"/>
          <ac:spMkLst>
            <pc:docMk/>
            <pc:sldMk cId="3599954331" sldId="291"/>
            <ac:spMk id="5" creationId="{6407FCC7-946D-D836-D893-F9F05D38A491}"/>
          </ac:spMkLst>
        </pc:spChg>
        <pc:spChg chg="add del">
          <ac:chgData name="Atul Matkawala" userId="8fe240bc38c32bc7" providerId="LiveId" clId="{BB534352-A38E-5650-A641-A87F5789C4B8}" dt="2026-02-22T10:11:49.514" v="4400" actId="26606"/>
          <ac:spMkLst>
            <pc:docMk/>
            <pc:sldMk cId="3599954331" sldId="291"/>
            <ac:spMk id="9" creationId="{6753252F-4873-4F63-801D-CC719279A7D5}"/>
          </ac:spMkLst>
        </pc:spChg>
        <pc:spChg chg="add del">
          <ac:chgData name="Atul Matkawala" userId="8fe240bc38c32bc7" providerId="LiveId" clId="{BB534352-A38E-5650-A641-A87F5789C4B8}" dt="2026-02-22T10:11:49.514" v="4400" actId="26606"/>
          <ac:spMkLst>
            <pc:docMk/>
            <pc:sldMk cId="3599954331" sldId="291"/>
            <ac:spMk id="11" creationId="{047C8CCB-F95D-4249-92DD-651249D3535A}"/>
          </ac:spMkLst>
        </pc:spChg>
        <pc:graphicFrameChg chg="add mod ord modGraphic">
          <ac:chgData name="Atul Matkawala" userId="8fe240bc38c32bc7" providerId="LiveId" clId="{BB534352-A38E-5650-A641-A87F5789C4B8}" dt="2026-02-22T10:47:07.432" v="5154" actId="120"/>
          <ac:graphicFrameMkLst>
            <pc:docMk/>
            <pc:sldMk cId="3599954331" sldId="291"/>
            <ac:graphicFrameMk id="6" creationId="{5830ADEB-958E-2929-3310-05EB0940D74B}"/>
          </ac:graphicFrameMkLst>
        </pc:graphicFrameChg>
        <pc:picChg chg="add del mod">
          <ac:chgData name="Atul Matkawala" userId="8fe240bc38c32bc7" providerId="LiveId" clId="{BB534352-A38E-5650-A641-A87F5789C4B8}" dt="2026-02-22T10:28:34.645" v="4774" actId="21"/>
          <ac:picMkLst>
            <pc:docMk/>
            <pc:sldMk cId="3599954331" sldId="291"/>
            <ac:picMk id="4" creationId="{0779FD8E-0856-291E-0219-847315528FF3}"/>
          </ac:picMkLst>
        </pc:picChg>
      </pc:sldChg>
      <pc:sldChg chg="modSp new mod setBg">
        <pc:chgData name="Atul Matkawala" userId="8fe240bc38c32bc7" providerId="LiveId" clId="{BB534352-A38E-5650-A641-A87F5789C4B8}" dt="2026-02-22T10:46:45.078" v="5151" actId="255"/>
        <pc:sldMkLst>
          <pc:docMk/>
          <pc:sldMk cId="1455546000" sldId="292"/>
        </pc:sldMkLst>
        <pc:spChg chg="mod">
          <ac:chgData name="Atul Matkawala" userId="8fe240bc38c32bc7" providerId="LiveId" clId="{BB534352-A38E-5650-A641-A87F5789C4B8}" dt="2026-02-22T10:41:15.365" v="5099" actId="122"/>
          <ac:spMkLst>
            <pc:docMk/>
            <pc:sldMk cId="1455546000" sldId="292"/>
            <ac:spMk id="2" creationId="{3DBE9E8F-A4D9-B8A8-22F3-C256C5E121A2}"/>
          </ac:spMkLst>
        </pc:spChg>
        <pc:spChg chg="mod">
          <ac:chgData name="Atul Matkawala" userId="8fe240bc38c32bc7" providerId="LiveId" clId="{BB534352-A38E-5650-A641-A87F5789C4B8}" dt="2026-02-22T10:46:45.078" v="5151" actId="255"/>
          <ac:spMkLst>
            <pc:docMk/>
            <pc:sldMk cId="1455546000" sldId="292"/>
            <ac:spMk id="3" creationId="{10012443-AFE5-AB11-4761-B077AB5E22D7}"/>
          </ac:spMkLst>
        </pc:spChg>
      </pc:sldChg>
      <pc:sldChg chg="modSp new mod setBg">
        <pc:chgData name="Atul Matkawala" userId="8fe240bc38c32bc7" providerId="LiveId" clId="{BB534352-A38E-5650-A641-A87F5789C4B8}" dt="2026-02-22T10:46:05.940" v="5148" actId="255"/>
        <pc:sldMkLst>
          <pc:docMk/>
          <pc:sldMk cId="2030580191" sldId="293"/>
        </pc:sldMkLst>
        <pc:spChg chg="mod">
          <ac:chgData name="Atul Matkawala" userId="8fe240bc38c32bc7" providerId="LiveId" clId="{BB534352-A38E-5650-A641-A87F5789C4B8}" dt="2026-02-22T10:41:26.039" v="5102" actId="122"/>
          <ac:spMkLst>
            <pc:docMk/>
            <pc:sldMk cId="2030580191" sldId="293"/>
            <ac:spMk id="2" creationId="{8A4B920B-9341-1662-C9D4-80089F68EB4D}"/>
          </ac:spMkLst>
        </pc:spChg>
        <pc:spChg chg="mod">
          <ac:chgData name="Atul Matkawala" userId="8fe240bc38c32bc7" providerId="LiveId" clId="{BB534352-A38E-5650-A641-A87F5789C4B8}" dt="2026-02-22T10:46:05.940" v="5148" actId="255"/>
          <ac:spMkLst>
            <pc:docMk/>
            <pc:sldMk cId="2030580191" sldId="293"/>
            <ac:spMk id="3" creationId="{474D187B-38BF-08E3-4BDC-C702CA1E2583}"/>
          </ac:spMkLst>
        </pc:spChg>
      </pc:sldChg>
      <pc:sldChg chg="addSp delSp modSp new mod setBg delDesignElem modNotesTx">
        <pc:chgData name="Atul Matkawala" userId="8fe240bc38c32bc7" providerId="LiveId" clId="{BB534352-A38E-5650-A641-A87F5789C4B8}" dt="2026-02-22T10:41:35.301" v="5105" actId="122"/>
        <pc:sldMkLst>
          <pc:docMk/>
          <pc:sldMk cId="2660520490" sldId="294"/>
        </pc:sldMkLst>
        <pc:spChg chg="mod">
          <ac:chgData name="Atul Matkawala" userId="8fe240bc38c32bc7" providerId="LiveId" clId="{BB534352-A38E-5650-A641-A87F5789C4B8}" dt="2026-02-22T10:41:35.301" v="5105" actId="122"/>
          <ac:spMkLst>
            <pc:docMk/>
            <pc:sldMk cId="2660520490" sldId="294"/>
            <ac:spMk id="2" creationId="{B37EADFF-A68C-5B7B-8DD5-DD47E022FEE6}"/>
          </ac:spMkLst>
        </pc:spChg>
        <pc:spChg chg="add del">
          <ac:chgData name="Atul Matkawala" userId="8fe240bc38c32bc7" providerId="LiveId" clId="{BB534352-A38E-5650-A641-A87F5789C4B8}" dt="2026-02-22T10:33:45.441" v="5025"/>
          <ac:spMkLst>
            <pc:docMk/>
            <pc:sldMk cId="2660520490" sldId="294"/>
            <ac:spMk id="34" creationId="{47942995-B07F-4636-9A06-C6A104B260A8}"/>
          </ac:spMkLst>
        </pc:spChg>
        <pc:spChg chg="add del">
          <ac:chgData name="Atul Matkawala" userId="8fe240bc38c32bc7" providerId="LiveId" clId="{BB534352-A38E-5650-A641-A87F5789C4B8}" dt="2026-02-22T10:33:45.441" v="5025"/>
          <ac:spMkLst>
            <pc:docMk/>
            <pc:sldMk cId="2660520490" sldId="294"/>
            <ac:spMk id="41" creationId="{B81933D1-5615-42C7-9C0B-4EB7105CCE2D}"/>
          </ac:spMkLst>
        </pc:spChg>
        <pc:spChg chg="add del">
          <ac:chgData name="Atul Matkawala" userId="8fe240bc38c32bc7" providerId="LiveId" clId="{BB534352-A38E-5650-A641-A87F5789C4B8}" dt="2026-02-22T10:33:45.441" v="5025"/>
          <ac:spMkLst>
            <pc:docMk/>
            <pc:sldMk cId="2660520490" sldId="294"/>
            <ac:spMk id="43" creationId="{19C9EAEA-39D0-4B0E-A0EB-51E7B26740B1}"/>
          </ac:spMkLst>
        </pc:spChg>
        <pc:grpChg chg="add del">
          <ac:chgData name="Atul Matkawala" userId="8fe240bc38c32bc7" providerId="LiveId" clId="{BB534352-A38E-5650-A641-A87F5789C4B8}" dt="2026-02-22T10:33:45.441" v="5025"/>
          <ac:grpSpMkLst>
            <pc:docMk/>
            <pc:sldMk cId="2660520490" sldId="294"/>
            <ac:grpSpMk id="36" creationId="{032D8612-31EB-44CF-A1D0-14FD4C705424}"/>
          </ac:grpSpMkLst>
        </pc:grpChg>
        <pc:graphicFrameChg chg="add mod">
          <ac:chgData name="Atul Matkawala" userId="8fe240bc38c32bc7" providerId="LiveId" clId="{BB534352-A38E-5650-A641-A87F5789C4B8}" dt="2026-02-22T09:40:12.013" v="3956"/>
          <ac:graphicFrameMkLst>
            <pc:docMk/>
            <pc:sldMk cId="2660520490" sldId="294"/>
            <ac:graphicFrameMk id="3" creationId="{E1232099-0180-24B3-02C4-CC9DC0E2A33B}"/>
          </ac:graphicFrameMkLst>
        </pc:graphicFrameChg>
        <pc:picChg chg="add mod">
          <ac:chgData name="Atul Matkawala" userId="8fe240bc38c32bc7" providerId="LiveId" clId="{BB534352-A38E-5650-A641-A87F5789C4B8}" dt="2026-02-19T18:19:31.996" v="3019" actId="27614"/>
          <ac:picMkLst>
            <pc:docMk/>
            <pc:sldMk cId="2660520490" sldId="294"/>
            <ac:picMk id="14" creationId="{7A6F8F15-7F6A-7A4E-F90C-791F2998EE83}"/>
          </ac:picMkLst>
        </pc:picChg>
      </pc:sldChg>
      <pc:sldChg chg="addSp delSp modSp new mod setBg">
        <pc:chgData name="Atul Matkawala" userId="8fe240bc38c32bc7" providerId="LiveId" clId="{BB534352-A38E-5650-A641-A87F5789C4B8}" dt="2026-02-22T10:45:04.744" v="5143" actId="207"/>
        <pc:sldMkLst>
          <pc:docMk/>
          <pc:sldMk cId="2037432069" sldId="295"/>
        </pc:sldMkLst>
        <pc:spChg chg="mod">
          <ac:chgData name="Atul Matkawala" userId="8fe240bc38c32bc7" providerId="LiveId" clId="{BB534352-A38E-5650-A641-A87F5789C4B8}" dt="2026-02-22T10:44:42.730" v="5141" actId="1076"/>
          <ac:spMkLst>
            <pc:docMk/>
            <pc:sldMk cId="2037432069" sldId="295"/>
            <ac:spMk id="2" creationId="{7025645A-0057-4F01-DC94-816F3667BD45}"/>
          </ac:spMkLst>
        </pc:spChg>
        <pc:spChg chg="add mod">
          <ac:chgData name="Atul Matkawala" userId="8fe240bc38c32bc7" providerId="LiveId" clId="{BB534352-A38E-5650-A641-A87F5789C4B8}" dt="2026-02-22T10:45:04.744" v="5143" actId="207"/>
          <ac:spMkLst>
            <pc:docMk/>
            <pc:sldMk cId="2037432069" sldId="295"/>
            <ac:spMk id="7" creationId="{B6CFDF07-A791-1BB4-4BA6-7A9440F635D2}"/>
          </ac:spMkLst>
        </pc:spChg>
        <pc:spChg chg="add mod">
          <ac:chgData name="Atul Matkawala" userId="8fe240bc38c32bc7" providerId="LiveId" clId="{BB534352-A38E-5650-A641-A87F5789C4B8}" dt="2026-02-22T10:45:04.744" v="5143" actId="207"/>
          <ac:spMkLst>
            <pc:docMk/>
            <pc:sldMk cId="2037432069" sldId="295"/>
            <ac:spMk id="8" creationId="{7D99C571-F7B9-E88F-25D8-F90C0F6EEC79}"/>
          </ac:spMkLst>
        </pc:spChg>
        <pc:spChg chg="add mod">
          <ac:chgData name="Atul Matkawala" userId="8fe240bc38c32bc7" providerId="LiveId" clId="{BB534352-A38E-5650-A641-A87F5789C4B8}" dt="2026-02-22T10:31:15.998" v="4993" actId="207"/>
          <ac:spMkLst>
            <pc:docMk/>
            <pc:sldMk cId="2037432069" sldId="295"/>
            <ac:spMk id="11" creationId="{C1DDA205-81B6-274C-2788-B658731CB2E4}"/>
          </ac:spMkLst>
        </pc:spChg>
        <pc:spChg chg="add mod">
          <ac:chgData name="Atul Matkawala" userId="8fe240bc38c32bc7" providerId="LiveId" clId="{BB534352-A38E-5650-A641-A87F5789C4B8}" dt="2026-02-22T10:31:15.998" v="4993" actId="207"/>
          <ac:spMkLst>
            <pc:docMk/>
            <pc:sldMk cId="2037432069" sldId="295"/>
            <ac:spMk id="12" creationId="{693050A5-4995-E9AB-2FFD-75BBFA052113}"/>
          </ac:spMkLst>
        </pc:spChg>
        <pc:spChg chg="add mod">
          <ac:chgData name="Atul Matkawala" userId="8fe240bc38c32bc7" providerId="LiveId" clId="{BB534352-A38E-5650-A641-A87F5789C4B8}" dt="2026-02-22T10:31:15.998" v="4993" actId="207"/>
          <ac:spMkLst>
            <pc:docMk/>
            <pc:sldMk cId="2037432069" sldId="295"/>
            <ac:spMk id="13" creationId="{7D6C366B-C574-94ED-9455-D8A2B04C1324}"/>
          </ac:spMkLst>
        </pc:spChg>
        <pc:spChg chg="add mod">
          <ac:chgData name="Atul Matkawala" userId="8fe240bc38c32bc7" providerId="LiveId" clId="{BB534352-A38E-5650-A641-A87F5789C4B8}" dt="2026-02-22T10:31:15.998" v="4993" actId="207"/>
          <ac:spMkLst>
            <pc:docMk/>
            <pc:sldMk cId="2037432069" sldId="295"/>
            <ac:spMk id="14" creationId="{A3C526C1-CDAB-ACF2-52E0-1E6BB76EF349}"/>
          </ac:spMkLst>
        </pc:spChg>
        <pc:spChg chg="add mod">
          <ac:chgData name="Atul Matkawala" userId="8fe240bc38c32bc7" providerId="LiveId" clId="{BB534352-A38E-5650-A641-A87F5789C4B8}" dt="2026-02-22T10:31:15.998" v="4993" actId="207"/>
          <ac:spMkLst>
            <pc:docMk/>
            <pc:sldMk cId="2037432069" sldId="295"/>
            <ac:spMk id="15" creationId="{51A77DEE-6353-EC70-AB5D-466AD2EDEB79}"/>
          </ac:spMkLst>
        </pc:spChg>
        <pc:spChg chg="add mod">
          <ac:chgData name="Atul Matkawala" userId="8fe240bc38c32bc7" providerId="LiveId" clId="{BB534352-A38E-5650-A641-A87F5789C4B8}" dt="2026-02-22T10:45:04.744" v="5143" actId="207"/>
          <ac:spMkLst>
            <pc:docMk/>
            <pc:sldMk cId="2037432069" sldId="295"/>
            <ac:spMk id="16" creationId="{460C8335-A8CF-7EAA-C238-535640994197}"/>
          </ac:spMkLst>
        </pc:spChg>
        <pc:spChg chg="add mod">
          <ac:chgData name="Atul Matkawala" userId="8fe240bc38c32bc7" providerId="LiveId" clId="{BB534352-A38E-5650-A641-A87F5789C4B8}" dt="2026-02-22T10:45:04.744" v="5143" actId="207"/>
          <ac:spMkLst>
            <pc:docMk/>
            <pc:sldMk cId="2037432069" sldId="295"/>
            <ac:spMk id="17" creationId="{E1D94507-E8B7-5539-A10C-9F1808677032}"/>
          </ac:spMkLst>
        </pc:spChg>
        <pc:spChg chg="add mod">
          <ac:chgData name="Atul Matkawala" userId="8fe240bc38c32bc7" providerId="LiveId" clId="{BB534352-A38E-5650-A641-A87F5789C4B8}" dt="2026-02-22T10:45:04.744" v="5143" actId="207"/>
          <ac:spMkLst>
            <pc:docMk/>
            <pc:sldMk cId="2037432069" sldId="295"/>
            <ac:spMk id="18" creationId="{D20321BF-32EF-39C2-DF0B-D3E939BDDBD4}"/>
          </ac:spMkLst>
        </pc:spChg>
        <pc:spChg chg="add mod">
          <ac:chgData name="Atul Matkawala" userId="8fe240bc38c32bc7" providerId="LiveId" clId="{BB534352-A38E-5650-A641-A87F5789C4B8}" dt="2026-02-22T10:31:15.998" v="4993" actId="207"/>
          <ac:spMkLst>
            <pc:docMk/>
            <pc:sldMk cId="2037432069" sldId="295"/>
            <ac:spMk id="41" creationId="{A09EF1C7-63FB-D629-4636-574E4939A76B}"/>
          </ac:spMkLst>
        </pc:spChg>
        <pc:spChg chg="add mod">
          <ac:chgData name="Atul Matkawala" userId="8fe240bc38c32bc7" providerId="LiveId" clId="{BB534352-A38E-5650-A641-A87F5789C4B8}" dt="2026-02-22T10:45:04.744" v="5143" actId="207"/>
          <ac:spMkLst>
            <pc:docMk/>
            <pc:sldMk cId="2037432069" sldId="295"/>
            <ac:spMk id="42" creationId="{B323E120-3EEC-841E-9D50-28C3FA74972F}"/>
          </ac:spMkLst>
        </pc:spChg>
        <pc:spChg chg="add mod">
          <ac:chgData name="Atul Matkawala" userId="8fe240bc38c32bc7" providerId="LiveId" clId="{BB534352-A38E-5650-A641-A87F5789C4B8}" dt="2026-02-22T10:31:35.749" v="5002" actId="20577"/>
          <ac:spMkLst>
            <pc:docMk/>
            <pc:sldMk cId="2037432069" sldId="295"/>
            <ac:spMk id="51" creationId="{61DB6731-CB66-59A0-A8D4-40C68C4B431E}"/>
          </ac:spMkLst>
        </pc:spChg>
        <pc:cxnChg chg="add mod">
          <ac:chgData name="Atul Matkawala" userId="8fe240bc38c32bc7" providerId="LiveId" clId="{BB534352-A38E-5650-A641-A87F5789C4B8}" dt="2026-02-20T13:17:29.424" v="3532" actId="14100"/>
          <ac:cxnSpMkLst>
            <pc:docMk/>
            <pc:sldMk cId="2037432069" sldId="295"/>
            <ac:cxnSpMk id="23" creationId="{B54332F2-FD25-A4CC-1505-9310491591F3}"/>
          </ac:cxnSpMkLst>
        </pc:cxnChg>
        <pc:cxnChg chg="add mod">
          <ac:chgData name="Atul Matkawala" userId="8fe240bc38c32bc7" providerId="LiveId" clId="{BB534352-A38E-5650-A641-A87F5789C4B8}" dt="2026-02-20T13:17:26.001" v="3531" actId="14100"/>
          <ac:cxnSpMkLst>
            <pc:docMk/>
            <pc:sldMk cId="2037432069" sldId="295"/>
            <ac:cxnSpMk id="24" creationId="{326B6981-6125-4C91-6558-62CFD3891906}"/>
          </ac:cxnSpMkLst>
        </pc:cxnChg>
        <pc:cxnChg chg="add mod">
          <ac:chgData name="Atul Matkawala" userId="8fe240bc38c32bc7" providerId="LiveId" clId="{BB534352-A38E-5650-A641-A87F5789C4B8}" dt="2026-02-20T13:17:22.206" v="3530" actId="14100"/>
          <ac:cxnSpMkLst>
            <pc:docMk/>
            <pc:sldMk cId="2037432069" sldId="295"/>
            <ac:cxnSpMk id="25" creationId="{030EE93C-F0A2-A1D1-7C6C-6BBBFDF1C5B8}"/>
          </ac:cxnSpMkLst>
        </pc:cxnChg>
        <pc:cxnChg chg="add mod">
          <ac:chgData name="Atul Matkawala" userId="8fe240bc38c32bc7" providerId="LiveId" clId="{BB534352-A38E-5650-A641-A87F5789C4B8}" dt="2026-02-20T13:17:18.537" v="3529" actId="14100"/>
          <ac:cxnSpMkLst>
            <pc:docMk/>
            <pc:sldMk cId="2037432069" sldId="295"/>
            <ac:cxnSpMk id="26" creationId="{BCCDAAD1-575B-2318-6A43-0D72D998D1CA}"/>
          </ac:cxnSpMkLst>
        </pc:cxnChg>
        <pc:cxnChg chg="add mod">
          <ac:chgData name="Atul Matkawala" userId="8fe240bc38c32bc7" providerId="LiveId" clId="{BB534352-A38E-5650-A641-A87F5789C4B8}" dt="2026-02-20T13:17:14.764" v="3528" actId="14100"/>
          <ac:cxnSpMkLst>
            <pc:docMk/>
            <pc:sldMk cId="2037432069" sldId="295"/>
            <ac:cxnSpMk id="27" creationId="{88705E2C-1D0A-16DB-C1B0-A7AA1AADF4EF}"/>
          </ac:cxnSpMkLst>
        </pc:cxnChg>
        <pc:cxnChg chg="add mod">
          <ac:chgData name="Atul Matkawala" userId="8fe240bc38c32bc7" providerId="LiveId" clId="{BB534352-A38E-5650-A641-A87F5789C4B8}" dt="2026-02-20T13:17:08.019" v="3527" actId="14100"/>
          <ac:cxnSpMkLst>
            <pc:docMk/>
            <pc:sldMk cId="2037432069" sldId="295"/>
            <ac:cxnSpMk id="43" creationId="{EC8B8AF3-F6ED-84E1-69F6-C2EE8437DCAB}"/>
          </ac:cxnSpMkLst>
        </pc:cxnChg>
      </pc:sldChg>
      <pc:sldChg chg="addSp delSp modSp new mod ord setBg modCm">
        <pc:chgData name="Atul Matkawala" userId="8fe240bc38c32bc7" providerId="LiveId" clId="{BB534352-A38E-5650-A641-A87F5789C4B8}" dt="2026-02-22T10:45:16.930" v="5146" actId="2711"/>
        <pc:sldMkLst>
          <pc:docMk/>
          <pc:sldMk cId="3812534071" sldId="296"/>
        </pc:sldMkLst>
        <pc:spChg chg="mod">
          <ac:chgData name="Atul Matkawala" userId="8fe240bc38c32bc7" providerId="LiveId" clId="{BB534352-A38E-5650-A641-A87F5789C4B8}" dt="2026-02-22T10:41:46.681" v="5108" actId="122"/>
          <ac:spMkLst>
            <pc:docMk/>
            <pc:sldMk cId="3812534071" sldId="296"/>
            <ac:spMk id="2" creationId="{27B7FBE0-8A8E-2416-15FA-7972580DAF68}"/>
          </ac:spMkLst>
        </pc:spChg>
        <pc:spChg chg="add del mod">
          <ac:chgData name="Atul Matkawala" userId="8fe240bc38c32bc7" providerId="LiveId" clId="{BB534352-A38E-5650-A641-A87F5789C4B8}" dt="2026-02-22T10:45:16.930" v="5146" actId="2711"/>
          <ac:spMkLst>
            <pc:docMk/>
            <pc:sldMk cId="3812534071" sldId="296"/>
            <ac:spMk id="3" creationId="{BEEEC714-9F5F-AF67-6E02-AF38050F5F83}"/>
          </ac:spMkLst>
        </pc:spChg>
        <pc:spChg chg="add del mod">
          <ac:chgData name="Atul Matkawala" userId="8fe240bc38c32bc7" providerId="LiveId" clId="{BB534352-A38E-5650-A641-A87F5789C4B8}" dt="2026-02-21T12:07:13.058" v="3742" actId="478"/>
          <ac:spMkLst>
            <pc:docMk/>
            <pc:sldMk cId="3812534071" sldId="296"/>
            <ac:spMk id="6" creationId="{656BA3F7-5626-9DD7-2CF3-51A9D9AC19C9}"/>
          </ac:spMkLst>
        </pc:spChg>
        <pc:spChg chg="add del mod">
          <ac:chgData name="Atul Matkawala" userId="8fe240bc38c32bc7" providerId="LiveId" clId="{BB534352-A38E-5650-A641-A87F5789C4B8}" dt="2026-02-21T12:07:51.381" v="3751" actId="22"/>
          <ac:spMkLst>
            <pc:docMk/>
            <pc:sldMk cId="3812534071" sldId="296"/>
            <ac:spMk id="8" creationId="{684F01DF-4884-64B0-049B-EA8736AED65E}"/>
          </ac:spMkLst>
        </pc:spChg>
        <pc:extLst>
          <p:ext xmlns:p="http://schemas.openxmlformats.org/presentationml/2006/main" uri="{D6D511B9-2390-475A-947B-AFAB55BFBCF1}">
            <pc226:cmChg xmlns:pc226="http://schemas.microsoft.com/office/powerpoint/2022/06/main/command" chg="mod">
              <pc226:chgData name="Atul Matkawala" userId="8fe240bc38c32bc7" providerId="LiveId" clId="{BB534352-A38E-5650-A641-A87F5789C4B8}" dt="2026-02-21T12:07:51.954" v="3752" actId="478"/>
              <pc2:cmMkLst xmlns:pc2="http://schemas.microsoft.com/office/powerpoint/2019/9/main/command">
                <pc:docMk/>
                <pc:sldMk cId="3812534071" sldId="296"/>
                <pc2:cmMk id="{703D7C8F-DD37-B24B-B30F-8BF6DB5C1CE9}"/>
              </pc2:cmMkLst>
            </pc226:cmChg>
          </p:ext>
        </pc:extLst>
      </pc:sldChg>
      <pc:sldChg chg="addSp modSp new mod setBg modNotesTx">
        <pc:chgData name="Atul Matkawala" userId="8fe240bc38c32bc7" providerId="LiveId" clId="{BB534352-A38E-5650-A641-A87F5789C4B8}" dt="2026-02-22T10:44:26.868" v="5138" actId="207"/>
        <pc:sldMkLst>
          <pc:docMk/>
          <pc:sldMk cId="69716600" sldId="297"/>
        </pc:sldMkLst>
        <pc:spChg chg="mod">
          <ac:chgData name="Atul Matkawala" userId="8fe240bc38c32bc7" providerId="LiveId" clId="{BB534352-A38E-5650-A641-A87F5789C4B8}" dt="2026-02-22T10:42:12.932" v="5115" actId="122"/>
          <ac:spMkLst>
            <pc:docMk/>
            <pc:sldMk cId="69716600" sldId="297"/>
            <ac:spMk id="2" creationId="{09A1AEA0-C600-CD5A-5465-209C644B5BDE}"/>
          </ac:spMkLst>
        </pc:spChg>
        <pc:spChg chg="mod">
          <ac:chgData name="Atul Matkawala" userId="8fe240bc38c32bc7" providerId="LiveId" clId="{BB534352-A38E-5650-A641-A87F5789C4B8}" dt="2026-02-22T10:44:16.696" v="5137" actId="20577"/>
          <ac:spMkLst>
            <pc:docMk/>
            <pc:sldMk cId="69716600" sldId="297"/>
            <ac:spMk id="3" creationId="{88322B43-B0E5-A781-D9D8-0EFDF12EDBE0}"/>
          </ac:spMkLst>
        </pc:spChg>
        <pc:spChg chg="add mod">
          <ac:chgData name="Atul Matkawala" userId="8fe240bc38c32bc7" providerId="LiveId" clId="{BB534352-A38E-5650-A641-A87F5789C4B8}" dt="2026-02-22T10:44:26.868" v="5138" actId="207"/>
          <ac:spMkLst>
            <pc:docMk/>
            <pc:sldMk cId="69716600" sldId="297"/>
            <ac:spMk id="4" creationId="{017C1189-61AA-0EBB-59DA-F8D7AEC1AB06}"/>
          </ac:spMkLst>
        </pc:spChg>
      </pc:sldChg>
      <pc:sldChg chg="addSp modSp new mod setBg">
        <pc:chgData name="Atul Matkawala" userId="8fe240bc38c32bc7" providerId="LiveId" clId="{BB534352-A38E-5650-A641-A87F5789C4B8}" dt="2026-02-22T10:44:32.167" v="5139" actId="207"/>
        <pc:sldMkLst>
          <pc:docMk/>
          <pc:sldMk cId="2152682361" sldId="298"/>
        </pc:sldMkLst>
        <pc:spChg chg="mod">
          <ac:chgData name="Atul Matkawala" userId="8fe240bc38c32bc7" providerId="LiveId" clId="{BB534352-A38E-5650-A641-A87F5789C4B8}" dt="2026-02-22T10:42:27.057" v="5118" actId="122"/>
          <ac:spMkLst>
            <pc:docMk/>
            <pc:sldMk cId="2152682361" sldId="298"/>
            <ac:spMk id="2" creationId="{83844238-E55B-821C-B8BA-2A23CCC464F9}"/>
          </ac:spMkLst>
        </pc:spChg>
        <pc:spChg chg="mod">
          <ac:chgData name="Atul Matkawala" userId="8fe240bc38c32bc7" providerId="LiveId" clId="{BB534352-A38E-5650-A641-A87F5789C4B8}" dt="2026-02-22T10:43:24.017" v="5128" actId="14100"/>
          <ac:spMkLst>
            <pc:docMk/>
            <pc:sldMk cId="2152682361" sldId="298"/>
            <ac:spMk id="3" creationId="{1057F39A-3174-661E-273E-554A968C394F}"/>
          </ac:spMkLst>
        </pc:spChg>
        <pc:spChg chg="add mod">
          <ac:chgData name="Atul Matkawala" userId="8fe240bc38c32bc7" providerId="LiveId" clId="{BB534352-A38E-5650-A641-A87F5789C4B8}" dt="2026-02-22T10:44:32.167" v="5139" actId="207"/>
          <ac:spMkLst>
            <pc:docMk/>
            <pc:sldMk cId="2152682361" sldId="298"/>
            <ac:spMk id="4" creationId="{6FB7DD80-3FA5-3393-0615-368E057969B4}"/>
          </ac:spMkLst>
        </pc:spChg>
      </pc:sldChg>
      <pc:sldChg chg="addSp delSp modSp new mod setBg">
        <pc:chgData name="Atul Matkawala" userId="8fe240bc38c32bc7" providerId="LiveId" clId="{BB534352-A38E-5650-A641-A87F5789C4B8}" dt="2026-02-22T10:42:45.881" v="5123" actId="27636"/>
        <pc:sldMkLst>
          <pc:docMk/>
          <pc:sldMk cId="1998897430" sldId="299"/>
        </pc:sldMkLst>
        <pc:spChg chg="mod">
          <ac:chgData name="Atul Matkawala" userId="8fe240bc38c32bc7" providerId="LiveId" clId="{BB534352-A38E-5650-A641-A87F5789C4B8}" dt="2026-02-22T10:42:38.797" v="5121" actId="122"/>
          <ac:spMkLst>
            <pc:docMk/>
            <pc:sldMk cId="1998897430" sldId="299"/>
            <ac:spMk id="2" creationId="{8C3E5AC4-C5E6-EF63-4642-B645307A1EA8}"/>
          </ac:spMkLst>
        </pc:spChg>
        <pc:spChg chg="mod">
          <ac:chgData name="Atul Matkawala" userId="8fe240bc38c32bc7" providerId="LiveId" clId="{BB534352-A38E-5650-A641-A87F5789C4B8}" dt="2026-02-22T10:42:45.881" v="5123" actId="27636"/>
          <ac:spMkLst>
            <pc:docMk/>
            <pc:sldMk cId="1998897430" sldId="299"/>
            <ac:spMk id="3" creationId="{365A501A-C0B1-F232-C07C-4B2E7104CCFA}"/>
          </ac:spMkLst>
        </pc:spChg>
        <pc:picChg chg="add del mod">
          <ac:chgData name="Atul Matkawala" userId="8fe240bc38c32bc7" providerId="LiveId" clId="{BB534352-A38E-5650-A641-A87F5789C4B8}" dt="2026-02-22T09:32:44.217" v="3951" actId="931"/>
          <ac:picMkLst>
            <pc:docMk/>
            <pc:sldMk cId="1998897430" sldId="299"/>
            <ac:picMk id="5" creationId="{F6755F37-F4EA-E249-0CF4-0F8650DBEDA0}"/>
          </ac:picMkLst>
        </pc:picChg>
        <pc:picChg chg="add del mod">
          <ac:chgData name="Atul Matkawala" userId="8fe240bc38c32bc7" providerId="LiveId" clId="{BB534352-A38E-5650-A641-A87F5789C4B8}" dt="2026-02-22T09:41:45.991" v="3963" actId="931"/>
          <ac:picMkLst>
            <pc:docMk/>
            <pc:sldMk cId="1998897430" sldId="299"/>
            <ac:picMk id="8" creationId="{71491C38-7718-CA7D-5D0A-3CFD6D3316E7}"/>
          </ac:picMkLst>
        </pc:picChg>
      </pc:sldChg>
      <pc:sldChg chg="addSp delSp modSp new del mod">
        <pc:chgData name="Atul Matkawala" userId="8fe240bc38c32bc7" providerId="LiveId" clId="{BB534352-A38E-5650-A641-A87F5789C4B8}" dt="2026-02-22T09:46:57.232" v="3975" actId="2696"/>
        <pc:sldMkLst>
          <pc:docMk/>
          <pc:sldMk cId="1095486329" sldId="300"/>
        </pc:sldMkLst>
        <pc:spChg chg="add del">
          <ac:chgData name="Atul Matkawala" userId="8fe240bc38c32bc7" providerId="LiveId" clId="{BB534352-A38E-5650-A641-A87F5789C4B8}" dt="2026-02-22T09:46:16.017" v="3969" actId="478"/>
          <ac:spMkLst>
            <pc:docMk/>
            <pc:sldMk cId="1095486329" sldId="300"/>
            <ac:spMk id="5" creationId="{E5D2BFE7-B95C-6CB9-2172-6D51C68B1224}"/>
          </ac:spMkLst>
        </pc:spChg>
        <pc:graphicFrameChg chg="del">
          <ac:chgData name="Atul Matkawala" userId="8fe240bc38c32bc7" providerId="LiveId" clId="{BB534352-A38E-5650-A641-A87F5789C4B8}" dt="2026-02-22T09:46:30.642" v="3970"/>
          <ac:graphicFrameMkLst>
            <pc:docMk/>
            <pc:sldMk cId="1095486329" sldId="300"/>
            <ac:graphicFrameMk id="6" creationId="{C2399845-AEA4-D265-4C50-4FCBB5BB9A2F}"/>
          </ac:graphicFrameMkLst>
        </pc:graphicFrameChg>
        <pc:picChg chg="add del mod">
          <ac:chgData name="Atul Matkawala" userId="8fe240bc38c32bc7" providerId="LiveId" clId="{BB534352-A38E-5650-A641-A87F5789C4B8}" dt="2026-02-22T09:42:52.064" v="3967" actId="478"/>
          <ac:picMkLst>
            <pc:docMk/>
            <pc:sldMk cId="1095486329" sldId="300"/>
            <ac:picMk id="3" creationId="{BC128273-0966-8CF4-6630-C223EF674E4C}"/>
          </ac:picMkLst>
        </pc:picChg>
      </pc:sldChg>
      <pc:sldMasterChg chg="addSp delSp modSp mod setBg modSldLayout">
        <pc:chgData name="Atul Matkawala" userId="8fe240bc38c32bc7" providerId="LiveId" clId="{BB534352-A38E-5650-A641-A87F5789C4B8}" dt="2026-02-22T10:09:47.117" v="4389" actId="1076"/>
        <pc:sldMasterMkLst>
          <pc:docMk/>
          <pc:sldMasterMk cId="2632976636" sldId="2147483648"/>
        </pc:sldMasterMkLst>
        <pc:spChg chg="mod">
          <ac:chgData name="Atul Matkawala" userId="8fe240bc38c32bc7" providerId="LiveId" clId="{BB534352-A38E-5650-A641-A87F5789C4B8}" dt="2026-02-22T09:54:10.327" v="4060" actId="20577"/>
          <ac:spMkLst>
            <pc:docMk/>
            <pc:sldMasterMk cId="2632976636" sldId="2147483648"/>
            <ac:spMk id="4" creationId="{0769FD53-4CF0-63F1-C21C-0990B3AA83B7}"/>
          </ac:spMkLst>
        </pc:spChg>
        <pc:spChg chg="mod">
          <ac:chgData name="Atul Matkawala" userId="8fe240bc38c32bc7" providerId="LiveId" clId="{BB534352-A38E-5650-A641-A87F5789C4B8}" dt="2026-02-22T10:09:34.548" v="4386" actId="1076"/>
          <ac:spMkLst>
            <pc:docMk/>
            <pc:sldMasterMk cId="2632976636" sldId="2147483648"/>
            <ac:spMk id="5" creationId="{CD75BE90-A488-B348-D4BC-50B94068DFDB}"/>
          </ac:spMkLst>
        </pc:spChg>
        <pc:spChg chg="mod">
          <ac:chgData name="Atul Matkawala" userId="8fe240bc38c32bc7" providerId="LiveId" clId="{BB534352-A38E-5650-A641-A87F5789C4B8}" dt="2026-02-22T10:09:38.549" v="4387" actId="1076"/>
          <ac:spMkLst>
            <pc:docMk/>
            <pc:sldMasterMk cId="2632976636" sldId="2147483648"/>
            <ac:spMk id="6" creationId="{854D0769-9079-D6D1-531B-A9EE523F4BCB}"/>
          </ac:spMkLst>
        </pc:spChg>
        <pc:spChg chg="add del mod">
          <ac:chgData name="Atul Matkawala" userId="8fe240bc38c32bc7" providerId="LiveId" clId="{BB534352-A38E-5650-A641-A87F5789C4B8}" dt="2026-02-22T09:53:58.751" v="4049" actId="478"/>
          <ac:spMkLst>
            <pc:docMk/>
            <pc:sldMasterMk cId="2632976636" sldId="2147483648"/>
            <ac:spMk id="7" creationId="{6CF22A67-F2B0-2B47-C570-D8F5C9F41A35}"/>
          </ac:spMkLst>
        </pc:spChg>
        <pc:picChg chg="add mod">
          <ac:chgData name="Atul Matkawala" userId="8fe240bc38c32bc7" providerId="LiveId" clId="{BB534352-A38E-5650-A641-A87F5789C4B8}" dt="2026-02-22T10:09:47.117" v="4389" actId="1076"/>
          <ac:picMkLst>
            <pc:docMk/>
            <pc:sldMasterMk cId="2632976636" sldId="2147483648"/>
            <ac:picMk id="9" creationId="{66EA858F-4C07-D783-C3F3-3EE911F2AC83}"/>
          </ac:picMkLst>
        </pc:picChg>
        <pc:sldLayoutChg chg="modSp mod setBg">
          <pc:chgData name="Atul Matkawala" userId="8fe240bc38c32bc7" providerId="LiveId" clId="{BB534352-A38E-5650-A641-A87F5789C4B8}" dt="2026-02-22T10:02:20.776" v="4378"/>
          <pc:sldLayoutMkLst>
            <pc:docMk/>
            <pc:sldMasterMk cId="2632976636" sldId="2147483648"/>
            <pc:sldLayoutMk cId="1123933495" sldId="2147483649"/>
          </pc:sldLayoutMkLst>
          <pc:spChg chg="mod">
            <ac:chgData name="Atul Matkawala" userId="8fe240bc38c32bc7" providerId="LiveId" clId="{BB534352-A38E-5650-A641-A87F5789C4B8}" dt="2026-02-22T09:54:54.064" v="4121" actId="20577"/>
            <ac:spMkLst>
              <pc:docMk/>
              <pc:sldMasterMk cId="2632976636" sldId="2147483648"/>
              <pc:sldLayoutMk cId="1123933495" sldId="2147483649"/>
              <ac:spMk id="4" creationId="{01F70052-C571-3B16-2545-420A74298972}"/>
            </ac:spMkLst>
          </pc:spChg>
          <pc:spChg chg="mod">
            <ac:chgData name="Atul Matkawala" userId="8fe240bc38c32bc7" providerId="LiveId" clId="{BB534352-A38E-5650-A641-A87F5789C4B8}" dt="2026-02-22T09:55:01.686" v="4146" actId="20577"/>
            <ac:spMkLst>
              <pc:docMk/>
              <pc:sldMasterMk cId="2632976636" sldId="2147483648"/>
              <pc:sldLayoutMk cId="1123933495" sldId="2147483649"/>
              <ac:spMk id="5" creationId="{46E9DCEB-6C97-DB20-EE3B-FFA03AA09028}"/>
            </ac:spMkLst>
          </pc:spChg>
          <pc:spChg chg="mod">
            <ac:chgData name="Atul Matkawala" userId="8fe240bc38c32bc7" providerId="LiveId" clId="{BB534352-A38E-5650-A641-A87F5789C4B8}" dt="2026-02-22T09:59:24.854" v="4254"/>
            <ac:spMkLst>
              <pc:docMk/>
              <pc:sldMasterMk cId="2632976636" sldId="2147483648"/>
              <pc:sldLayoutMk cId="1123933495" sldId="2147483649"/>
              <ac:spMk id="6" creationId="{51B09687-5539-06D6-01EE-2EE93C24A4AC}"/>
            </ac:spMkLst>
          </pc:spChg>
        </pc:sldLayoutChg>
        <pc:sldLayoutChg chg="addSp delSp modSp mod setBg">
          <pc:chgData name="Atul Matkawala" userId="8fe240bc38c32bc7" providerId="LiveId" clId="{BB534352-A38E-5650-A641-A87F5789C4B8}" dt="2026-02-22T10:02:20.776" v="4378"/>
          <pc:sldLayoutMkLst>
            <pc:docMk/>
            <pc:sldMasterMk cId="2632976636" sldId="2147483648"/>
            <pc:sldLayoutMk cId="1845893375" sldId="2147483650"/>
          </pc:sldLayoutMkLst>
          <pc:spChg chg="mod">
            <ac:chgData name="Atul Matkawala" userId="8fe240bc38c32bc7" providerId="LiveId" clId="{BB534352-A38E-5650-A641-A87F5789C4B8}" dt="2026-02-22T09:54:46.046" v="4112" actId="20577"/>
            <ac:spMkLst>
              <pc:docMk/>
              <pc:sldMasterMk cId="2632976636" sldId="2147483648"/>
              <pc:sldLayoutMk cId="1845893375" sldId="2147483650"/>
              <ac:spMk id="4" creationId="{74B92683-5484-59B9-72B9-370E309E35A2}"/>
            </ac:spMkLst>
          </pc:spChg>
          <pc:spChg chg="mod">
            <ac:chgData name="Atul Matkawala" userId="8fe240bc38c32bc7" providerId="LiveId" clId="{BB534352-A38E-5650-A641-A87F5789C4B8}" dt="2026-02-22T09:53:17.372" v="4021" actId="20577"/>
            <ac:spMkLst>
              <pc:docMk/>
              <pc:sldMasterMk cId="2632976636" sldId="2147483648"/>
              <pc:sldLayoutMk cId="1845893375" sldId="2147483650"/>
              <ac:spMk id="5" creationId="{442C0EA8-6207-967F-1D77-6109536A80DD}"/>
            </ac:spMkLst>
          </pc:spChg>
          <pc:spChg chg="mod">
            <ac:chgData name="Atul Matkawala" userId="8fe240bc38c32bc7" providerId="LiveId" clId="{BB534352-A38E-5650-A641-A87F5789C4B8}" dt="2026-02-22T09:59:24.854" v="4254"/>
            <ac:spMkLst>
              <pc:docMk/>
              <pc:sldMasterMk cId="2632976636" sldId="2147483648"/>
              <pc:sldLayoutMk cId="1845893375" sldId="2147483650"/>
              <ac:spMk id="6" creationId="{42009104-35C5-EFAC-63ED-13068A54DC72}"/>
            </ac:spMkLst>
          </pc:spChg>
          <pc:spChg chg="add del mod">
            <ac:chgData name="Atul Matkawala" userId="8fe240bc38c32bc7" providerId="LiveId" clId="{BB534352-A38E-5650-A641-A87F5789C4B8}" dt="2026-02-22T09:51:26.229" v="3999"/>
            <ac:spMkLst>
              <pc:docMk/>
              <pc:sldMasterMk cId="2632976636" sldId="2147483648"/>
              <pc:sldLayoutMk cId="1845893375" sldId="2147483650"/>
              <ac:spMk id="7" creationId="{68D43E68-0510-3A9A-33F6-28A8692EFD1B}"/>
            </ac:spMkLst>
          </pc:spChg>
        </pc:sldLayoutChg>
        <pc:sldLayoutChg chg="addSp delSp modSp mod setBg">
          <pc:chgData name="Atul Matkawala" userId="8fe240bc38c32bc7" providerId="LiveId" clId="{BB534352-A38E-5650-A641-A87F5789C4B8}" dt="2026-02-22T10:02:20.776" v="4378"/>
          <pc:sldLayoutMkLst>
            <pc:docMk/>
            <pc:sldMasterMk cId="2632976636" sldId="2147483648"/>
            <pc:sldLayoutMk cId="32887277" sldId="2147483651"/>
          </pc:sldLayoutMkLst>
          <pc:spChg chg="mod">
            <ac:chgData name="Atul Matkawala" userId="8fe240bc38c32bc7" providerId="LiveId" clId="{BB534352-A38E-5650-A641-A87F5789C4B8}" dt="2026-02-22T09:56:15.404" v="4196" actId="20577"/>
            <ac:spMkLst>
              <pc:docMk/>
              <pc:sldMasterMk cId="2632976636" sldId="2147483648"/>
              <pc:sldLayoutMk cId="32887277" sldId="2147483651"/>
              <ac:spMk id="4" creationId="{FBA3C3E2-4DD8-7539-2467-C0877B8C4CAE}"/>
            </ac:spMkLst>
          </pc:spChg>
          <pc:spChg chg="mod">
            <ac:chgData name="Atul Matkawala" userId="8fe240bc38c32bc7" providerId="LiveId" clId="{BB534352-A38E-5650-A641-A87F5789C4B8}" dt="2026-02-22T09:55:20.700" v="4177" actId="20577"/>
            <ac:spMkLst>
              <pc:docMk/>
              <pc:sldMasterMk cId="2632976636" sldId="2147483648"/>
              <pc:sldLayoutMk cId="32887277" sldId="2147483651"/>
              <ac:spMk id="5" creationId="{38F7B66D-E364-BA76-6FB6-52CDA2636FB8}"/>
            </ac:spMkLst>
          </pc:spChg>
          <pc:spChg chg="mod">
            <ac:chgData name="Atul Matkawala" userId="8fe240bc38c32bc7" providerId="LiveId" clId="{BB534352-A38E-5650-A641-A87F5789C4B8}" dt="2026-02-22T09:59:24.854" v="4254"/>
            <ac:spMkLst>
              <pc:docMk/>
              <pc:sldMasterMk cId="2632976636" sldId="2147483648"/>
              <pc:sldLayoutMk cId="32887277" sldId="2147483651"/>
              <ac:spMk id="6" creationId="{99401F03-BB82-B04A-0394-0ABA29A13B08}"/>
            </ac:spMkLst>
          </pc:spChg>
          <pc:spChg chg="add del mod">
            <ac:chgData name="Atul Matkawala" userId="8fe240bc38c32bc7" providerId="LiveId" clId="{BB534352-A38E-5650-A641-A87F5789C4B8}" dt="2026-02-22T09:57:33.725" v="4221" actId="478"/>
            <ac:spMkLst>
              <pc:docMk/>
              <pc:sldMasterMk cId="2632976636" sldId="2147483648"/>
              <pc:sldLayoutMk cId="32887277" sldId="2147483651"/>
              <ac:spMk id="7" creationId="{33E32D3F-4C22-1540-DAD7-59B7E3432E56}"/>
            </ac:spMkLst>
          </pc:spChg>
        </pc:sldLayoutChg>
        <pc:sldLayoutChg chg="modSp mod setBg">
          <pc:chgData name="Atul Matkawala" userId="8fe240bc38c32bc7" providerId="LiveId" clId="{BB534352-A38E-5650-A641-A87F5789C4B8}" dt="2026-02-22T10:02:20.776" v="4378"/>
          <pc:sldLayoutMkLst>
            <pc:docMk/>
            <pc:sldMasterMk cId="2632976636" sldId="2147483648"/>
            <pc:sldLayoutMk cId="3097000778" sldId="2147483652"/>
          </pc:sldLayoutMkLst>
          <pc:spChg chg="mod">
            <ac:chgData name="Atul Matkawala" userId="8fe240bc38c32bc7" providerId="LiveId" clId="{BB534352-A38E-5650-A641-A87F5789C4B8}" dt="2026-02-22T09:56:22.599" v="4198" actId="20577"/>
            <ac:spMkLst>
              <pc:docMk/>
              <pc:sldMasterMk cId="2632976636" sldId="2147483648"/>
              <pc:sldLayoutMk cId="3097000778" sldId="2147483652"/>
              <ac:spMk id="5" creationId="{E1C9B1F0-09E6-CB18-FD2E-F8A136119546}"/>
            </ac:spMkLst>
          </pc:spChg>
          <pc:spChg chg="mod">
            <ac:chgData name="Atul Matkawala" userId="8fe240bc38c32bc7" providerId="LiveId" clId="{BB534352-A38E-5650-A641-A87F5789C4B8}" dt="2026-02-22T09:55:25.140" v="4179" actId="20577"/>
            <ac:spMkLst>
              <pc:docMk/>
              <pc:sldMasterMk cId="2632976636" sldId="2147483648"/>
              <pc:sldLayoutMk cId="3097000778" sldId="2147483652"/>
              <ac:spMk id="6" creationId="{F7996BB9-580A-5310-EFBE-E8FC17EFEA39}"/>
            </ac:spMkLst>
          </pc:spChg>
          <pc:spChg chg="mod">
            <ac:chgData name="Atul Matkawala" userId="8fe240bc38c32bc7" providerId="LiveId" clId="{BB534352-A38E-5650-A641-A87F5789C4B8}" dt="2026-02-22T09:59:24.854" v="4254"/>
            <ac:spMkLst>
              <pc:docMk/>
              <pc:sldMasterMk cId="2632976636" sldId="2147483648"/>
              <pc:sldLayoutMk cId="3097000778" sldId="2147483652"/>
              <ac:spMk id="7" creationId="{08C388AB-3909-9C2E-22ED-5C97B055A91D}"/>
            </ac:spMkLst>
          </pc:spChg>
        </pc:sldLayoutChg>
        <pc:sldLayoutChg chg="modSp mod setBg">
          <pc:chgData name="Atul Matkawala" userId="8fe240bc38c32bc7" providerId="LiveId" clId="{BB534352-A38E-5650-A641-A87F5789C4B8}" dt="2026-02-22T10:02:20.776" v="4378"/>
          <pc:sldLayoutMkLst>
            <pc:docMk/>
            <pc:sldMasterMk cId="2632976636" sldId="2147483648"/>
            <pc:sldLayoutMk cId="3739956511" sldId="2147483653"/>
          </pc:sldLayoutMkLst>
          <pc:spChg chg="mod">
            <ac:chgData name="Atul Matkawala" userId="8fe240bc38c32bc7" providerId="LiveId" clId="{BB534352-A38E-5650-A641-A87F5789C4B8}" dt="2026-02-22T09:56:36.163" v="4201" actId="20577"/>
            <ac:spMkLst>
              <pc:docMk/>
              <pc:sldMasterMk cId="2632976636" sldId="2147483648"/>
              <pc:sldLayoutMk cId="3739956511" sldId="2147483653"/>
              <ac:spMk id="7" creationId="{E6DFB995-B776-F6E5-B6B3-3B426228E548}"/>
            </ac:spMkLst>
          </pc:spChg>
          <pc:spChg chg="mod">
            <ac:chgData name="Atul Matkawala" userId="8fe240bc38c32bc7" providerId="LiveId" clId="{BB534352-A38E-5650-A641-A87F5789C4B8}" dt="2026-02-22T09:55:29.879" v="4181" actId="20577"/>
            <ac:spMkLst>
              <pc:docMk/>
              <pc:sldMasterMk cId="2632976636" sldId="2147483648"/>
              <pc:sldLayoutMk cId="3739956511" sldId="2147483653"/>
              <ac:spMk id="8" creationId="{7383EEB3-8526-6C67-9291-B25D802C188C}"/>
            </ac:spMkLst>
          </pc:spChg>
          <pc:spChg chg="mod">
            <ac:chgData name="Atul Matkawala" userId="8fe240bc38c32bc7" providerId="LiveId" clId="{BB534352-A38E-5650-A641-A87F5789C4B8}" dt="2026-02-22T09:59:24.854" v="4254"/>
            <ac:spMkLst>
              <pc:docMk/>
              <pc:sldMasterMk cId="2632976636" sldId="2147483648"/>
              <pc:sldLayoutMk cId="3739956511" sldId="2147483653"/>
              <ac:spMk id="9" creationId="{F58C1560-8EBE-0E7C-DF78-536E59ED6455}"/>
            </ac:spMkLst>
          </pc:spChg>
        </pc:sldLayoutChg>
        <pc:sldLayoutChg chg="modSp mod setBg">
          <pc:chgData name="Atul Matkawala" userId="8fe240bc38c32bc7" providerId="LiveId" clId="{BB534352-A38E-5650-A641-A87F5789C4B8}" dt="2026-02-22T10:02:20.776" v="4378"/>
          <pc:sldLayoutMkLst>
            <pc:docMk/>
            <pc:sldMasterMk cId="2632976636" sldId="2147483648"/>
            <pc:sldLayoutMk cId="1608728281" sldId="2147483654"/>
          </pc:sldLayoutMkLst>
          <pc:spChg chg="mod">
            <ac:chgData name="Atul Matkawala" userId="8fe240bc38c32bc7" providerId="LiveId" clId="{BB534352-A38E-5650-A641-A87F5789C4B8}" dt="2026-02-22T09:56:48.726" v="4205" actId="20577"/>
            <ac:spMkLst>
              <pc:docMk/>
              <pc:sldMasterMk cId="2632976636" sldId="2147483648"/>
              <pc:sldLayoutMk cId="1608728281" sldId="2147483654"/>
              <ac:spMk id="3" creationId="{FC7C4DB6-1049-8852-472D-8F7804E823F0}"/>
            </ac:spMkLst>
          </pc:spChg>
          <pc:spChg chg="mod">
            <ac:chgData name="Atul Matkawala" userId="8fe240bc38c32bc7" providerId="LiveId" clId="{BB534352-A38E-5650-A641-A87F5789C4B8}" dt="2026-02-22T09:55:34.506" v="4183" actId="20577"/>
            <ac:spMkLst>
              <pc:docMk/>
              <pc:sldMasterMk cId="2632976636" sldId="2147483648"/>
              <pc:sldLayoutMk cId="1608728281" sldId="2147483654"/>
              <ac:spMk id="4" creationId="{FA2501B1-1BC7-C3C4-7250-56554ECC7C43}"/>
            </ac:spMkLst>
          </pc:spChg>
          <pc:spChg chg="mod">
            <ac:chgData name="Atul Matkawala" userId="8fe240bc38c32bc7" providerId="LiveId" clId="{BB534352-A38E-5650-A641-A87F5789C4B8}" dt="2026-02-22T09:59:24.854" v="4254"/>
            <ac:spMkLst>
              <pc:docMk/>
              <pc:sldMasterMk cId="2632976636" sldId="2147483648"/>
              <pc:sldLayoutMk cId="1608728281" sldId="2147483654"/>
              <ac:spMk id="5" creationId="{C0D15E40-8129-AEB7-5CA3-F899770CDA56}"/>
            </ac:spMkLst>
          </pc:spChg>
        </pc:sldLayoutChg>
        <pc:sldLayoutChg chg="modSp mod setBg">
          <pc:chgData name="Atul Matkawala" userId="8fe240bc38c32bc7" providerId="LiveId" clId="{BB534352-A38E-5650-A641-A87F5789C4B8}" dt="2026-02-22T10:02:20.776" v="4378"/>
          <pc:sldLayoutMkLst>
            <pc:docMk/>
            <pc:sldMasterMk cId="2632976636" sldId="2147483648"/>
            <pc:sldLayoutMk cId="450550910" sldId="2147483655"/>
          </pc:sldLayoutMkLst>
          <pc:spChg chg="mod">
            <ac:chgData name="Atul Matkawala" userId="8fe240bc38c32bc7" providerId="LiveId" clId="{BB534352-A38E-5650-A641-A87F5789C4B8}" dt="2026-02-22T09:56:52.737" v="4208" actId="20577"/>
            <ac:spMkLst>
              <pc:docMk/>
              <pc:sldMasterMk cId="2632976636" sldId="2147483648"/>
              <pc:sldLayoutMk cId="450550910" sldId="2147483655"/>
              <ac:spMk id="2" creationId="{F5E10B2A-1A8E-0B6F-4D21-35A5C0F3505C}"/>
            </ac:spMkLst>
          </pc:spChg>
          <pc:spChg chg="mod">
            <ac:chgData name="Atul Matkawala" userId="8fe240bc38c32bc7" providerId="LiveId" clId="{BB534352-A38E-5650-A641-A87F5789C4B8}" dt="2026-02-22T09:55:39.814" v="4185" actId="20577"/>
            <ac:spMkLst>
              <pc:docMk/>
              <pc:sldMasterMk cId="2632976636" sldId="2147483648"/>
              <pc:sldLayoutMk cId="450550910" sldId="2147483655"/>
              <ac:spMk id="3" creationId="{409706A6-5D7B-E1C2-61A3-019A2F0EBB0A}"/>
            </ac:spMkLst>
          </pc:spChg>
          <pc:spChg chg="mod">
            <ac:chgData name="Atul Matkawala" userId="8fe240bc38c32bc7" providerId="LiveId" clId="{BB534352-A38E-5650-A641-A87F5789C4B8}" dt="2026-02-22T09:59:24.854" v="4254"/>
            <ac:spMkLst>
              <pc:docMk/>
              <pc:sldMasterMk cId="2632976636" sldId="2147483648"/>
              <pc:sldLayoutMk cId="450550910" sldId="2147483655"/>
              <ac:spMk id="4" creationId="{AD12AA1B-7A1C-15F9-FDE7-B83FA4749CBB}"/>
            </ac:spMkLst>
          </pc:spChg>
        </pc:sldLayoutChg>
        <pc:sldLayoutChg chg="modSp mod setBg">
          <pc:chgData name="Atul Matkawala" userId="8fe240bc38c32bc7" providerId="LiveId" clId="{BB534352-A38E-5650-A641-A87F5789C4B8}" dt="2026-02-22T10:02:20.776" v="4378"/>
          <pc:sldLayoutMkLst>
            <pc:docMk/>
            <pc:sldMasterMk cId="2632976636" sldId="2147483648"/>
            <pc:sldLayoutMk cId="1415176169" sldId="2147483656"/>
          </pc:sldLayoutMkLst>
          <pc:spChg chg="mod">
            <ac:chgData name="Atul Matkawala" userId="8fe240bc38c32bc7" providerId="LiveId" clId="{BB534352-A38E-5650-A641-A87F5789C4B8}" dt="2026-02-22T09:56:59.685" v="4210" actId="20577"/>
            <ac:spMkLst>
              <pc:docMk/>
              <pc:sldMasterMk cId="2632976636" sldId="2147483648"/>
              <pc:sldLayoutMk cId="1415176169" sldId="2147483656"/>
              <ac:spMk id="5" creationId="{9277541D-47B3-4FE1-1FF6-3597D2D42DB7}"/>
            </ac:spMkLst>
          </pc:spChg>
          <pc:spChg chg="mod">
            <ac:chgData name="Atul Matkawala" userId="8fe240bc38c32bc7" providerId="LiveId" clId="{BB534352-A38E-5650-A641-A87F5789C4B8}" dt="2026-02-22T09:55:44.416" v="4187" actId="20577"/>
            <ac:spMkLst>
              <pc:docMk/>
              <pc:sldMasterMk cId="2632976636" sldId="2147483648"/>
              <pc:sldLayoutMk cId="1415176169" sldId="2147483656"/>
              <ac:spMk id="6" creationId="{EFFE7177-1893-101C-423C-C9EA73742DB3}"/>
            </ac:spMkLst>
          </pc:spChg>
          <pc:spChg chg="mod">
            <ac:chgData name="Atul Matkawala" userId="8fe240bc38c32bc7" providerId="LiveId" clId="{BB534352-A38E-5650-A641-A87F5789C4B8}" dt="2026-02-22T09:59:24.854" v="4254"/>
            <ac:spMkLst>
              <pc:docMk/>
              <pc:sldMasterMk cId="2632976636" sldId="2147483648"/>
              <pc:sldLayoutMk cId="1415176169" sldId="2147483656"/>
              <ac:spMk id="7" creationId="{2859413E-C561-6B71-68FF-18F21D8B3BD6}"/>
            </ac:spMkLst>
          </pc:spChg>
        </pc:sldLayoutChg>
        <pc:sldLayoutChg chg="modSp mod setBg">
          <pc:chgData name="Atul Matkawala" userId="8fe240bc38c32bc7" providerId="LiveId" clId="{BB534352-A38E-5650-A641-A87F5789C4B8}" dt="2026-02-22T10:02:20.776" v="4378"/>
          <pc:sldLayoutMkLst>
            <pc:docMk/>
            <pc:sldMasterMk cId="2632976636" sldId="2147483648"/>
            <pc:sldLayoutMk cId="925840921" sldId="2147483657"/>
          </pc:sldLayoutMkLst>
          <pc:spChg chg="mod">
            <ac:chgData name="Atul Matkawala" userId="8fe240bc38c32bc7" providerId="LiveId" clId="{BB534352-A38E-5650-A641-A87F5789C4B8}" dt="2026-02-22T09:57:03.960" v="4213" actId="20577"/>
            <ac:spMkLst>
              <pc:docMk/>
              <pc:sldMasterMk cId="2632976636" sldId="2147483648"/>
              <pc:sldLayoutMk cId="925840921" sldId="2147483657"/>
              <ac:spMk id="5" creationId="{426D9848-D4BB-BF24-0569-AE0672BCD54A}"/>
            </ac:spMkLst>
          </pc:spChg>
          <pc:spChg chg="mod">
            <ac:chgData name="Atul Matkawala" userId="8fe240bc38c32bc7" providerId="LiveId" clId="{BB534352-A38E-5650-A641-A87F5789C4B8}" dt="2026-02-22T09:55:50.668" v="4189" actId="20577"/>
            <ac:spMkLst>
              <pc:docMk/>
              <pc:sldMasterMk cId="2632976636" sldId="2147483648"/>
              <pc:sldLayoutMk cId="925840921" sldId="2147483657"/>
              <ac:spMk id="6" creationId="{1CB297EF-41AE-3063-1350-1E694956F9A3}"/>
            </ac:spMkLst>
          </pc:spChg>
          <pc:spChg chg="mod">
            <ac:chgData name="Atul Matkawala" userId="8fe240bc38c32bc7" providerId="LiveId" clId="{BB534352-A38E-5650-A641-A87F5789C4B8}" dt="2026-02-22T09:59:24.854" v="4254"/>
            <ac:spMkLst>
              <pc:docMk/>
              <pc:sldMasterMk cId="2632976636" sldId="2147483648"/>
              <pc:sldLayoutMk cId="925840921" sldId="2147483657"/>
              <ac:spMk id="7" creationId="{39E01999-94FF-DE54-B637-616756C783FD}"/>
            </ac:spMkLst>
          </pc:spChg>
        </pc:sldLayoutChg>
        <pc:sldLayoutChg chg="modSp mod setBg">
          <pc:chgData name="Atul Matkawala" userId="8fe240bc38c32bc7" providerId="LiveId" clId="{BB534352-A38E-5650-A641-A87F5789C4B8}" dt="2026-02-22T10:02:20.776" v="4378"/>
          <pc:sldLayoutMkLst>
            <pc:docMk/>
            <pc:sldMasterMk cId="2632976636" sldId="2147483648"/>
            <pc:sldLayoutMk cId="4258935718" sldId="2147483658"/>
          </pc:sldLayoutMkLst>
          <pc:spChg chg="mod">
            <ac:chgData name="Atul Matkawala" userId="8fe240bc38c32bc7" providerId="LiveId" clId="{BB534352-A38E-5650-A641-A87F5789C4B8}" dt="2026-02-22T09:57:08.892" v="4216" actId="20577"/>
            <ac:spMkLst>
              <pc:docMk/>
              <pc:sldMasterMk cId="2632976636" sldId="2147483648"/>
              <pc:sldLayoutMk cId="4258935718" sldId="2147483658"/>
              <ac:spMk id="4" creationId="{C6FBFB3E-520F-17CE-A61C-182780B7273B}"/>
            </ac:spMkLst>
          </pc:spChg>
          <pc:spChg chg="mod">
            <ac:chgData name="Atul Matkawala" userId="8fe240bc38c32bc7" providerId="LiveId" clId="{BB534352-A38E-5650-A641-A87F5789C4B8}" dt="2026-02-22T09:55:55.374" v="4191" actId="20577"/>
            <ac:spMkLst>
              <pc:docMk/>
              <pc:sldMasterMk cId="2632976636" sldId="2147483648"/>
              <pc:sldLayoutMk cId="4258935718" sldId="2147483658"/>
              <ac:spMk id="5" creationId="{754EFE90-9BA6-95AC-2E4A-6629071009CD}"/>
            </ac:spMkLst>
          </pc:spChg>
          <pc:spChg chg="mod">
            <ac:chgData name="Atul Matkawala" userId="8fe240bc38c32bc7" providerId="LiveId" clId="{BB534352-A38E-5650-A641-A87F5789C4B8}" dt="2026-02-22T09:59:24.854" v="4254"/>
            <ac:spMkLst>
              <pc:docMk/>
              <pc:sldMasterMk cId="2632976636" sldId="2147483648"/>
              <pc:sldLayoutMk cId="4258935718" sldId="2147483658"/>
              <ac:spMk id="6" creationId="{F76C6A7B-E511-A313-C7AE-94F6055A5C65}"/>
            </ac:spMkLst>
          </pc:spChg>
        </pc:sldLayoutChg>
        <pc:sldLayoutChg chg="modSp mod setBg">
          <pc:chgData name="Atul Matkawala" userId="8fe240bc38c32bc7" providerId="LiveId" clId="{BB534352-A38E-5650-A641-A87F5789C4B8}" dt="2026-02-22T10:02:20.776" v="4378"/>
          <pc:sldLayoutMkLst>
            <pc:docMk/>
            <pc:sldMasterMk cId="2632976636" sldId="2147483648"/>
            <pc:sldLayoutMk cId="2333501780" sldId="2147483659"/>
          </pc:sldLayoutMkLst>
          <pc:spChg chg="mod">
            <ac:chgData name="Atul Matkawala" userId="8fe240bc38c32bc7" providerId="LiveId" clId="{BB534352-A38E-5650-A641-A87F5789C4B8}" dt="2026-02-22T09:57:13.240" v="4219" actId="20577"/>
            <ac:spMkLst>
              <pc:docMk/>
              <pc:sldMasterMk cId="2632976636" sldId="2147483648"/>
              <pc:sldLayoutMk cId="2333501780" sldId="2147483659"/>
              <ac:spMk id="4" creationId="{C2A76259-327E-950B-4BA5-6C15CB4D34AB}"/>
            </ac:spMkLst>
          </pc:spChg>
          <pc:spChg chg="mod">
            <ac:chgData name="Atul Matkawala" userId="8fe240bc38c32bc7" providerId="LiveId" clId="{BB534352-A38E-5650-A641-A87F5789C4B8}" dt="2026-02-22T09:55:59.398" v="4193" actId="20577"/>
            <ac:spMkLst>
              <pc:docMk/>
              <pc:sldMasterMk cId="2632976636" sldId="2147483648"/>
              <pc:sldLayoutMk cId="2333501780" sldId="2147483659"/>
              <ac:spMk id="5" creationId="{66C51E1B-1EC3-F94F-ADF3-18358C273379}"/>
            </ac:spMkLst>
          </pc:spChg>
          <pc:spChg chg="mod">
            <ac:chgData name="Atul Matkawala" userId="8fe240bc38c32bc7" providerId="LiveId" clId="{BB534352-A38E-5650-A641-A87F5789C4B8}" dt="2026-02-22T09:59:24.854" v="4254"/>
            <ac:spMkLst>
              <pc:docMk/>
              <pc:sldMasterMk cId="2632976636" sldId="2147483648"/>
              <pc:sldLayoutMk cId="2333501780" sldId="2147483659"/>
              <ac:spMk id="6" creationId="{7BC8AE34-C1E1-30DA-F777-D34BF71D2F51}"/>
            </ac:spMkLst>
          </pc:spChg>
        </pc:sldLayoutChg>
        <pc:sldLayoutChg chg="modSp mod setBg">
          <pc:chgData name="Atul Matkawala" userId="8fe240bc38c32bc7" providerId="LiveId" clId="{BB534352-A38E-5650-A641-A87F5789C4B8}" dt="2026-02-22T10:02:20.776" v="4378"/>
          <pc:sldLayoutMkLst>
            <pc:docMk/>
            <pc:sldMasterMk cId="2632976636" sldId="2147483648"/>
            <pc:sldLayoutMk cId="2478194904" sldId="2147483660"/>
          </pc:sldLayoutMkLst>
          <pc:spChg chg="mod">
            <ac:chgData name="Atul Matkawala" userId="8fe240bc38c32bc7" providerId="LiveId" clId="{BB534352-A38E-5650-A641-A87F5789C4B8}" dt="2026-02-22T09:56:41.826" v="4203" actId="20577"/>
            <ac:spMkLst>
              <pc:docMk/>
              <pc:sldMasterMk cId="2632976636" sldId="2147483648"/>
              <pc:sldLayoutMk cId="2478194904" sldId="2147483660"/>
              <ac:spMk id="3" creationId="{2D6AE60C-DBA4-318E-681C-C254AFDDBDF4}"/>
            </ac:spMkLst>
          </pc:spChg>
          <pc:spChg chg="mod">
            <ac:chgData name="Atul Matkawala" userId="8fe240bc38c32bc7" providerId="LiveId" clId="{BB534352-A38E-5650-A641-A87F5789C4B8}" dt="2026-02-22T09:59:24.854" v="4254"/>
            <ac:spMkLst>
              <pc:docMk/>
              <pc:sldMasterMk cId="2632976636" sldId="2147483648"/>
              <pc:sldLayoutMk cId="2478194904" sldId="2147483660"/>
              <ac:spMk id="5" creationId="{003FF86B-571C-8215-7D00-7A3FBAFCEFA3}"/>
            </ac:spMkLst>
          </pc:spChg>
        </pc:sldLayoutChg>
      </pc:sldMasterChg>
    </pc:docChg>
  </pc:docChgLst>
</pc:chgInfo>
</file>

<file path=ppt/comments/modernComment_11A_1681B64A.xml><?xml version="1.0" encoding="utf-8"?>
<p188:cmLst xmlns:a="http://schemas.openxmlformats.org/drawingml/2006/main" xmlns:r="http://schemas.openxmlformats.org/officeDocument/2006/relationships" xmlns:p188="http://schemas.microsoft.com/office/powerpoint/2018/8/main">
  <p188:cm id="{34C05555-9E35-9947-BE71-B45C310B7492}" authorId="{186EDA5C-E243-4426-1DCF-8AFD2EE34AA1}" created="2026-02-22T10:27:21.399">
    <pc:sldMkLst xmlns:pc="http://schemas.microsoft.com/office/powerpoint/2013/main/command">
      <pc:docMk/>
      <pc:sldMk cId="377599562" sldId="282"/>
    </pc:sldMkLst>
    <p188:txBody>
      <a:bodyPr/>
      <a:lstStyle/>
      <a:p>
        <a:r>
          <a:rPr lang="en-US"/>
          <a:t>sudo useradd -m -s /bin/bash atul
sudo passwd atul
su - atul
--------------</a:t>
        </a:r>
        <a:br>
          <a:rPr lang="en-US"/>
        </a:br>
        <a:br>
          <a:rPr lang="en-US"/>
        </a:br>
        <a:r>
          <a:rPr lang="en-US"/>
          <a:t>sudo adduser atul
Adding user `atul' ...
Creating home directory `/home/atul' ...
Copying files from `/etc/skel' ...
New password:
Retype new password:
sudo usermod -aG sudo atul
----------------
ls -ld /home/atul
</a:t>
        </a:r>
      </a:p>
    </p188:txBody>
  </p188:cm>
</p188:cmLst>
</file>

<file path=ppt/comments/modernComment_120_1BAB1EA.xml><?xml version="1.0" encoding="utf-8"?>
<p188:cmLst xmlns:a="http://schemas.openxmlformats.org/drawingml/2006/main" xmlns:r="http://schemas.openxmlformats.org/officeDocument/2006/relationships" xmlns:p188="http://schemas.microsoft.com/office/powerpoint/2018/8/main">
  <p188:cm id="{CB6083DA-E333-194E-9AE6-6FFB83670C8F}" authorId="{186EDA5C-E243-4426-1DCF-8AFD2EE34AA1}" created="2026-02-19T17:39:20.278">
    <pc:sldMkLst xmlns:pc="http://schemas.microsoft.com/office/powerpoint/2013/main/command">
      <pc:docMk/>
      <pc:sldMk cId="29012458" sldId="288"/>
    </pc:sldMkLst>
    <p188:txBody>
      <a:bodyPr/>
      <a:lstStyle/>
      <a:p>
        <a:r>
          <a:rPr lang="en-US"/>
          <a:t>Popular RPM‑Based Distros:
 RPM packaging format and often use YUM or DNF as their package manager.
1. Redhat 
2. CentOS
3. Fedora
4. Oracle Linux
5. Rocky Linux
5. Alma Linux
6. SUSE Linux Enterprise
7. OpenSuse (Lean &amp; Tablewood)
8. Amazon Linux
</a:t>
        </a:r>
      </a:p>
    </p188:txBody>
  </p188:cm>
  <p188:cm id="{347B2EA1-6859-654A-833B-4562DE9D2D6D}" authorId="{186EDA5C-E243-4426-1DCF-8AFD2EE34AA1}" created="2026-02-19T17:41:56.942">
    <pc:sldMkLst xmlns:pc="http://schemas.microsoft.com/office/powerpoint/2013/main/command">
      <pc:docMk/>
      <pc:sldMk cId="29012458" sldId="288"/>
    </pc:sldMkLst>
    <p188:txBody>
      <a:bodyPr/>
      <a:lstStyle/>
      <a:p>
        <a:r>
          <a:rPr lang="en-US"/>
          <a:t>Debian / APT‑Based Linux Distributions: APT (Advanced Package Tool) is the package manager used by Debian and all distributions derived from it. These distros use .deb packages and tools like `pt, apt-get, and dpkg.
⭐ Most Popular Debian‑Based Distros
1. Debian
2. Ubuntu
3. Linux Mint
4. Kali Linux
5. MX Linux</a:t>
        </a:r>
      </a:p>
    </p188:txBody>
  </p188:cm>
</p188:cmLst>
</file>

<file path=ppt/comments/modernComment_125_790831DF.xml><?xml version="1.0" encoding="utf-8"?>
<p188:cmLst xmlns:a="http://schemas.openxmlformats.org/drawingml/2006/main" xmlns:r="http://schemas.openxmlformats.org/officeDocument/2006/relationships" xmlns:p188="http://schemas.microsoft.com/office/powerpoint/2018/8/main">
  <p188:cm id="{69601B8E-0FF8-3E4B-99F3-0162E9078F5E}" authorId="{186EDA5C-E243-4426-1DCF-8AFD2EE34AA1}" created="2026-02-19T17:47:51.333">
    <pc:sldMkLst xmlns:pc="http://schemas.microsoft.com/office/powerpoint/2013/main/command">
      <pc:docMk/>
      <pc:sldMk cId="2030580191" sldId="293"/>
    </pc:sldMkLst>
    <p188:txBody>
      <a:bodyPr/>
      <a:lstStyle/>
      <a:p>
        <a:r>
          <a:rPr lang="en-US"/>
          <a:t>Debian/Ubuntu Package Managers:
APT → High-level package manager (like YUM)
dpkg → Low-level .deb installer
apt-get / apt-cache → Older APT tools</a:t>
        </a:r>
      </a:p>
    </p188:txBody>
  </p188:cm>
</p188:cmLst>
</file>

<file path=ppt/comments/modernComment_126_9E94522A.xml><?xml version="1.0" encoding="utf-8"?>
<p188:cmLst xmlns:a="http://schemas.openxmlformats.org/drawingml/2006/main" xmlns:r="http://schemas.openxmlformats.org/officeDocument/2006/relationships" xmlns:p188="http://schemas.microsoft.com/office/powerpoint/2018/8/main">
  <p188:cm id="{A941C203-BC3B-EA40-B106-D744906DDECD}" authorId="{186EDA5C-E243-4426-1DCF-8AFD2EE34AA1}" created="2026-02-19T17:58:52.543">
    <pc:sldMkLst xmlns:pc="http://schemas.microsoft.com/office/powerpoint/2013/main/command">
      <pc:docMk/>
      <pc:sldMk cId="2660520490" sldId="294"/>
    </pc:sldMkLst>
    <p188:txBody>
      <a:bodyPr/>
      <a:lstStyle/>
      <a:p>
        <a:r>
          <a:rPr lang="en-US"/>
          <a:t>sudo apt update
sudo add-apt-repository universe
apt search htop
apt show htop
sudo apt install htop -y
apt list --installed | grep htop. --&gt; may fail; “APT warns because it’s designed for interactive use. For scripting, Linux recommends using dpkg or apt‑get. e.g. 
dpkg -l | grep htop
apt depends htop
apt rdepends htop
sudo apt reinstall htop
sudo apt install --only-upgrade htop
sudo apt remove htop -y
sudo apt remove htop -y
sudo apt autoremove -y
sudo apt clean
sudo apt autoclean
sudo apt install apache2 -y
systemctl status apache2
</a:t>
        </a:r>
      </a:p>
    </p188:txBody>
  </p188:cm>
  <p188:cm id="{1CCB6352-69EC-1B4B-8F6E-11FC821DFB3D}" authorId="{186EDA5C-E243-4426-1DCF-8AFD2EE34AA1}" created="2026-02-19T18:40:55.846">
    <pc:sldMkLst xmlns:pc="http://schemas.microsoft.com/office/powerpoint/2013/main/command">
      <pc:docMk/>
      <pc:sldMk cId="2660520490" sldId="294"/>
    </pc:sldMkLst>
    <p188:txBody>
      <a:bodyPr/>
      <a:lstStyle/>
      <a:p>
        <a:r>
          <a:rPr lang="en-US"/>
          <a:t>Step 1: Install Apache
sudo apt install apache2 -y
Step 2: Create a simple one‑line HTML file
Apache serves files from: /var/www/html/
So create a file called index.html: 
echo '&lt;h1&gt;This is your first hosted app on Apache!&lt;/h1&gt;' | sudo tee /var/www/html/index.html
use public URL to access the app.</a:t>
        </a:r>
      </a:p>
    </p188:txBody>
  </p188:cm>
</p188:cmLst>
</file>

<file path=ppt/comments/modernComment_128_E33EA737.xml><?xml version="1.0" encoding="utf-8"?>
<p188:cmLst xmlns:a="http://schemas.openxmlformats.org/drawingml/2006/main" xmlns:r="http://schemas.openxmlformats.org/officeDocument/2006/relationships" xmlns:p188="http://schemas.microsoft.com/office/powerpoint/2018/8/main">
  <p188:cm id="{703D7C8F-DD37-B24B-B30F-8BF6DB5C1CE9}" authorId="{186EDA5C-E243-4426-1DCF-8AFD2EE34AA1}" created="2026-02-20T13:30:34.399">
    <ac:deMkLst xmlns:ac="http://schemas.microsoft.com/office/drawing/2013/main/command">
      <pc:docMk xmlns:pc="http://schemas.microsoft.com/office/powerpoint/2013/main/command"/>
      <pc:sldMk xmlns:pc="http://schemas.microsoft.com/office/powerpoint/2013/main/command" cId="3812534071" sldId="296"/>
      <ac:spMk id="3" creationId="{BEEEC714-9F5F-AF67-6E02-AF38050F5F83}"/>
    </ac:deMkLst>
    <p188:txBody>
      <a:bodyPr/>
      <a:lstStyle/>
      <a:p>
        <a:r>
          <a:rPr lang="en-US"/>
          <a:t>systemctl is the modern command used on systemd-based Linux systems.
service is the older, backward‑compatible command used on SysVinit-based systems.
On modern distros (Ubuntu 16+, RHEL7+, CentOS7+, Amazon Linux 2),
service is just a wrapper that internally calls systemctl.
Why Two Commands Exist?
To avoid breaking old scripts, Linux kept the service command as a compatibility layer.</a:t>
        </a:r>
      </a:p>
    </p188:txBody>
  </p188:cm>
</p188:cmLst>
</file>

<file path=ppt/diagrams/_rels/data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9.svg"/><Relationship Id="rId1" Type="http://schemas.openxmlformats.org/officeDocument/2006/relationships/image" Target="../media/image28.png"/><Relationship Id="rId4" Type="http://schemas.openxmlformats.org/officeDocument/2006/relationships/image" Target="../media/image15.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9.svg"/><Relationship Id="rId1" Type="http://schemas.openxmlformats.org/officeDocument/2006/relationships/image" Target="../media/image28.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2003BD-4763-473C-803F-8AEF05FE8A7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2EDDA9DC-C7E5-4C27-A091-9FBE23FA9D92}">
      <dgm:prSet custT="1"/>
      <dgm:spPr/>
      <dgm:t>
        <a:bodyPr/>
        <a:lstStyle/>
        <a:p>
          <a:r>
            <a:rPr lang="en-US" sz="2000"/>
            <a:t>● Everything is a file (Including Hardware)</a:t>
          </a:r>
        </a:p>
      </dgm:t>
    </dgm:pt>
    <dgm:pt modelId="{23CAF013-0D54-4FB5-BCF3-467D3EFE20AF}" type="parTrans" cxnId="{4AD8CABB-1D35-4F05-AEDB-A539D698CB7D}">
      <dgm:prSet/>
      <dgm:spPr/>
      <dgm:t>
        <a:bodyPr/>
        <a:lstStyle/>
        <a:p>
          <a:endParaRPr lang="en-US" sz="2000"/>
        </a:p>
      </dgm:t>
    </dgm:pt>
    <dgm:pt modelId="{B9CF74C2-94A9-4C32-93D3-9102F6548B5F}" type="sibTrans" cxnId="{4AD8CABB-1D35-4F05-AEDB-A539D698CB7D}">
      <dgm:prSet/>
      <dgm:spPr/>
      <dgm:t>
        <a:bodyPr/>
        <a:lstStyle/>
        <a:p>
          <a:endParaRPr lang="en-US" sz="2000"/>
        </a:p>
      </dgm:t>
    </dgm:pt>
    <dgm:pt modelId="{1C164BBA-99C7-401F-B644-DA0F30AE555A}">
      <dgm:prSet custT="1"/>
      <dgm:spPr/>
      <dgm:t>
        <a:bodyPr/>
        <a:lstStyle/>
        <a:p>
          <a:r>
            <a:rPr lang="en-US" sz="2000"/>
            <a:t>● Small Single purpose Programs</a:t>
          </a:r>
        </a:p>
      </dgm:t>
    </dgm:pt>
    <dgm:pt modelId="{0AE7800B-086C-4324-9716-58104382C53E}" type="parTrans" cxnId="{D120C17C-68FF-4897-A4F3-B8852EA243A8}">
      <dgm:prSet/>
      <dgm:spPr/>
      <dgm:t>
        <a:bodyPr/>
        <a:lstStyle/>
        <a:p>
          <a:endParaRPr lang="en-US" sz="2000"/>
        </a:p>
      </dgm:t>
    </dgm:pt>
    <dgm:pt modelId="{020EB6F0-240B-462E-824B-0B7ABECCACC2}" type="sibTrans" cxnId="{D120C17C-68FF-4897-A4F3-B8852EA243A8}">
      <dgm:prSet/>
      <dgm:spPr/>
      <dgm:t>
        <a:bodyPr/>
        <a:lstStyle/>
        <a:p>
          <a:endParaRPr lang="en-US" sz="2000"/>
        </a:p>
      </dgm:t>
    </dgm:pt>
    <dgm:pt modelId="{F24B3637-1626-4E88-94BC-C87E658C3EC2}">
      <dgm:prSet custT="1"/>
      <dgm:spPr/>
      <dgm:t>
        <a:bodyPr/>
        <a:lstStyle/>
        <a:p>
          <a:r>
            <a:rPr lang="en-US" sz="2000" dirty="0"/>
            <a:t>● Ability to chain programs together for complex operations</a:t>
          </a:r>
        </a:p>
      </dgm:t>
    </dgm:pt>
    <dgm:pt modelId="{63D16686-D35A-4B05-80CA-828966D1BFED}" type="parTrans" cxnId="{6843FC26-68F3-40F6-B3F5-548AF22BC10D}">
      <dgm:prSet/>
      <dgm:spPr/>
      <dgm:t>
        <a:bodyPr/>
        <a:lstStyle/>
        <a:p>
          <a:endParaRPr lang="en-US" sz="2000"/>
        </a:p>
      </dgm:t>
    </dgm:pt>
    <dgm:pt modelId="{A9583761-A2A7-4E06-BCC7-D36A60C1D21A}" type="sibTrans" cxnId="{6843FC26-68F3-40F6-B3F5-548AF22BC10D}">
      <dgm:prSet/>
      <dgm:spPr/>
      <dgm:t>
        <a:bodyPr/>
        <a:lstStyle/>
        <a:p>
          <a:endParaRPr lang="en-US" sz="2000"/>
        </a:p>
      </dgm:t>
    </dgm:pt>
    <dgm:pt modelId="{89D2AE6C-9047-47DA-917E-06C9D59CA952}">
      <dgm:prSet custT="1"/>
      <dgm:spPr/>
      <dgm:t>
        <a:bodyPr/>
        <a:lstStyle/>
        <a:p>
          <a:r>
            <a:rPr lang="en-US" sz="2000"/>
            <a:t>● Avoid Captive User Interface</a:t>
          </a:r>
        </a:p>
      </dgm:t>
    </dgm:pt>
    <dgm:pt modelId="{CEE4BE7F-0DA7-4068-AF3D-5FA31142E644}" type="parTrans" cxnId="{2CC0F994-A42A-45A2-8AF2-411E8DCB945E}">
      <dgm:prSet/>
      <dgm:spPr/>
      <dgm:t>
        <a:bodyPr/>
        <a:lstStyle/>
        <a:p>
          <a:endParaRPr lang="en-US" sz="2000"/>
        </a:p>
      </dgm:t>
    </dgm:pt>
    <dgm:pt modelId="{A6087D7B-CBE0-45E7-9B0F-D8358E0EE97C}" type="sibTrans" cxnId="{2CC0F994-A42A-45A2-8AF2-411E8DCB945E}">
      <dgm:prSet/>
      <dgm:spPr/>
      <dgm:t>
        <a:bodyPr/>
        <a:lstStyle/>
        <a:p>
          <a:endParaRPr lang="en-US" sz="2000"/>
        </a:p>
      </dgm:t>
    </dgm:pt>
    <dgm:pt modelId="{F7D6D415-AB4F-4D50-86E6-9196F11A77EA}">
      <dgm:prSet custT="1"/>
      <dgm:spPr/>
      <dgm:t>
        <a:bodyPr/>
        <a:lstStyle/>
        <a:p>
          <a:r>
            <a:rPr lang="en-US" sz="2000"/>
            <a:t>● Configuration data stored in text file</a:t>
          </a:r>
        </a:p>
      </dgm:t>
    </dgm:pt>
    <dgm:pt modelId="{94A3462F-2601-4D7B-BB5E-04F7C7144A2F}" type="parTrans" cxnId="{3CDB7663-7D51-4F2B-8578-B0EEBBE52B34}">
      <dgm:prSet/>
      <dgm:spPr/>
      <dgm:t>
        <a:bodyPr/>
        <a:lstStyle/>
        <a:p>
          <a:endParaRPr lang="en-US" sz="2000"/>
        </a:p>
      </dgm:t>
    </dgm:pt>
    <dgm:pt modelId="{4F81C6C6-4440-46EA-AD64-DCBF4C4E2C02}" type="sibTrans" cxnId="{3CDB7663-7D51-4F2B-8578-B0EEBBE52B34}">
      <dgm:prSet/>
      <dgm:spPr/>
      <dgm:t>
        <a:bodyPr/>
        <a:lstStyle/>
        <a:p>
          <a:endParaRPr lang="en-US" sz="2000"/>
        </a:p>
      </dgm:t>
    </dgm:pt>
    <dgm:pt modelId="{8219ECB1-F4D1-6144-8218-89C1D6D999AB}" type="pres">
      <dgm:prSet presAssocID="{412003BD-4763-473C-803F-8AEF05FE8A71}" presName="vert0" presStyleCnt="0">
        <dgm:presLayoutVars>
          <dgm:dir/>
          <dgm:animOne val="branch"/>
          <dgm:animLvl val="lvl"/>
        </dgm:presLayoutVars>
      </dgm:prSet>
      <dgm:spPr/>
    </dgm:pt>
    <dgm:pt modelId="{D19C1901-FF1E-D540-8BB1-8E9C4849699C}" type="pres">
      <dgm:prSet presAssocID="{2EDDA9DC-C7E5-4C27-A091-9FBE23FA9D92}" presName="thickLine" presStyleLbl="alignNode1" presStyleIdx="0" presStyleCnt="5"/>
      <dgm:spPr/>
    </dgm:pt>
    <dgm:pt modelId="{AA223DFC-3043-AF41-AA0D-CBBCDDEBC72D}" type="pres">
      <dgm:prSet presAssocID="{2EDDA9DC-C7E5-4C27-A091-9FBE23FA9D92}" presName="horz1" presStyleCnt="0"/>
      <dgm:spPr/>
    </dgm:pt>
    <dgm:pt modelId="{843CFA27-E8DD-D549-B5D5-B3966F1CEF0B}" type="pres">
      <dgm:prSet presAssocID="{2EDDA9DC-C7E5-4C27-A091-9FBE23FA9D92}" presName="tx1" presStyleLbl="revTx" presStyleIdx="0" presStyleCnt="5"/>
      <dgm:spPr/>
    </dgm:pt>
    <dgm:pt modelId="{2CE84C11-86C5-CA43-AE75-87248F195394}" type="pres">
      <dgm:prSet presAssocID="{2EDDA9DC-C7E5-4C27-A091-9FBE23FA9D92}" presName="vert1" presStyleCnt="0"/>
      <dgm:spPr/>
    </dgm:pt>
    <dgm:pt modelId="{60D25220-A485-F74B-ACB0-B0CBFA3B0FE4}" type="pres">
      <dgm:prSet presAssocID="{1C164BBA-99C7-401F-B644-DA0F30AE555A}" presName="thickLine" presStyleLbl="alignNode1" presStyleIdx="1" presStyleCnt="5"/>
      <dgm:spPr/>
    </dgm:pt>
    <dgm:pt modelId="{DD56E74D-16D0-1641-BF59-048F3AB6BDE7}" type="pres">
      <dgm:prSet presAssocID="{1C164BBA-99C7-401F-B644-DA0F30AE555A}" presName="horz1" presStyleCnt="0"/>
      <dgm:spPr/>
    </dgm:pt>
    <dgm:pt modelId="{353EEAB9-6221-5448-B4CD-84D3B4D3FEF4}" type="pres">
      <dgm:prSet presAssocID="{1C164BBA-99C7-401F-B644-DA0F30AE555A}" presName="tx1" presStyleLbl="revTx" presStyleIdx="1" presStyleCnt="5"/>
      <dgm:spPr/>
    </dgm:pt>
    <dgm:pt modelId="{794F2CA3-2F20-CB41-9A22-FB6C9B53B9AA}" type="pres">
      <dgm:prSet presAssocID="{1C164BBA-99C7-401F-B644-DA0F30AE555A}" presName="vert1" presStyleCnt="0"/>
      <dgm:spPr/>
    </dgm:pt>
    <dgm:pt modelId="{6E607ABA-AB6C-7146-BCFF-48DF81370E4E}" type="pres">
      <dgm:prSet presAssocID="{F24B3637-1626-4E88-94BC-C87E658C3EC2}" presName="thickLine" presStyleLbl="alignNode1" presStyleIdx="2" presStyleCnt="5"/>
      <dgm:spPr/>
    </dgm:pt>
    <dgm:pt modelId="{CBDFEF93-1E22-D346-B644-BA4FF772181B}" type="pres">
      <dgm:prSet presAssocID="{F24B3637-1626-4E88-94BC-C87E658C3EC2}" presName="horz1" presStyleCnt="0"/>
      <dgm:spPr/>
    </dgm:pt>
    <dgm:pt modelId="{5133DF24-CE51-A846-803B-62AA9C79C9D5}" type="pres">
      <dgm:prSet presAssocID="{F24B3637-1626-4E88-94BC-C87E658C3EC2}" presName="tx1" presStyleLbl="revTx" presStyleIdx="2" presStyleCnt="5"/>
      <dgm:spPr/>
    </dgm:pt>
    <dgm:pt modelId="{DBA87207-1F63-444C-B6EC-836A24EF3BFF}" type="pres">
      <dgm:prSet presAssocID="{F24B3637-1626-4E88-94BC-C87E658C3EC2}" presName="vert1" presStyleCnt="0"/>
      <dgm:spPr/>
    </dgm:pt>
    <dgm:pt modelId="{B3BF2724-FCB3-7C43-9445-55B01F0090A5}" type="pres">
      <dgm:prSet presAssocID="{89D2AE6C-9047-47DA-917E-06C9D59CA952}" presName="thickLine" presStyleLbl="alignNode1" presStyleIdx="3" presStyleCnt="5"/>
      <dgm:spPr/>
    </dgm:pt>
    <dgm:pt modelId="{4B9CF2A8-5F9F-014E-A30A-DFDACB3B1DCF}" type="pres">
      <dgm:prSet presAssocID="{89D2AE6C-9047-47DA-917E-06C9D59CA952}" presName="horz1" presStyleCnt="0"/>
      <dgm:spPr/>
    </dgm:pt>
    <dgm:pt modelId="{09412476-9968-7E4E-99E4-A5C4145CADBB}" type="pres">
      <dgm:prSet presAssocID="{89D2AE6C-9047-47DA-917E-06C9D59CA952}" presName="tx1" presStyleLbl="revTx" presStyleIdx="3" presStyleCnt="5"/>
      <dgm:spPr/>
    </dgm:pt>
    <dgm:pt modelId="{1997F90D-FBBC-0449-AA67-7545ED63D6E3}" type="pres">
      <dgm:prSet presAssocID="{89D2AE6C-9047-47DA-917E-06C9D59CA952}" presName="vert1" presStyleCnt="0"/>
      <dgm:spPr/>
    </dgm:pt>
    <dgm:pt modelId="{E31E86ED-5B42-394C-A9A9-16B5A89B0C1F}" type="pres">
      <dgm:prSet presAssocID="{F7D6D415-AB4F-4D50-86E6-9196F11A77EA}" presName="thickLine" presStyleLbl="alignNode1" presStyleIdx="4" presStyleCnt="5"/>
      <dgm:spPr/>
    </dgm:pt>
    <dgm:pt modelId="{36C9CB21-C9E1-3A4B-B4E6-C071B646CC4B}" type="pres">
      <dgm:prSet presAssocID="{F7D6D415-AB4F-4D50-86E6-9196F11A77EA}" presName="horz1" presStyleCnt="0"/>
      <dgm:spPr/>
    </dgm:pt>
    <dgm:pt modelId="{EA7AB257-5F45-C54B-8EBE-ED29B401E652}" type="pres">
      <dgm:prSet presAssocID="{F7D6D415-AB4F-4D50-86E6-9196F11A77EA}" presName="tx1" presStyleLbl="revTx" presStyleIdx="4" presStyleCnt="5"/>
      <dgm:spPr/>
    </dgm:pt>
    <dgm:pt modelId="{CDD0E5DF-CE6A-EA4A-B28C-1509CC2593C3}" type="pres">
      <dgm:prSet presAssocID="{F7D6D415-AB4F-4D50-86E6-9196F11A77EA}" presName="vert1" presStyleCnt="0"/>
      <dgm:spPr/>
    </dgm:pt>
  </dgm:ptLst>
  <dgm:cxnLst>
    <dgm:cxn modelId="{6D355B1D-8BD8-3F4D-9188-E2EA8B415ADA}" type="presOf" srcId="{2EDDA9DC-C7E5-4C27-A091-9FBE23FA9D92}" destId="{843CFA27-E8DD-D549-B5D5-B3966F1CEF0B}" srcOrd="0" destOrd="0" presId="urn:microsoft.com/office/officeart/2008/layout/LinedList"/>
    <dgm:cxn modelId="{39ED8920-F813-0C48-A2BE-F9992EB77620}" type="presOf" srcId="{F7D6D415-AB4F-4D50-86E6-9196F11A77EA}" destId="{EA7AB257-5F45-C54B-8EBE-ED29B401E652}" srcOrd="0" destOrd="0" presId="urn:microsoft.com/office/officeart/2008/layout/LinedList"/>
    <dgm:cxn modelId="{6843FC26-68F3-40F6-B3F5-548AF22BC10D}" srcId="{412003BD-4763-473C-803F-8AEF05FE8A71}" destId="{F24B3637-1626-4E88-94BC-C87E658C3EC2}" srcOrd="2" destOrd="0" parTransId="{63D16686-D35A-4B05-80CA-828966D1BFED}" sibTransId="{A9583761-A2A7-4E06-BCC7-D36A60C1D21A}"/>
    <dgm:cxn modelId="{3CDB7663-7D51-4F2B-8578-B0EEBBE52B34}" srcId="{412003BD-4763-473C-803F-8AEF05FE8A71}" destId="{F7D6D415-AB4F-4D50-86E6-9196F11A77EA}" srcOrd="4" destOrd="0" parTransId="{94A3462F-2601-4D7B-BB5E-04F7C7144A2F}" sibTransId="{4F81C6C6-4440-46EA-AD64-DCBF4C4E2C02}"/>
    <dgm:cxn modelId="{D120C17C-68FF-4897-A4F3-B8852EA243A8}" srcId="{412003BD-4763-473C-803F-8AEF05FE8A71}" destId="{1C164BBA-99C7-401F-B644-DA0F30AE555A}" srcOrd="1" destOrd="0" parTransId="{0AE7800B-086C-4324-9716-58104382C53E}" sibTransId="{020EB6F0-240B-462E-824B-0B7ABECCACC2}"/>
    <dgm:cxn modelId="{CBB0108A-B43D-9942-8EE0-4624A8F862A4}" type="presOf" srcId="{89D2AE6C-9047-47DA-917E-06C9D59CA952}" destId="{09412476-9968-7E4E-99E4-A5C4145CADBB}" srcOrd="0" destOrd="0" presId="urn:microsoft.com/office/officeart/2008/layout/LinedList"/>
    <dgm:cxn modelId="{E9102C8D-8130-954E-9281-B44518C47F99}" type="presOf" srcId="{F24B3637-1626-4E88-94BC-C87E658C3EC2}" destId="{5133DF24-CE51-A846-803B-62AA9C79C9D5}" srcOrd="0" destOrd="0" presId="urn:microsoft.com/office/officeart/2008/layout/LinedList"/>
    <dgm:cxn modelId="{2CC0F994-A42A-45A2-8AF2-411E8DCB945E}" srcId="{412003BD-4763-473C-803F-8AEF05FE8A71}" destId="{89D2AE6C-9047-47DA-917E-06C9D59CA952}" srcOrd="3" destOrd="0" parTransId="{CEE4BE7F-0DA7-4068-AF3D-5FA31142E644}" sibTransId="{A6087D7B-CBE0-45E7-9B0F-D8358E0EE97C}"/>
    <dgm:cxn modelId="{7435D1A4-BD9D-3E4D-8827-594B23D31515}" type="presOf" srcId="{412003BD-4763-473C-803F-8AEF05FE8A71}" destId="{8219ECB1-F4D1-6144-8218-89C1D6D999AB}" srcOrd="0" destOrd="0" presId="urn:microsoft.com/office/officeart/2008/layout/LinedList"/>
    <dgm:cxn modelId="{4AD8CABB-1D35-4F05-AEDB-A539D698CB7D}" srcId="{412003BD-4763-473C-803F-8AEF05FE8A71}" destId="{2EDDA9DC-C7E5-4C27-A091-9FBE23FA9D92}" srcOrd="0" destOrd="0" parTransId="{23CAF013-0D54-4FB5-BCF3-467D3EFE20AF}" sibTransId="{B9CF74C2-94A9-4C32-93D3-9102F6548B5F}"/>
    <dgm:cxn modelId="{269407C1-533F-4744-8890-2B0928C16102}" type="presOf" srcId="{1C164BBA-99C7-401F-B644-DA0F30AE555A}" destId="{353EEAB9-6221-5448-B4CD-84D3B4D3FEF4}" srcOrd="0" destOrd="0" presId="urn:microsoft.com/office/officeart/2008/layout/LinedList"/>
    <dgm:cxn modelId="{64771F05-E7F6-9448-B562-6C0F365D206A}" type="presParOf" srcId="{8219ECB1-F4D1-6144-8218-89C1D6D999AB}" destId="{D19C1901-FF1E-D540-8BB1-8E9C4849699C}" srcOrd="0" destOrd="0" presId="urn:microsoft.com/office/officeart/2008/layout/LinedList"/>
    <dgm:cxn modelId="{D692C1B8-15A1-2141-9F33-A5D8BFB72C74}" type="presParOf" srcId="{8219ECB1-F4D1-6144-8218-89C1D6D999AB}" destId="{AA223DFC-3043-AF41-AA0D-CBBCDDEBC72D}" srcOrd="1" destOrd="0" presId="urn:microsoft.com/office/officeart/2008/layout/LinedList"/>
    <dgm:cxn modelId="{209AE3C2-CB01-CF40-B3CD-64DB8E6FED91}" type="presParOf" srcId="{AA223DFC-3043-AF41-AA0D-CBBCDDEBC72D}" destId="{843CFA27-E8DD-D549-B5D5-B3966F1CEF0B}" srcOrd="0" destOrd="0" presId="urn:microsoft.com/office/officeart/2008/layout/LinedList"/>
    <dgm:cxn modelId="{0D994790-CD91-5840-A8C9-36246A3D1B90}" type="presParOf" srcId="{AA223DFC-3043-AF41-AA0D-CBBCDDEBC72D}" destId="{2CE84C11-86C5-CA43-AE75-87248F195394}" srcOrd="1" destOrd="0" presId="urn:microsoft.com/office/officeart/2008/layout/LinedList"/>
    <dgm:cxn modelId="{C7189AEC-C087-C047-B60C-670A823EBBB2}" type="presParOf" srcId="{8219ECB1-F4D1-6144-8218-89C1D6D999AB}" destId="{60D25220-A485-F74B-ACB0-B0CBFA3B0FE4}" srcOrd="2" destOrd="0" presId="urn:microsoft.com/office/officeart/2008/layout/LinedList"/>
    <dgm:cxn modelId="{983EEEDA-D7EF-574C-9FE2-1215399E4349}" type="presParOf" srcId="{8219ECB1-F4D1-6144-8218-89C1D6D999AB}" destId="{DD56E74D-16D0-1641-BF59-048F3AB6BDE7}" srcOrd="3" destOrd="0" presId="urn:microsoft.com/office/officeart/2008/layout/LinedList"/>
    <dgm:cxn modelId="{ADDE28BA-3390-4640-83C6-9CEA0A486C44}" type="presParOf" srcId="{DD56E74D-16D0-1641-BF59-048F3AB6BDE7}" destId="{353EEAB9-6221-5448-B4CD-84D3B4D3FEF4}" srcOrd="0" destOrd="0" presId="urn:microsoft.com/office/officeart/2008/layout/LinedList"/>
    <dgm:cxn modelId="{26B580DC-C635-8E4C-A2C7-D8ABD948F6F2}" type="presParOf" srcId="{DD56E74D-16D0-1641-BF59-048F3AB6BDE7}" destId="{794F2CA3-2F20-CB41-9A22-FB6C9B53B9AA}" srcOrd="1" destOrd="0" presId="urn:microsoft.com/office/officeart/2008/layout/LinedList"/>
    <dgm:cxn modelId="{4204C2F7-9463-BF44-8190-410BDB45AA13}" type="presParOf" srcId="{8219ECB1-F4D1-6144-8218-89C1D6D999AB}" destId="{6E607ABA-AB6C-7146-BCFF-48DF81370E4E}" srcOrd="4" destOrd="0" presId="urn:microsoft.com/office/officeart/2008/layout/LinedList"/>
    <dgm:cxn modelId="{4F5D6C3A-531A-6647-BBCB-1ACB604AD101}" type="presParOf" srcId="{8219ECB1-F4D1-6144-8218-89C1D6D999AB}" destId="{CBDFEF93-1E22-D346-B644-BA4FF772181B}" srcOrd="5" destOrd="0" presId="urn:microsoft.com/office/officeart/2008/layout/LinedList"/>
    <dgm:cxn modelId="{5EA5C486-DB31-A244-A55A-CE5715632092}" type="presParOf" srcId="{CBDFEF93-1E22-D346-B644-BA4FF772181B}" destId="{5133DF24-CE51-A846-803B-62AA9C79C9D5}" srcOrd="0" destOrd="0" presId="urn:microsoft.com/office/officeart/2008/layout/LinedList"/>
    <dgm:cxn modelId="{3D71DC50-0BD2-2746-AE8C-C2CB93A64B71}" type="presParOf" srcId="{CBDFEF93-1E22-D346-B644-BA4FF772181B}" destId="{DBA87207-1F63-444C-B6EC-836A24EF3BFF}" srcOrd="1" destOrd="0" presId="urn:microsoft.com/office/officeart/2008/layout/LinedList"/>
    <dgm:cxn modelId="{314866C8-CEF6-C345-AE58-ABCF3851ADB0}" type="presParOf" srcId="{8219ECB1-F4D1-6144-8218-89C1D6D999AB}" destId="{B3BF2724-FCB3-7C43-9445-55B01F0090A5}" srcOrd="6" destOrd="0" presId="urn:microsoft.com/office/officeart/2008/layout/LinedList"/>
    <dgm:cxn modelId="{61CA6245-F2B7-074B-B40C-E66A65026F2D}" type="presParOf" srcId="{8219ECB1-F4D1-6144-8218-89C1D6D999AB}" destId="{4B9CF2A8-5F9F-014E-A30A-DFDACB3B1DCF}" srcOrd="7" destOrd="0" presId="urn:microsoft.com/office/officeart/2008/layout/LinedList"/>
    <dgm:cxn modelId="{3DDAD7E8-78E9-3846-89DA-04FEE7E4483C}" type="presParOf" srcId="{4B9CF2A8-5F9F-014E-A30A-DFDACB3B1DCF}" destId="{09412476-9968-7E4E-99E4-A5C4145CADBB}" srcOrd="0" destOrd="0" presId="urn:microsoft.com/office/officeart/2008/layout/LinedList"/>
    <dgm:cxn modelId="{448AFF40-2CFA-F14D-8F40-EE0DE20FC2ED}" type="presParOf" srcId="{4B9CF2A8-5F9F-014E-A30A-DFDACB3B1DCF}" destId="{1997F90D-FBBC-0449-AA67-7545ED63D6E3}" srcOrd="1" destOrd="0" presId="urn:microsoft.com/office/officeart/2008/layout/LinedList"/>
    <dgm:cxn modelId="{C67BBC7D-FBE6-B242-B6F9-A0ADDB0292C6}" type="presParOf" srcId="{8219ECB1-F4D1-6144-8218-89C1D6D999AB}" destId="{E31E86ED-5B42-394C-A9A9-16B5A89B0C1F}" srcOrd="8" destOrd="0" presId="urn:microsoft.com/office/officeart/2008/layout/LinedList"/>
    <dgm:cxn modelId="{0DCD1083-9B12-714F-9C6E-445F976D4C3D}" type="presParOf" srcId="{8219ECB1-F4D1-6144-8218-89C1D6D999AB}" destId="{36C9CB21-C9E1-3A4B-B4E6-C071B646CC4B}" srcOrd="9" destOrd="0" presId="urn:microsoft.com/office/officeart/2008/layout/LinedList"/>
    <dgm:cxn modelId="{C0401769-9864-0948-959C-2CB0BC05DCC0}" type="presParOf" srcId="{36C9CB21-C9E1-3A4B-B4E6-C071B646CC4B}" destId="{EA7AB257-5F45-C54B-8EBE-ED29B401E652}" srcOrd="0" destOrd="0" presId="urn:microsoft.com/office/officeart/2008/layout/LinedList"/>
    <dgm:cxn modelId="{55BA568F-DD69-EE45-A24F-7E84C8EB9CBB}" type="presParOf" srcId="{36C9CB21-C9E1-3A4B-B4E6-C071B646CC4B}" destId="{CDD0E5DF-CE6A-EA4A-B28C-1509CC2593C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09A0BE7-4D92-49D3-874C-EF7056919232}"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US"/>
        </a:p>
      </dgm:t>
    </dgm:pt>
    <dgm:pt modelId="{46581D23-078B-4805-872B-C6CDA32EE90E}">
      <dgm:prSet/>
      <dgm:spPr>
        <a:solidFill>
          <a:schemeClr val="accent2">
            <a:lumMod val="50000"/>
          </a:schemeClr>
        </a:solidFill>
      </dgm:spPr>
      <dgm:t>
        <a:bodyPr/>
        <a:lstStyle/>
        <a:p>
          <a:r>
            <a:rPr lang="en-US" dirty="0"/>
            <a:t>RPM based</a:t>
          </a:r>
        </a:p>
      </dgm:t>
    </dgm:pt>
    <dgm:pt modelId="{08C0191B-389A-4D0B-A725-1311BAFC9E53}" type="parTrans" cxnId="{41B9D54E-F49B-4CD9-B2CB-595A7339BD3A}">
      <dgm:prSet/>
      <dgm:spPr/>
      <dgm:t>
        <a:bodyPr/>
        <a:lstStyle/>
        <a:p>
          <a:endParaRPr lang="en-US"/>
        </a:p>
      </dgm:t>
    </dgm:pt>
    <dgm:pt modelId="{85FABE3C-36D0-4141-985D-1A7D7112BA56}" type="sibTrans" cxnId="{41B9D54E-F49B-4CD9-B2CB-595A7339BD3A}">
      <dgm:prSet/>
      <dgm:spPr/>
      <dgm:t>
        <a:bodyPr/>
        <a:lstStyle/>
        <a:p>
          <a:endParaRPr lang="en-US"/>
        </a:p>
      </dgm:t>
    </dgm:pt>
    <dgm:pt modelId="{1D9D711F-CECB-4298-AEBB-7B172DA237B7}">
      <dgm:prSet/>
      <dgm:spPr/>
      <dgm:t>
        <a:bodyPr/>
        <a:lstStyle/>
        <a:p>
          <a:r>
            <a:rPr lang="en-US"/>
            <a:t>RHEL, </a:t>
          </a:r>
        </a:p>
      </dgm:t>
    </dgm:pt>
    <dgm:pt modelId="{99EAF555-E8FB-4162-95B3-1586E87384D6}" type="parTrans" cxnId="{6E9B2C87-E8E6-4C72-B2CE-A7D2FD236437}">
      <dgm:prSet/>
      <dgm:spPr/>
      <dgm:t>
        <a:bodyPr/>
        <a:lstStyle/>
        <a:p>
          <a:endParaRPr lang="en-US"/>
        </a:p>
      </dgm:t>
    </dgm:pt>
    <dgm:pt modelId="{9A3A243B-167C-4E91-943D-0E12B51808C0}" type="sibTrans" cxnId="{6E9B2C87-E8E6-4C72-B2CE-A7D2FD236437}">
      <dgm:prSet/>
      <dgm:spPr/>
      <dgm:t>
        <a:bodyPr/>
        <a:lstStyle/>
        <a:p>
          <a:endParaRPr lang="en-US"/>
        </a:p>
      </dgm:t>
    </dgm:pt>
    <dgm:pt modelId="{5229A615-711A-4EC1-B472-6C255EA1C8EB}">
      <dgm:prSet/>
      <dgm:spPr/>
      <dgm:t>
        <a:bodyPr/>
        <a:lstStyle/>
        <a:p>
          <a:r>
            <a:rPr lang="en-US"/>
            <a:t>Centos, </a:t>
          </a:r>
        </a:p>
      </dgm:t>
    </dgm:pt>
    <dgm:pt modelId="{7F1CCA0B-4140-42F8-8892-1F30FB1C5291}" type="parTrans" cxnId="{5BF35647-6286-4CFA-9920-33B69434F7C6}">
      <dgm:prSet/>
      <dgm:spPr/>
      <dgm:t>
        <a:bodyPr/>
        <a:lstStyle/>
        <a:p>
          <a:endParaRPr lang="en-US"/>
        </a:p>
      </dgm:t>
    </dgm:pt>
    <dgm:pt modelId="{A891D503-CDD7-4DC3-9D47-AD7B11A477D0}" type="sibTrans" cxnId="{5BF35647-6286-4CFA-9920-33B69434F7C6}">
      <dgm:prSet/>
      <dgm:spPr/>
      <dgm:t>
        <a:bodyPr/>
        <a:lstStyle/>
        <a:p>
          <a:endParaRPr lang="en-US"/>
        </a:p>
      </dgm:t>
    </dgm:pt>
    <dgm:pt modelId="{DFB2F091-42D6-48C9-A4FD-1C893E8C7CE8}">
      <dgm:prSet/>
      <dgm:spPr/>
      <dgm:t>
        <a:bodyPr/>
        <a:lstStyle/>
        <a:p>
          <a:r>
            <a:rPr lang="en-US"/>
            <a:t>Oracle Linux</a:t>
          </a:r>
        </a:p>
      </dgm:t>
    </dgm:pt>
    <dgm:pt modelId="{8C749F28-E347-45E2-8380-1ACCB5522B63}" type="parTrans" cxnId="{6D3EFCA1-1021-47D3-BA9B-50E3E009981C}">
      <dgm:prSet/>
      <dgm:spPr/>
      <dgm:t>
        <a:bodyPr/>
        <a:lstStyle/>
        <a:p>
          <a:endParaRPr lang="en-US"/>
        </a:p>
      </dgm:t>
    </dgm:pt>
    <dgm:pt modelId="{DDB90297-88A3-48A8-BCD6-B5321459A135}" type="sibTrans" cxnId="{6D3EFCA1-1021-47D3-BA9B-50E3E009981C}">
      <dgm:prSet/>
      <dgm:spPr/>
      <dgm:t>
        <a:bodyPr/>
        <a:lstStyle/>
        <a:p>
          <a:endParaRPr lang="en-US"/>
        </a:p>
      </dgm:t>
    </dgm:pt>
    <dgm:pt modelId="{5B066626-9C0B-48AF-A0F5-8CCE8F3D277E}">
      <dgm:prSet/>
      <dgm:spPr>
        <a:solidFill>
          <a:schemeClr val="accent2">
            <a:lumMod val="50000"/>
          </a:schemeClr>
        </a:solidFill>
      </dgm:spPr>
      <dgm:t>
        <a:bodyPr/>
        <a:lstStyle/>
        <a:p>
          <a:r>
            <a:rPr lang="en-US"/>
            <a:t>Debian based</a:t>
          </a:r>
        </a:p>
      </dgm:t>
    </dgm:pt>
    <dgm:pt modelId="{E478008A-98B4-452B-A2D3-BB49F18C6357}" type="parTrans" cxnId="{957690A6-D32F-4A26-8FE6-AED2DE49CD16}">
      <dgm:prSet/>
      <dgm:spPr/>
      <dgm:t>
        <a:bodyPr/>
        <a:lstStyle/>
        <a:p>
          <a:endParaRPr lang="en-US"/>
        </a:p>
      </dgm:t>
    </dgm:pt>
    <dgm:pt modelId="{C12CB9E5-698F-441F-9CD9-3AB37156A7A4}" type="sibTrans" cxnId="{957690A6-D32F-4A26-8FE6-AED2DE49CD16}">
      <dgm:prSet/>
      <dgm:spPr/>
      <dgm:t>
        <a:bodyPr/>
        <a:lstStyle/>
        <a:p>
          <a:endParaRPr lang="en-US"/>
        </a:p>
      </dgm:t>
    </dgm:pt>
    <dgm:pt modelId="{1541CEA8-6338-4FE5-A28C-ED15A4447313}">
      <dgm:prSet/>
      <dgm:spPr/>
      <dgm:t>
        <a:bodyPr/>
        <a:lstStyle/>
        <a:p>
          <a:r>
            <a:rPr lang="en-US"/>
            <a:t>Ubuntu Server,</a:t>
          </a:r>
        </a:p>
      </dgm:t>
    </dgm:pt>
    <dgm:pt modelId="{83D51181-DBB7-4DC0-998F-D9213D508AEF}" type="parTrans" cxnId="{2EFEB273-ED9F-4E25-B8A8-874650314AC2}">
      <dgm:prSet/>
      <dgm:spPr/>
      <dgm:t>
        <a:bodyPr/>
        <a:lstStyle/>
        <a:p>
          <a:endParaRPr lang="en-US"/>
        </a:p>
      </dgm:t>
    </dgm:pt>
    <dgm:pt modelId="{49435DF1-6EBD-4A3F-916B-F3D9DC493760}" type="sibTrans" cxnId="{2EFEB273-ED9F-4E25-B8A8-874650314AC2}">
      <dgm:prSet/>
      <dgm:spPr/>
      <dgm:t>
        <a:bodyPr/>
        <a:lstStyle/>
        <a:p>
          <a:endParaRPr lang="en-US"/>
        </a:p>
      </dgm:t>
    </dgm:pt>
    <dgm:pt modelId="{1843B991-7428-4C30-B6B2-4E62BE307CDB}">
      <dgm:prSet/>
      <dgm:spPr/>
      <dgm:t>
        <a:bodyPr/>
        <a:lstStyle/>
        <a:p>
          <a:r>
            <a:rPr lang="en-US"/>
            <a:t>Kali Linux</a:t>
          </a:r>
        </a:p>
      </dgm:t>
    </dgm:pt>
    <dgm:pt modelId="{8FF39CDD-6335-49FA-88EF-38B81C1DE24E}" type="parTrans" cxnId="{1461CC0E-0BCD-4721-8C7F-2130A2C5133A}">
      <dgm:prSet/>
      <dgm:spPr/>
      <dgm:t>
        <a:bodyPr/>
        <a:lstStyle/>
        <a:p>
          <a:endParaRPr lang="en-US"/>
        </a:p>
      </dgm:t>
    </dgm:pt>
    <dgm:pt modelId="{40343563-F88E-4F0D-839F-CF1C500B8DE5}" type="sibTrans" cxnId="{1461CC0E-0BCD-4721-8C7F-2130A2C5133A}">
      <dgm:prSet/>
      <dgm:spPr/>
      <dgm:t>
        <a:bodyPr/>
        <a:lstStyle/>
        <a:p>
          <a:endParaRPr lang="en-US"/>
        </a:p>
      </dgm:t>
    </dgm:pt>
    <dgm:pt modelId="{19A7088B-B383-3440-85BE-2EBB2D97879C}" type="pres">
      <dgm:prSet presAssocID="{F09A0BE7-4D92-49D3-874C-EF7056919232}" presName="linear" presStyleCnt="0">
        <dgm:presLayoutVars>
          <dgm:dir/>
          <dgm:animLvl val="lvl"/>
          <dgm:resizeHandles val="exact"/>
        </dgm:presLayoutVars>
      </dgm:prSet>
      <dgm:spPr/>
    </dgm:pt>
    <dgm:pt modelId="{1CE79F28-D757-8C40-8E3E-56B3C702F08F}" type="pres">
      <dgm:prSet presAssocID="{46581D23-078B-4805-872B-C6CDA32EE90E}" presName="parentLin" presStyleCnt="0"/>
      <dgm:spPr/>
    </dgm:pt>
    <dgm:pt modelId="{8D307B50-A503-C845-B9A1-9A15E6599DA1}" type="pres">
      <dgm:prSet presAssocID="{46581D23-078B-4805-872B-C6CDA32EE90E}" presName="parentLeftMargin" presStyleLbl="node1" presStyleIdx="0" presStyleCnt="2"/>
      <dgm:spPr/>
    </dgm:pt>
    <dgm:pt modelId="{D96DE4CC-23DA-AE4B-9F6F-CAE88276E4A8}" type="pres">
      <dgm:prSet presAssocID="{46581D23-078B-4805-872B-C6CDA32EE90E}" presName="parentText" presStyleLbl="node1" presStyleIdx="0" presStyleCnt="2">
        <dgm:presLayoutVars>
          <dgm:chMax val="0"/>
          <dgm:bulletEnabled val="1"/>
        </dgm:presLayoutVars>
      </dgm:prSet>
      <dgm:spPr/>
    </dgm:pt>
    <dgm:pt modelId="{6A5E776E-16CD-4444-922F-EEE89FA400A5}" type="pres">
      <dgm:prSet presAssocID="{46581D23-078B-4805-872B-C6CDA32EE90E}" presName="negativeSpace" presStyleCnt="0"/>
      <dgm:spPr/>
    </dgm:pt>
    <dgm:pt modelId="{B1C44586-1D45-CC47-BD71-49C112168D85}" type="pres">
      <dgm:prSet presAssocID="{46581D23-078B-4805-872B-C6CDA32EE90E}" presName="childText" presStyleLbl="conFgAcc1" presStyleIdx="0" presStyleCnt="2">
        <dgm:presLayoutVars>
          <dgm:bulletEnabled val="1"/>
        </dgm:presLayoutVars>
      </dgm:prSet>
      <dgm:spPr/>
    </dgm:pt>
    <dgm:pt modelId="{03ED99B2-3552-F549-91FA-0638171FFAC5}" type="pres">
      <dgm:prSet presAssocID="{85FABE3C-36D0-4141-985D-1A7D7112BA56}" presName="spaceBetweenRectangles" presStyleCnt="0"/>
      <dgm:spPr/>
    </dgm:pt>
    <dgm:pt modelId="{763FFDF5-CF5D-2C48-A65B-B5F164FFF2C4}" type="pres">
      <dgm:prSet presAssocID="{5B066626-9C0B-48AF-A0F5-8CCE8F3D277E}" presName="parentLin" presStyleCnt="0"/>
      <dgm:spPr/>
    </dgm:pt>
    <dgm:pt modelId="{39152E1A-26D1-C24A-83E6-2EBE96B79EE1}" type="pres">
      <dgm:prSet presAssocID="{5B066626-9C0B-48AF-A0F5-8CCE8F3D277E}" presName="parentLeftMargin" presStyleLbl="node1" presStyleIdx="0" presStyleCnt="2"/>
      <dgm:spPr/>
    </dgm:pt>
    <dgm:pt modelId="{DBCEBEFD-05DC-1643-9E70-705A7C0BFB68}" type="pres">
      <dgm:prSet presAssocID="{5B066626-9C0B-48AF-A0F5-8CCE8F3D277E}" presName="parentText" presStyleLbl="node1" presStyleIdx="1" presStyleCnt="2">
        <dgm:presLayoutVars>
          <dgm:chMax val="0"/>
          <dgm:bulletEnabled val="1"/>
        </dgm:presLayoutVars>
      </dgm:prSet>
      <dgm:spPr/>
    </dgm:pt>
    <dgm:pt modelId="{0BAD550C-0940-3C4C-BE1F-F7B9B7CE7467}" type="pres">
      <dgm:prSet presAssocID="{5B066626-9C0B-48AF-A0F5-8CCE8F3D277E}" presName="negativeSpace" presStyleCnt="0"/>
      <dgm:spPr/>
    </dgm:pt>
    <dgm:pt modelId="{C69654B2-598F-D748-B160-D1447D49F04D}" type="pres">
      <dgm:prSet presAssocID="{5B066626-9C0B-48AF-A0F5-8CCE8F3D277E}" presName="childText" presStyleLbl="conFgAcc1" presStyleIdx="1" presStyleCnt="2">
        <dgm:presLayoutVars>
          <dgm:bulletEnabled val="1"/>
        </dgm:presLayoutVars>
      </dgm:prSet>
      <dgm:spPr/>
    </dgm:pt>
  </dgm:ptLst>
  <dgm:cxnLst>
    <dgm:cxn modelId="{1461CC0E-0BCD-4721-8C7F-2130A2C5133A}" srcId="{5B066626-9C0B-48AF-A0F5-8CCE8F3D277E}" destId="{1843B991-7428-4C30-B6B2-4E62BE307CDB}" srcOrd="1" destOrd="0" parTransId="{8FF39CDD-6335-49FA-88EF-38B81C1DE24E}" sibTransId="{40343563-F88E-4F0D-839F-CF1C500B8DE5}"/>
    <dgm:cxn modelId="{2B97D620-89DD-A540-A378-E18BF978FA16}" type="presOf" srcId="{46581D23-078B-4805-872B-C6CDA32EE90E}" destId="{8D307B50-A503-C845-B9A1-9A15E6599DA1}" srcOrd="0" destOrd="0" presId="urn:microsoft.com/office/officeart/2005/8/layout/list1"/>
    <dgm:cxn modelId="{4BE2EB21-2002-DA4E-BC83-0709CC7255CE}" type="presOf" srcId="{1541CEA8-6338-4FE5-A28C-ED15A4447313}" destId="{C69654B2-598F-D748-B160-D1447D49F04D}" srcOrd="0" destOrd="0" presId="urn:microsoft.com/office/officeart/2005/8/layout/list1"/>
    <dgm:cxn modelId="{84C6BB3C-AFF3-4744-94E9-5D5513E53565}" type="presOf" srcId="{5B066626-9C0B-48AF-A0F5-8CCE8F3D277E}" destId="{39152E1A-26D1-C24A-83E6-2EBE96B79EE1}" srcOrd="0" destOrd="0" presId="urn:microsoft.com/office/officeart/2005/8/layout/list1"/>
    <dgm:cxn modelId="{5BF35647-6286-4CFA-9920-33B69434F7C6}" srcId="{46581D23-078B-4805-872B-C6CDA32EE90E}" destId="{5229A615-711A-4EC1-B472-6C255EA1C8EB}" srcOrd="1" destOrd="0" parTransId="{7F1CCA0B-4140-42F8-8892-1F30FB1C5291}" sibTransId="{A891D503-CDD7-4DC3-9D47-AD7B11A477D0}"/>
    <dgm:cxn modelId="{C4EB2D48-76E4-B74C-A623-62BDBBCCF190}" type="presOf" srcId="{1843B991-7428-4C30-B6B2-4E62BE307CDB}" destId="{C69654B2-598F-D748-B160-D1447D49F04D}" srcOrd="0" destOrd="1" presId="urn:microsoft.com/office/officeart/2005/8/layout/list1"/>
    <dgm:cxn modelId="{29D8C34C-A0EA-FE4B-B5B9-2355524732DB}" type="presOf" srcId="{5B066626-9C0B-48AF-A0F5-8CCE8F3D277E}" destId="{DBCEBEFD-05DC-1643-9E70-705A7C0BFB68}" srcOrd="1" destOrd="0" presId="urn:microsoft.com/office/officeart/2005/8/layout/list1"/>
    <dgm:cxn modelId="{41B9D54E-F49B-4CD9-B2CB-595A7339BD3A}" srcId="{F09A0BE7-4D92-49D3-874C-EF7056919232}" destId="{46581D23-078B-4805-872B-C6CDA32EE90E}" srcOrd="0" destOrd="0" parTransId="{08C0191B-389A-4D0B-A725-1311BAFC9E53}" sibTransId="{85FABE3C-36D0-4141-985D-1A7D7112BA56}"/>
    <dgm:cxn modelId="{0EA28971-7537-864D-A318-89F6C3A4F85C}" type="presOf" srcId="{46581D23-078B-4805-872B-C6CDA32EE90E}" destId="{D96DE4CC-23DA-AE4B-9F6F-CAE88276E4A8}" srcOrd="1" destOrd="0" presId="urn:microsoft.com/office/officeart/2005/8/layout/list1"/>
    <dgm:cxn modelId="{2EFEB273-ED9F-4E25-B8A8-874650314AC2}" srcId="{5B066626-9C0B-48AF-A0F5-8CCE8F3D277E}" destId="{1541CEA8-6338-4FE5-A28C-ED15A4447313}" srcOrd="0" destOrd="0" parTransId="{83D51181-DBB7-4DC0-998F-D9213D508AEF}" sibTransId="{49435DF1-6EBD-4A3F-916B-F3D9DC493760}"/>
    <dgm:cxn modelId="{6E9B2C87-E8E6-4C72-B2CE-A7D2FD236437}" srcId="{46581D23-078B-4805-872B-C6CDA32EE90E}" destId="{1D9D711F-CECB-4298-AEBB-7B172DA237B7}" srcOrd="0" destOrd="0" parTransId="{99EAF555-E8FB-4162-95B3-1586E87384D6}" sibTransId="{9A3A243B-167C-4E91-943D-0E12B51808C0}"/>
    <dgm:cxn modelId="{1E57CF99-62D4-5B42-BB67-5FA3700BEE67}" type="presOf" srcId="{1D9D711F-CECB-4298-AEBB-7B172DA237B7}" destId="{B1C44586-1D45-CC47-BD71-49C112168D85}" srcOrd="0" destOrd="0" presId="urn:microsoft.com/office/officeart/2005/8/layout/list1"/>
    <dgm:cxn modelId="{6D3EFCA1-1021-47D3-BA9B-50E3E009981C}" srcId="{46581D23-078B-4805-872B-C6CDA32EE90E}" destId="{DFB2F091-42D6-48C9-A4FD-1C893E8C7CE8}" srcOrd="2" destOrd="0" parTransId="{8C749F28-E347-45E2-8380-1ACCB5522B63}" sibTransId="{DDB90297-88A3-48A8-BCD6-B5321459A135}"/>
    <dgm:cxn modelId="{957690A6-D32F-4A26-8FE6-AED2DE49CD16}" srcId="{F09A0BE7-4D92-49D3-874C-EF7056919232}" destId="{5B066626-9C0B-48AF-A0F5-8CCE8F3D277E}" srcOrd="1" destOrd="0" parTransId="{E478008A-98B4-452B-A2D3-BB49F18C6357}" sibTransId="{C12CB9E5-698F-441F-9CD9-3AB37156A7A4}"/>
    <dgm:cxn modelId="{58CE81AA-4E4B-6144-B7D6-575E9E1AFCD4}" type="presOf" srcId="{DFB2F091-42D6-48C9-A4FD-1C893E8C7CE8}" destId="{B1C44586-1D45-CC47-BD71-49C112168D85}" srcOrd="0" destOrd="2" presId="urn:microsoft.com/office/officeart/2005/8/layout/list1"/>
    <dgm:cxn modelId="{F88939C9-E31C-B941-A728-691E044849FD}" type="presOf" srcId="{F09A0BE7-4D92-49D3-874C-EF7056919232}" destId="{19A7088B-B383-3440-85BE-2EBB2D97879C}" srcOrd="0" destOrd="0" presId="urn:microsoft.com/office/officeart/2005/8/layout/list1"/>
    <dgm:cxn modelId="{BDA1E6E0-F5CA-134E-9A71-D66DB1C35980}" type="presOf" srcId="{5229A615-711A-4EC1-B472-6C255EA1C8EB}" destId="{B1C44586-1D45-CC47-BD71-49C112168D85}" srcOrd="0" destOrd="1" presId="urn:microsoft.com/office/officeart/2005/8/layout/list1"/>
    <dgm:cxn modelId="{AA13440C-2F0A-764F-8908-910BDCA58325}" type="presParOf" srcId="{19A7088B-B383-3440-85BE-2EBB2D97879C}" destId="{1CE79F28-D757-8C40-8E3E-56B3C702F08F}" srcOrd="0" destOrd="0" presId="urn:microsoft.com/office/officeart/2005/8/layout/list1"/>
    <dgm:cxn modelId="{690AB87E-FC84-884D-A6E2-377AE895EA96}" type="presParOf" srcId="{1CE79F28-D757-8C40-8E3E-56B3C702F08F}" destId="{8D307B50-A503-C845-B9A1-9A15E6599DA1}" srcOrd="0" destOrd="0" presId="urn:microsoft.com/office/officeart/2005/8/layout/list1"/>
    <dgm:cxn modelId="{6721E89C-9C41-D545-AB3A-A5858FC1B613}" type="presParOf" srcId="{1CE79F28-D757-8C40-8E3E-56B3C702F08F}" destId="{D96DE4CC-23DA-AE4B-9F6F-CAE88276E4A8}" srcOrd="1" destOrd="0" presId="urn:microsoft.com/office/officeart/2005/8/layout/list1"/>
    <dgm:cxn modelId="{9499AC05-876C-0B4D-A21D-E287D4E803B2}" type="presParOf" srcId="{19A7088B-B383-3440-85BE-2EBB2D97879C}" destId="{6A5E776E-16CD-4444-922F-EEE89FA400A5}" srcOrd="1" destOrd="0" presId="urn:microsoft.com/office/officeart/2005/8/layout/list1"/>
    <dgm:cxn modelId="{62D1BDDD-D781-A743-A196-93744014775B}" type="presParOf" srcId="{19A7088B-B383-3440-85BE-2EBB2D97879C}" destId="{B1C44586-1D45-CC47-BD71-49C112168D85}" srcOrd="2" destOrd="0" presId="urn:microsoft.com/office/officeart/2005/8/layout/list1"/>
    <dgm:cxn modelId="{C722C3A1-2CC8-FE4C-B69E-1A0DFD586F41}" type="presParOf" srcId="{19A7088B-B383-3440-85BE-2EBB2D97879C}" destId="{03ED99B2-3552-F549-91FA-0638171FFAC5}" srcOrd="3" destOrd="0" presId="urn:microsoft.com/office/officeart/2005/8/layout/list1"/>
    <dgm:cxn modelId="{AEC2851C-30AC-3E46-8E25-F57D60E674A9}" type="presParOf" srcId="{19A7088B-B383-3440-85BE-2EBB2D97879C}" destId="{763FFDF5-CF5D-2C48-A65B-B5F164FFF2C4}" srcOrd="4" destOrd="0" presId="urn:microsoft.com/office/officeart/2005/8/layout/list1"/>
    <dgm:cxn modelId="{49BF5E2A-BB13-A843-9114-26173E303C0D}" type="presParOf" srcId="{763FFDF5-CF5D-2C48-A65B-B5F164FFF2C4}" destId="{39152E1A-26D1-C24A-83E6-2EBE96B79EE1}" srcOrd="0" destOrd="0" presId="urn:microsoft.com/office/officeart/2005/8/layout/list1"/>
    <dgm:cxn modelId="{B90EC9E2-BC95-8247-BB00-DCF662C996E7}" type="presParOf" srcId="{763FFDF5-CF5D-2C48-A65B-B5F164FFF2C4}" destId="{DBCEBEFD-05DC-1643-9E70-705A7C0BFB68}" srcOrd="1" destOrd="0" presId="urn:microsoft.com/office/officeart/2005/8/layout/list1"/>
    <dgm:cxn modelId="{9FB926E0-4BAC-5B42-920C-471B131A9738}" type="presParOf" srcId="{19A7088B-B383-3440-85BE-2EBB2D97879C}" destId="{0BAD550C-0940-3C4C-BE1F-F7B9B7CE7467}" srcOrd="5" destOrd="0" presId="urn:microsoft.com/office/officeart/2005/8/layout/list1"/>
    <dgm:cxn modelId="{73EEFED4-351B-E14B-B22F-C6B28E9D5F60}" type="presParOf" srcId="{19A7088B-B383-3440-85BE-2EBB2D97879C}" destId="{C69654B2-598F-D748-B160-D1447D49F04D}"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357787F-D471-4BFF-93CE-2BCFAF75D757}"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FEED991-E811-448D-9B4A-437BE194F042}">
      <dgm:prSet/>
      <dgm:spPr/>
      <dgm:t>
        <a:bodyPr/>
        <a:lstStyle/>
        <a:p>
          <a:r>
            <a:rPr lang="en-US"/>
            <a:t>Linux CLI </a:t>
          </a:r>
        </a:p>
      </dgm:t>
    </dgm:pt>
    <dgm:pt modelId="{39BFBB78-F03C-487F-8460-AB663F7CB86A}" type="parTrans" cxnId="{C586B812-DD83-46F2-BFEA-8192D8092719}">
      <dgm:prSet/>
      <dgm:spPr/>
      <dgm:t>
        <a:bodyPr/>
        <a:lstStyle/>
        <a:p>
          <a:endParaRPr lang="en-US"/>
        </a:p>
      </dgm:t>
    </dgm:pt>
    <dgm:pt modelId="{6DC7684E-3058-4BC0-91FE-2A819759DB4B}" type="sibTrans" cxnId="{C586B812-DD83-46F2-BFEA-8192D8092719}">
      <dgm:prSet/>
      <dgm:spPr/>
      <dgm:t>
        <a:bodyPr/>
        <a:lstStyle/>
        <a:p>
          <a:endParaRPr lang="en-US"/>
        </a:p>
      </dgm:t>
    </dgm:pt>
    <dgm:pt modelId="{4132FEAC-257F-4E93-9EC5-C7734B1BD75D}">
      <dgm:prSet/>
      <dgm:spPr/>
      <dgm:t>
        <a:bodyPr/>
        <a:lstStyle/>
        <a:p>
          <a:r>
            <a:rPr lang="en-US"/>
            <a:t>VI Editor </a:t>
          </a:r>
        </a:p>
      </dgm:t>
    </dgm:pt>
    <dgm:pt modelId="{C791EDD7-891F-4162-A1F3-D18B2215D160}" type="parTrans" cxnId="{C0E08B23-EB9C-4A96-8E86-F119A5D9B83F}">
      <dgm:prSet/>
      <dgm:spPr/>
      <dgm:t>
        <a:bodyPr/>
        <a:lstStyle/>
        <a:p>
          <a:endParaRPr lang="en-US"/>
        </a:p>
      </dgm:t>
    </dgm:pt>
    <dgm:pt modelId="{F69A5ACC-D6DA-4A47-8D82-6DDA3C63CCC0}" type="sibTrans" cxnId="{C0E08B23-EB9C-4A96-8E86-F119A5D9B83F}">
      <dgm:prSet/>
      <dgm:spPr/>
      <dgm:t>
        <a:bodyPr/>
        <a:lstStyle/>
        <a:p>
          <a:endParaRPr lang="en-US"/>
        </a:p>
      </dgm:t>
    </dgm:pt>
    <dgm:pt modelId="{C496DFFD-F750-4881-9F39-D5D5373660FE}">
      <dgm:prSet/>
      <dgm:spPr/>
      <dgm:t>
        <a:bodyPr/>
        <a:lstStyle/>
        <a:p>
          <a:r>
            <a:rPr lang="en-US"/>
            <a:t>Package management</a:t>
          </a:r>
        </a:p>
      </dgm:t>
    </dgm:pt>
    <dgm:pt modelId="{6EE1E374-56EA-4F59-9598-5F3808366D0E}" type="parTrans" cxnId="{E9881B58-5210-447F-9F9C-883445994DE0}">
      <dgm:prSet/>
      <dgm:spPr/>
      <dgm:t>
        <a:bodyPr/>
        <a:lstStyle/>
        <a:p>
          <a:endParaRPr lang="en-US"/>
        </a:p>
      </dgm:t>
    </dgm:pt>
    <dgm:pt modelId="{7F8B7581-2D28-4670-9199-C4D30CCA8883}" type="sibTrans" cxnId="{E9881B58-5210-447F-9F9C-883445994DE0}">
      <dgm:prSet/>
      <dgm:spPr/>
      <dgm:t>
        <a:bodyPr/>
        <a:lstStyle/>
        <a:p>
          <a:endParaRPr lang="en-US"/>
        </a:p>
      </dgm:t>
    </dgm:pt>
    <dgm:pt modelId="{F1CDE0E7-58D4-44FA-850E-6CCEBB34FA5E}">
      <dgm:prSet/>
      <dgm:spPr/>
      <dgm:t>
        <a:bodyPr/>
        <a:lstStyle/>
        <a:p>
          <a:r>
            <a:rPr lang="en-US"/>
            <a:t>Service Management </a:t>
          </a:r>
        </a:p>
      </dgm:t>
    </dgm:pt>
    <dgm:pt modelId="{7A461661-8C43-458B-8EE2-FC2EE226EE26}" type="parTrans" cxnId="{ABFBA467-BD3F-464B-9E5F-001D7ACBC143}">
      <dgm:prSet/>
      <dgm:spPr/>
      <dgm:t>
        <a:bodyPr/>
        <a:lstStyle/>
        <a:p>
          <a:endParaRPr lang="en-US"/>
        </a:p>
      </dgm:t>
    </dgm:pt>
    <dgm:pt modelId="{1AA3674D-33B5-476B-A508-7DF6EAA8484D}" type="sibTrans" cxnId="{ABFBA467-BD3F-464B-9E5F-001D7ACBC143}">
      <dgm:prSet/>
      <dgm:spPr/>
      <dgm:t>
        <a:bodyPr/>
        <a:lstStyle/>
        <a:p>
          <a:endParaRPr lang="en-US"/>
        </a:p>
      </dgm:t>
    </dgm:pt>
    <dgm:pt modelId="{FB3601E9-57B2-4DD6-8635-ACFD1263C12D}" type="pres">
      <dgm:prSet presAssocID="{C357787F-D471-4BFF-93CE-2BCFAF75D757}" presName="root" presStyleCnt="0">
        <dgm:presLayoutVars>
          <dgm:dir/>
          <dgm:resizeHandles val="exact"/>
        </dgm:presLayoutVars>
      </dgm:prSet>
      <dgm:spPr/>
    </dgm:pt>
    <dgm:pt modelId="{127D5102-B48B-475B-B773-1A98877EDEFC}" type="pres">
      <dgm:prSet presAssocID="{6FEED991-E811-448D-9B4A-437BE194F042}" presName="compNode" presStyleCnt="0"/>
      <dgm:spPr/>
    </dgm:pt>
    <dgm:pt modelId="{20235580-0814-4CE0-B882-8A379EACEF4C}" type="pres">
      <dgm:prSet presAssocID="{6FEED991-E811-448D-9B4A-437BE194F04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7989C6F5-970B-4EDC-BB7F-375AF73D4FF0}" type="pres">
      <dgm:prSet presAssocID="{6FEED991-E811-448D-9B4A-437BE194F042}" presName="spaceRect" presStyleCnt="0"/>
      <dgm:spPr/>
    </dgm:pt>
    <dgm:pt modelId="{9F7625B9-C4FE-40E6-BFCF-2219A8B7D327}" type="pres">
      <dgm:prSet presAssocID="{6FEED991-E811-448D-9B4A-437BE194F042}" presName="textRect" presStyleLbl="revTx" presStyleIdx="0" presStyleCnt="4">
        <dgm:presLayoutVars>
          <dgm:chMax val="1"/>
          <dgm:chPref val="1"/>
        </dgm:presLayoutVars>
      </dgm:prSet>
      <dgm:spPr/>
    </dgm:pt>
    <dgm:pt modelId="{03079D52-E2DA-496D-9354-306747572F60}" type="pres">
      <dgm:prSet presAssocID="{6DC7684E-3058-4BC0-91FE-2A819759DB4B}" presName="sibTrans" presStyleCnt="0"/>
      <dgm:spPr/>
    </dgm:pt>
    <dgm:pt modelId="{EED8BF58-2053-44F4-9BF4-9400A6719408}" type="pres">
      <dgm:prSet presAssocID="{4132FEAC-257F-4E93-9EC5-C7734B1BD75D}" presName="compNode" presStyleCnt="0"/>
      <dgm:spPr/>
    </dgm:pt>
    <dgm:pt modelId="{B8FCC625-D8C5-44B5-AFC0-136E7943267B}" type="pres">
      <dgm:prSet presAssocID="{4132FEAC-257F-4E93-9EC5-C7734B1BD75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ncil"/>
        </a:ext>
      </dgm:extLst>
    </dgm:pt>
    <dgm:pt modelId="{FB35B30F-DD5E-4397-BB8E-E81BC1318C5B}" type="pres">
      <dgm:prSet presAssocID="{4132FEAC-257F-4E93-9EC5-C7734B1BD75D}" presName="spaceRect" presStyleCnt="0"/>
      <dgm:spPr/>
    </dgm:pt>
    <dgm:pt modelId="{90F4437E-FF99-478F-AD86-9928784C16E6}" type="pres">
      <dgm:prSet presAssocID="{4132FEAC-257F-4E93-9EC5-C7734B1BD75D}" presName="textRect" presStyleLbl="revTx" presStyleIdx="1" presStyleCnt="4">
        <dgm:presLayoutVars>
          <dgm:chMax val="1"/>
          <dgm:chPref val="1"/>
        </dgm:presLayoutVars>
      </dgm:prSet>
      <dgm:spPr/>
    </dgm:pt>
    <dgm:pt modelId="{1C6ED5FA-DCB4-4E50-B8E0-7A4B29B75FEA}" type="pres">
      <dgm:prSet presAssocID="{F69A5ACC-D6DA-4A47-8D82-6DDA3C63CCC0}" presName="sibTrans" presStyleCnt="0"/>
      <dgm:spPr/>
    </dgm:pt>
    <dgm:pt modelId="{699BB888-C332-4BC4-99B4-1645D5CB7290}" type="pres">
      <dgm:prSet presAssocID="{C496DFFD-F750-4881-9F39-D5D5373660FE}" presName="compNode" presStyleCnt="0"/>
      <dgm:spPr/>
    </dgm:pt>
    <dgm:pt modelId="{AB284A7E-AC7F-4828-9A17-31DE7F634C9E}" type="pres">
      <dgm:prSet presAssocID="{C496DFFD-F750-4881-9F39-D5D5373660F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x"/>
        </a:ext>
      </dgm:extLst>
    </dgm:pt>
    <dgm:pt modelId="{087D6700-9304-47D9-BDF9-A55751A1E06D}" type="pres">
      <dgm:prSet presAssocID="{C496DFFD-F750-4881-9F39-D5D5373660FE}" presName="spaceRect" presStyleCnt="0"/>
      <dgm:spPr/>
    </dgm:pt>
    <dgm:pt modelId="{2B654393-CFDC-49B1-B4F1-206A72AED585}" type="pres">
      <dgm:prSet presAssocID="{C496DFFD-F750-4881-9F39-D5D5373660FE}" presName="textRect" presStyleLbl="revTx" presStyleIdx="2" presStyleCnt="4">
        <dgm:presLayoutVars>
          <dgm:chMax val="1"/>
          <dgm:chPref val="1"/>
        </dgm:presLayoutVars>
      </dgm:prSet>
      <dgm:spPr/>
    </dgm:pt>
    <dgm:pt modelId="{8D4DA745-B063-4426-B576-CF9992A59BDB}" type="pres">
      <dgm:prSet presAssocID="{7F8B7581-2D28-4670-9199-C4D30CCA8883}" presName="sibTrans" presStyleCnt="0"/>
      <dgm:spPr/>
    </dgm:pt>
    <dgm:pt modelId="{8CEFD7AE-D31F-47CD-903C-969A390C59C4}" type="pres">
      <dgm:prSet presAssocID="{F1CDE0E7-58D4-44FA-850E-6CCEBB34FA5E}" presName="compNode" presStyleCnt="0"/>
      <dgm:spPr/>
    </dgm:pt>
    <dgm:pt modelId="{68D939BE-8B80-444B-819C-53AF8DE215E6}" type="pres">
      <dgm:prSet presAssocID="{F1CDE0E7-58D4-44FA-850E-6CCEBB34FA5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all center"/>
        </a:ext>
      </dgm:extLst>
    </dgm:pt>
    <dgm:pt modelId="{2522C50F-0C13-4DB0-B7E3-DBE7E84A58DB}" type="pres">
      <dgm:prSet presAssocID="{F1CDE0E7-58D4-44FA-850E-6CCEBB34FA5E}" presName="spaceRect" presStyleCnt="0"/>
      <dgm:spPr/>
    </dgm:pt>
    <dgm:pt modelId="{71293B60-7768-4021-B735-C316BBF65799}" type="pres">
      <dgm:prSet presAssocID="{F1CDE0E7-58D4-44FA-850E-6CCEBB34FA5E}" presName="textRect" presStyleLbl="revTx" presStyleIdx="3" presStyleCnt="4">
        <dgm:presLayoutVars>
          <dgm:chMax val="1"/>
          <dgm:chPref val="1"/>
        </dgm:presLayoutVars>
      </dgm:prSet>
      <dgm:spPr/>
    </dgm:pt>
  </dgm:ptLst>
  <dgm:cxnLst>
    <dgm:cxn modelId="{C586B812-DD83-46F2-BFEA-8192D8092719}" srcId="{C357787F-D471-4BFF-93CE-2BCFAF75D757}" destId="{6FEED991-E811-448D-9B4A-437BE194F042}" srcOrd="0" destOrd="0" parTransId="{39BFBB78-F03C-487F-8460-AB663F7CB86A}" sibTransId="{6DC7684E-3058-4BC0-91FE-2A819759DB4B}"/>
    <dgm:cxn modelId="{C0E08B23-EB9C-4A96-8E86-F119A5D9B83F}" srcId="{C357787F-D471-4BFF-93CE-2BCFAF75D757}" destId="{4132FEAC-257F-4E93-9EC5-C7734B1BD75D}" srcOrd="1" destOrd="0" parTransId="{C791EDD7-891F-4162-A1F3-D18B2215D160}" sibTransId="{F69A5ACC-D6DA-4A47-8D82-6DDA3C63CCC0}"/>
    <dgm:cxn modelId="{51DE6B2D-05EF-4822-899D-98122A90E041}" type="presOf" srcId="{F1CDE0E7-58D4-44FA-850E-6CCEBB34FA5E}" destId="{71293B60-7768-4021-B735-C316BBF65799}" srcOrd="0" destOrd="0" presId="urn:microsoft.com/office/officeart/2018/2/layout/IconLabelList"/>
    <dgm:cxn modelId="{AC474E43-73BE-4843-B90A-3FF5D8931634}" type="presOf" srcId="{C496DFFD-F750-4881-9F39-D5D5373660FE}" destId="{2B654393-CFDC-49B1-B4F1-206A72AED585}" srcOrd="0" destOrd="0" presId="urn:microsoft.com/office/officeart/2018/2/layout/IconLabelList"/>
    <dgm:cxn modelId="{E9881B58-5210-447F-9F9C-883445994DE0}" srcId="{C357787F-D471-4BFF-93CE-2BCFAF75D757}" destId="{C496DFFD-F750-4881-9F39-D5D5373660FE}" srcOrd="2" destOrd="0" parTransId="{6EE1E374-56EA-4F59-9598-5F3808366D0E}" sibTransId="{7F8B7581-2D28-4670-9199-C4D30CCA8883}"/>
    <dgm:cxn modelId="{ABFBA467-BD3F-464B-9E5F-001D7ACBC143}" srcId="{C357787F-D471-4BFF-93CE-2BCFAF75D757}" destId="{F1CDE0E7-58D4-44FA-850E-6CCEBB34FA5E}" srcOrd="3" destOrd="0" parTransId="{7A461661-8C43-458B-8EE2-FC2EE226EE26}" sibTransId="{1AA3674D-33B5-476B-A508-7DF6EAA8484D}"/>
    <dgm:cxn modelId="{652B917D-3802-40DB-8D24-2EEDD9C3A31D}" type="presOf" srcId="{C357787F-D471-4BFF-93CE-2BCFAF75D757}" destId="{FB3601E9-57B2-4DD6-8635-ACFD1263C12D}" srcOrd="0" destOrd="0" presId="urn:microsoft.com/office/officeart/2018/2/layout/IconLabelList"/>
    <dgm:cxn modelId="{9A565089-1698-446E-8A58-388ED3530C97}" type="presOf" srcId="{6FEED991-E811-448D-9B4A-437BE194F042}" destId="{9F7625B9-C4FE-40E6-BFCF-2219A8B7D327}" srcOrd="0" destOrd="0" presId="urn:microsoft.com/office/officeart/2018/2/layout/IconLabelList"/>
    <dgm:cxn modelId="{46B4A5CB-E6C7-4F62-8DCC-50E47CADE9BD}" type="presOf" srcId="{4132FEAC-257F-4E93-9EC5-C7734B1BD75D}" destId="{90F4437E-FF99-478F-AD86-9928784C16E6}" srcOrd="0" destOrd="0" presId="urn:microsoft.com/office/officeart/2018/2/layout/IconLabelList"/>
    <dgm:cxn modelId="{E7A841BD-F7BB-4669-93E0-5E7674E1FE3B}" type="presParOf" srcId="{FB3601E9-57B2-4DD6-8635-ACFD1263C12D}" destId="{127D5102-B48B-475B-B773-1A98877EDEFC}" srcOrd="0" destOrd="0" presId="urn:microsoft.com/office/officeart/2018/2/layout/IconLabelList"/>
    <dgm:cxn modelId="{E1C04122-1A88-4223-8575-74E5BBB97AED}" type="presParOf" srcId="{127D5102-B48B-475B-B773-1A98877EDEFC}" destId="{20235580-0814-4CE0-B882-8A379EACEF4C}" srcOrd="0" destOrd="0" presId="urn:microsoft.com/office/officeart/2018/2/layout/IconLabelList"/>
    <dgm:cxn modelId="{7977F0CA-64E4-4D35-A014-B04B60EF74BD}" type="presParOf" srcId="{127D5102-B48B-475B-B773-1A98877EDEFC}" destId="{7989C6F5-970B-4EDC-BB7F-375AF73D4FF0}" srcOrd="1" destOrd="0" presId="urn:microsoft.com/office/officeart/2018/2/layout/IconLabelList"/>
    <dgm:cxn modelId="{70854D36-6065-4540-ACAA-DCC8941AB792}" type="presParOf" srcId="{127D5102-B48B-475B-B773-1A98877EDEFC}" destId="{9F7625B9-C4FE-40E6-BFCF-2219A8B7D327}" srcOrd="2" destOrd="0" presId="urn:microsoft.com/office/officeart/2018/2/layout/IconLabelList"/>
    <dgm:cxn modelId="{6464DD1F-DEED-473E-9EF1-5428EEFA1EEC}" type="presParOf" srcId="{FB3601E9-57B2-4DD6-8635-ACFD1263C12D}" destId="{03079D52-E2DA-496D-9354-306747572F60}" srcOrd="1" destOrd="0" presId="urn:microsoft.com/office/officeart/2018/2/layout/IconLabelList"/>
    <dgm:cxn modelId="{BBF78E3F-7A9E-4447-B9BE-B71AE887BA0D}" type="presParOf" srcId="{FB3601E9-57B2-4DD6-8635-ACFD1263C12D}" destId="{EED8BF58-2053-44F4-9BF4-9400A6719408}" srcOrd="2" destOrd="0" presId="urn:microsoft.com/office/officeart/2018/2/layout/IconLabelList"/>
    <dgm:cxn modelId="{CDD21101-7D03-46E4-8399-C71973BFA95B}" type="presParOf" srcId="{EED8BF58-2053-44F4-9BF4-9400A6719408}" destId="{B8FCC625-D8C5-44B5-AFC0-136E7943267B}" srcOrd="0" destOrd="0" presId="urn:microsoft.com/office/officeart/2018/2/layout/IconLabelList"/>
    <dgm:cxn modelId="{C440DC6B-39B7-4579-A480-C1692060F8D6}" type="presParOf" srcId="{EED8BF58-2053-44F4-9BF4-9400A6719408}" destId="{FB35B30F-DD5E-4397-BB8E-E81BC1318C5B}" srcOrd="1" destOrd="0" presId="urn:microsoft.com/office/officeart/2018/2/layout/IconLabelList"/>
    <dgm:cxn modelId="{49204779-249A-48C0-B0C7-0A58CF5C0ABA}" type="presParOf" srcId="{EED8BF58-2053-44F4-9BF4-9400A6719408}" destId="{90F4437E-FF99-478F-AD86-9928784C16E6}" srcOrd="2" destOrd="0" presId="urn:microsoft.com/office/officeart/2018/2/layout/IconLabelList"/>
    <dgm:cxn modelId="{8378FA98-2AFE-42B1-9F5B-384FC2C4F022}" type="presParOf" srcId="{FB3601E9-57B2-4DD6-8635-ACFD1263C12D}" destId="{1C6ED5FA-DCB4-4E50-B8E0-7A4B29B75FEA}" srcOrd="3" destOrd="0" presId="urn:microsoft.com/office/officeart/2018/2/layout/IconLabelList"/>
    <dgm:cxn modelId="{8CAC5033-1038-4015-9B64-560321221646}" type="presParOf" srcId="{FB3601E9-57B2-4DD6-8635-ACFD1263C12D}" destId="{699BB888-C332-4BC4-99B4-1645D5CB7290}" srcOrd="4" destOrd="0" presId="urn:microsoft.com/office/officeart/2018/2/layout/IconLabelList"/>
    <dgm:cxn modelId="{A9311461-FEE0-4225-8A09-973D4A1988D3}" type="presParOf" srcId="{699BB888-C332-4BC4-99B4-1645D5CB7290}" destId="{AB284A7E-AC7F-4828-9A17-31DE7F634C9E}" srcOrd="0" destOrd="0" presId="urn:microsoft.com/office/officeart/2018/2/layout/IconLabelList"/>
    <dgm:cxn modelId="{5CC9CEA2-DDBE-4BB5-84CB-7AC9ADBB484D}" type="presParOf" srcId="{699BB888-C332-4BC4-99B4-1645D5CB7290}" destId="{087D6700-9304-47D9-BDF9-A55751A1E06D}" srcOrd="1" destOrd="0" presId="urn:microsoft.com/office/officeart/2018/2/layout/IconLabelList"/>
    <dgm:cxn modelId="{BB3A9E93-730A-4ED2-A338-C85496AA5E7B}" type="presParOf" srcId="{699BB888-C332-4BC4-99B4-1645D5CB7290}" destId="{2B654393-CFDC-49B1-B4F1-206A72AED585}" srcOrd="2" destOrd="0" presId="urn:microsoft.com/office/officeart/2018/2/layout/IconLabelList"/>
    <dgm:cxn modelId="{9396B8CA-ED6E-4739-840F-7548982716D2}" type="presParOf" srcId="{FB3601E9-57B2-4DD6-8635-ACFD1263C12D}" destId="{8D4DA745-B063-4426-B576-CF9992A59BDB}" srcOrd="5" destOrd="0" presId="urn:microsoft.com/office/officeart/2018/2/layout/IconLabelList"/>
    <dgm:cxn modelId="{CE788F3D-8E53-4E62-8373-230EAE5D844D}" type="presParOf" srcId="{FB3601E9-57B2-4DD6-8635-ACFD1263C12D}" destId="{8CEFD7AE-D31F-47CD-903C-969A390C59C4}" srcOrd="6" destOrd="0" presId="urn:microsoft.com/office/officeart/2018/2/layout/IconLabelList"/>
    <dgm:cxn modelId="{7010B8DD-41E9-466A-A8DC-4281031ABFFE}" type="presParOf" srcId="{8CEFD7AE-D31F-47CD-903C-969A390C59C4}" destId="{68D939BE-8B80-444B-819C-53AF8DE215E6}" srcOrd="0" destOrd="0" presId="urn:microsoft.com/office/officeart/2018/2/layout/IconLabelList"/>
    <dgm:cxn modelId="{DD534358-1287-4356-BE14-CF50BA4D9F27}" type="presParOf" srcId="{8CEFD7AE-D31F-47CD-903C-969A390C59C4}" destId="{2522C50F-0C13-4DB0-B7E3-DBE7E84A58DB}" srcOrd="1" destOrd="0" presId="urn:microsoft.com/office/officeart/2018/2/layout/IconLabelList"/>
    <dgm:cxn modelId="{E8F95FA4-D727-4E4B-90B1-D47A2C03C65D}" type="presParOf" srcId="{8CEFD7AE-D31F-47CD-903C-969A390C59C4}" destId="{71293B60-7768-4021-B735-C316BBF65799}"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C50A109-B7F6-43A9-984F-D8DA0605F893}"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1C90A9A-F9C5-41E4-A02A-DFFEE67E3AD5}">
      <dgm:prSet/>
      <dgm:spPr/>
      <dgm:t>
        <a:bodyPr/>
        <a:lstStyle/>
        <a:p>
          <a:r>
            <a:rPr lang="en-US"/>
            <a:t>Command Mode</a:t>
          </a:r>
        </a:p>
      </dgm:t>
    </dgm:pt>
    <dgm:pt modelId="{EFE7A54C-8D20-4E6F-983E-96ABC91769B8}" type="parTrans" cxnId="{DCE7FF75-8098-421F-957B-D3B1FC5E7346}">
      <dgm:prSet/>
      <dgm:spPr/>
      <dgm:t>
        <a:bodyPr/>
        <a:lstStyle/>
        <a:p>
          <a:endParaRPr lang="en-US"/>
        </a:p>
      </dgm:t>
    </dgm:pt>
    <dgm:pt modelId="{C9E4DB46-CB72-4B11-9CEA-06D241B8ADA9}" type="sibTrans" cxnId="{DCE7FF75-8098-421F-957B-D3B1FC5E7346}">
      <dgm:prSet/>
      <dgm:spPr/>
      <dgm:t>
        <a:bodyPr/>
        <a:lstStyle/>
        <a:p>
          <a:endParaRPr lang="en-US"/>
        </a:p>
      </dgm:t>
    </dgm:pt>
    <dgm:pt modelId="{F7588CC0-831F-48F2-AC17-4ABDD36928B1}">
      <dgm:prSet/>
      <dgm:spPr/>
      <dgm:t>
        <a:bodyPr/>
        <a:lstStyle/>
        <a:p>
          <a:r>
            <a:rPr lang="en-US" dirty="0"/>
            <a:t>Insert mode (edit mode)</a:t>
          </a:r>
        </a:p>
      </dgm:t>
    </dgm:pt>
    <dgm:pt modelId="{F45968B4-1ECA-438A-A104-523901D1AB8F}" type="parTrans" cxnId="{33FD648D-53C2-4E25-AD29-6BE13BD6B32B}">
      <dgm:prSet/>
      <dgm:spPr/>
      <dgm:t>
        <a:bodyPr/>
        <a:lstStyle/>
        <a:p>
          <a:endParaRPr lang="en-US"/>
        </a:p>
      </dgm:t>
    </dgm:pt>
    <dgm:pt modelId="{04A88DC1-3992-4C4E-B69A-5B3E4EEEE276}" type="sibTrans" cxnId="{33FD648D-53C2-4E25-AD29-6BE13BD6B32B}">
      <dgm:prSet/>
      <dgm:spPr/>
      <dgm:t>
        <a:bodyPr/>
        <a:lstStyle/>
        <a:p>
          <a:endParaRPr lang="en-US"/>
        </a:p>
      </dgm:t>
    </dgm:pt>
    <dgm:pt modelId="{4189837F-1F2D-442C-A21A-A0C631B3962D}" type="pres">
      <dgm:prSet presAssocID="{CC50A109-B7F6-43A9-984F-D8DA0605F893}" presName="root" presStyleCnt="0">
        <dgm:presLayoutVars>
          <dgm:dir/>
          <dgm:resizeHandles val="exact"/>
        </dgm:presLayoutVars>
      </dgm:prSet>
      <dgm:spPr/>
    </dgm:pt>
    <dgm:pt modelId="{7C44E09A-D208-478E-B677-869732445CF4}" type="pres">
      <dgm:prSet presAssocID="{E1C90A9A-F9C5-41E4-A02A-DFFEE67E3AD5}" presName="compNode" presStyleCnt="0"/>
      <dgm:spPr/>
    </dgm:pt>
    <dgm:pt modelId="{7F672CAB-7D59-43C9-AB4F-7A76E886AF0D}" type="pres">
      <dgm:prSet presAssocID="{E1C90A9A-F9C5-41E4-A02A-DFFEE67E3AD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md(terminal)"/>
        </a:ext>
      </dgm:extLst>
    </dgm:pt>
    <dgm:pt modelId="{A5BEA017-566D-4636-B6F3-68CF1C397993}" type="pres">
      <dgm:prSet presAssocID="{E1C90A9A-F9C5-41E4-A02A-DFFEE67E3AD5}" presName="spaceRect" presStyleCnt="0"/>
      <dgm:spPr/>
    </dgm:pt>
    <dgm:pt modelId="{9A1D882B-10A9-4FB2-B018-59008CC22C9D}" type="pres">
      <dgm:prSet presAssocID="{E1C90A9A-F9C5-41E4-A02A-DFFEE67E3AD5}" presName="textRect" presStyleLbl="revTx" presStyleIdx="0" presStyleCnt="2">
        <dgm:presLayoutVars>
          <dgm:chMax val="1"/>
          <dgm:chPref val="1"/>
        </dgm:presLayoutVars>
      </dgm:prSet>
      <dgm:spPr/>
    </dgm:pt>
    <dgm:pt modelId="{A274CDA6-8529-43E4-A916-9D8CDB81B773}" type="pres">
      <dgm:prSet presAssocID="{C9E4DB46-CB72-4B11-9CEA-06D241B8ADA9}" presName="sibTrans" presStyleCnt="0"/>
      <dgm:spPr/>
    </dgm:pt>
    <dgm:pt modelId="{32F3466A-2379-4033-86D6-ED2F58398E8F}" type="pres">
      <dgm:prSet presAssocID="{F7588CC0-831F-48F2-AC17-4ABDD36928B1}" presName="compNode" presStyleCnt="0"/>
      <dgm:spPr/>
    </dgm:pt>
    <dgm:pt modelId="{E0F592CE-8DFE-4F5B-AF7D-C06DE6D047D0}" type="pres">
      <dgm:prSet presAssocID="{F7588CC0-831F-48F2-AC17-4ABDD36928B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ncil"/>
        </a:ext>
      </dgm:extLst>
    </dgm:pt>
    <dgm:pt modelId="{CD980246-0F7E-44C4-8475-7B94720EDD57}" type="pres">
      <dgm:prSet presAssocID="{F7588CC0-831F-48F2-AC17-4ABDD36928B1}" presName="spaceRect" presStyleCnt="0"/>
      <dgm:spPr/>
    </dgm:pt>
    <dgm:pt modelId="{00629EE3-90CB-4B73-A8D0-D21BF0F7933B}" type="pres">
      <dgm:prSet presAssocID="{F7588CC0-831F-48F2-AC17-4ABDD36928B1}" presName="textRect" presStyleLbl="revTx" presStyleIdx="1" presStyleCnt="2">
        <dgm:presLayoutVars>
          <dgm:chMax val="1"/>
          <dgm:chPref val="1"/>
        </dgm:presLayoutVars>
      </dgm:prSet>
      <dgm:spPr/>
    </dgm:pt>
  </dgm:ptLst>
  <dgm:cxnLst>
    <dgm:cxn modelId="{6875B948-0781-4F0F-9C66-890C5862D503}" type="presOf" srcId="{CC50A109-B7F6-43A9-984F-D8DA0605F893}" destId="{4189837F-1F2D-442C-A21A-A0C631B3962D}" srcOrd="0" destOrd="0" presId="urn:microsoft.com/office/officeart/2018/2/layout/IconLabelList"/>
    <dgm:cxn modelId="{E0626464-21DE-4904-B325-70FEB97C8F67}" type="presOf" srcId="{F7588CC0-831F-48F2-AC17-4ABDD36928B1}" destId="{00629EE3-90CB-4B73-A8D0-D21BF0F7933B}" srcOrd="0" destOrd="0" presId="urn:microsoft.com/office/officeart/2018/2/layout/IconLabelList"/>
    <dgm:cxn modelId="{DCE7FF75-8098-421F-957B-D3B1FC5E7346}" srcId="{CC50A109-B7F6-43A9-984F-D8DA0605F893}" destId="{E1C90A9A-F9C5-41E4-A02A-DFFEE67E3AD5}" srcOrd="0" destOrd="0" parTransId="{EFE7A54C-8D20-4E6F-983E-96ABC91769B8}" sibTransId="{C9E4DB46-CB72-4B11-9CEA-06D241B8ADA9}"/>
    <dgm:cxn modelId="{33FD648D-53C2-4E25-AD29-6BE13BD6B32B}" srcId="{CC50A109-B7F6-43A9-984F-D8DA0605F893}" destId="{F7588CC0-831F-48F2-AC17-4ABDD36928B1}" srcOrd="1" destOrd="0" parTransId="{F45968B4-1ECA-438A-A104-523901D1AB8F}" sibTransId="{04A88DC1-3992-4C4E-B69A-5B3E4EEEE276}"/>
    <dgm:cxn modelId="{F571DBE0-9CFB-4A19-B2C9-C2E1591E4EA6}" type="presOf" srcId="{E1C90A9A-F9C5-41E4-A02A-DFFEE67E3AD5}" destId="{9A1D882B-10A9-4FB2-B018-59008CC22C9D}" srcOrd="0" destOrd="0" presId="urn:microsoft.com/office/officeart/2018/2/layout/IconLabelList"/>
    <dgm:cxn modelId="{5D6D987D-38EE-4549-A504-71C34F641B9D}" type="presParOf" srcId="{4189837F-1F2D-442C-A21A-A0C631B3962D}" destId="{7C44E09A-D208-478E-B677-869732445CF4}" srcOrd="0" destOrd="0" presId="urn:microsoft.com/office/officeart/2018/2/layout/IconLabelList"/>
    <dgm:cxn modelId="{E558A49D-ACD9-485B-9BA5-57A3DA5B9D82}" type="presParOf" srcId="{7C44E09A-D208-478E-B677-869732445CF4}" destId="{7F672CAB-7D59-43C9-AB4F-7A76E886AF0D}" srcOrd="0" destOrd="0" presId="urn:microsoft.com/office/officeart/2018/2/layout/IconLabelList"/>
    <dgm:cxn modelId="{FB8D109E-8E53-405B-9995-ECA970AAC711}" type="presParOf" srcId="{7C44E09A-D208-478E-B677-869732445CF4}" destId="{A5BEA017-566D-4636-B6F3-68CF1C397993}" srcOrd="1" destOrd="0" presId="urn:microsoft.com/office/officeart/2018/2/layout/IconLabelList"/>
    <dgm:cxn modelId="{D2BE168E-FBE3-4776-9DE3-A9AF8DBAA914}" type="presParOf" srcId="{7C44E09A-D208-478E-B677-869732445CF4}" destId="{9A1D882B-10A9-4FB2-B018-59008CC22C9D}" srcOrd="2" destOrd="0" presId="urn:microsoft.com/office/officeart/2018/2/layout/IconLabelList"/>
    <dgm:cxn modelId="{E688D330-E3F9-4B0B-9A22-077208605474}" type="presParOf" srcId="{4189837F-1F2D-442C-A21A-A0C631B3962D}" destId="{A274CDA6-8529-43E4-A916-9D8CDB81B773}" srcOrd="1" destOrd="0" presId="urn:microsoft.com/office/officeart/2018/2/layout/IconLabelList"/>
    <dgm:cxn modelId="{3D75276F-853F-492D-9C76-E297F615A1A6}" type="presParOf" srcId="{4189837F-1F2D-442C-A21A-A0C631B3962D}" destId="{32F3466A-2379-4033-86D6-ED2F58398E8F}" srcOrd="2" destOrd="0" presId="urn:microsoft.com/office/officeart/2018/2/layout/IconLabelList"/>
    <dgm:cxn modelId="{0DF31E50-2A60-4AC1-BC56-516CBFB9BC76}" type="presParOf" srcId="{32F3466A-2379-4033-86D6-ED2F58398E8F}" destId="{E0F592CE-8DFE-4F5B-AF7D-C06DE6D047D0}" srcOrd="0" destOrd="0" presId="urn:microsoft.com/office/officeart/2018/2/layout/IconLabelList"/>
    <dgm:cxn modelId="{C14C236A-60AC-4E33-B48B-79D3FA0AF200}" type="presParOf" srcId="{32F3466A-2379-4033-86D6-ED2F58398E8F}" destId="{CD980246-0F7E-44C4-8475-7B94720EDD57}" srcOrd="1" destOrd="0" presId="urn:microsoft.com/office/officeart/2018/2/layout/IconLabelList"/>
    <dgm:cxn modelId="{B4CAE4FA-C00A-4C55-9064-C734C48CBA7A}" type="presParOf" srcId="{32F3466A-2379-4033-86D6-ED2F58398E8F}" destId="{00629EE3-90CB-4B73-A8D0-D21BF0F7933B}"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9C1901-FF1E-D540-8BB1-8E9C4849699C}">
      <dsp:nvSpPr>
        <dsp:cNvPr id="0" name=""/>
        <dsp:cNvSpPr/>
      </dsp:nvSpPr>
      <dsp:spPr>
        <a:xfrm>
          <a:off x="0" y="53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3CFA27-E8DD-D549-B5D5-B3966F1CEF0B}">
      <dsp:nvSpPr>
        <dsp:cNvPr id="0" name=""/>
        <dsp:cNvSpPr/>
      </dsp:nvSpPr>
      <dsp:spPr>
        <a:xfrm>
          <a:off x="0" y="53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 Everything is a file (Including Hardware)</a:t>
          </a:r>
        </a:p>
      </dsp:txBody>
      <dsp:txXfrm>
        <a:off x="0" y="531"/>
        <a:ext cx="10515600" cy="870055"/>
      </dsp:txXfrm>
    </dsp:sp>
    <dsp:sp modelId="{60D25220-A485-F74B-ACB0-B0CBFA3B0FE4}">
      <dsp:nvSpPr>
        <dsp:cNvPr id="0" name=""/>
        <dsp:cNvSpPr/>
      </dsp:nvSpPr>
      <dsp:spPr>
        <a:xfrm>
          <a:off x="0" y="870586"/>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3EEAB9-6221-5448-B4CD-84D3B4D3FEF4}">
      <dsp:nvSpPr>
        <dsp:cNvPr id="0" name=""/>
        <dsp:cNvSpPr/>
      </dsp:nvSpPr>
      <dsp:spPr>
        <a:xfrm>
          <a:off x="0" y="87058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 Small Single purpose Programs</a:t>
          </a:r>
        </a:p>
      </dsp:txBody>
      <dsp:txXfrm>
        <a:off x="0" y="870586"/>
        <a:ext cx="10515600" cy="870055"/>
      </dsp:txXfrm>
    </dsp:sp>
    <dsp:sp modelId="{6E607ABA-AB6C-7146-BCFF-48DF81370E4E}">
      <dsp:nvSpPr>
        <dsp:cNvPr id="0" name=""/>
        <dsp:cNvSpPr/>
      </dsp:nvSpPr>
      <dsp:spPr>
        <a:xfrm>
          <a:off x="0" y="174064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33DF24-CE51-A846-803B-62AA9C79C9D5}">
      <dsp:nvSpPr>
        <dsp:cNvPr id="0" name=""/>
        <dsp:cNvSpPr/>
      </dsp:nvSpPr>
      <dsp:spPr>
        <a:xfrm>
          <a:off x="0" y="174064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 Ability to chain programs together for complex operations</a:t>
          </a:r>
        </a:p>
      </dsp:txBody>
      <dsp:txXfrm>
        <a:off x="0" y="1740641"/>
        <a:ext cx="10515600" cy="870055"/>
      </dsp:txXfrm>
    </dsp:sp>
    <dsp:sp modelId="{B3BF2724-FCB3-7C43-9445-55B01F0090A5}">
      <dsp:nvSpPr>
        <dsp:cNvPr id="0" name=""/>
        <dsp:cNvSpPr/>
      </dsp:nvSpPr>
      <dsp:spPr>
        <a:xfrm>
          <a:off x="0" y="2610696"/>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412476-9968-7E4E-99E4-A5C4145CADBB}">
      <dsp:nvSpPr>
        <dsp:cNvPr id="0" name=""/>
        <dsp:cNvSpPr/>
      </dsp:nvSpPr>
      <dsp:spPr>
        <a:xfrm>
          <a:off x="0" y="2610696"/>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 Avoid Captive User Interface</a:t>
          </a:r>
        </a:p>
      </dsp:txBody>
      <dsp:txXfrm>
        <a:off x="0" y="2610696"/>
        <a:ext cx="10515600" cy="870055"/>
      </dsp:txXfrm>
    </dsp:sp>
    <dsp:sp modelId="{E31E86ED-5B42-394C-A9A9-16B5A89B0C1F}">
      <dsp:nvSpPr>
        <dsp:cNvPr id="0" name=""/>
        <dsp:cNvSpPr/>
      </dsp:nvSpPr>
      <dsp:spPr>
        <a:xfrm>
          <a:off x="0" y="348075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7AB257-5F45-C54B-8EBE-ED29B401E652}">
      <dsp:nvSpPr>
        <dsp:cNvPr id="0" name=""/>
        <dsp:cNvSpPr/>
      </dsp:nvSpPr>
      <dsp:spPr>
        <a:xfrm>
          <a:off x="0" y="3480751"/>
          <a:ext cx="105156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 Configuration data stored in text file</a:t>
          </a:r>
        </a:p>
      </dsp:txBody>
      <dsp:txXfrm>
        <a:off x="0" y="3480751"/>
        <a:ext cx="10515600" cy="8700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C44586-1D45-CC47-BD71-49C112168D85}">
      <dsp:nvSpPr>
        <dsp:cNvPr id="0" name=""/>
        <dsp:cNvSpPr/>
      </dsp:nvSpPr>
      <dsp:spPr>
        <a:xfrm>
          <a:off x="0" y="539670"/>
          <a:ext cx="6900512" cy="2419199"/>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5556" tIns="666496" rIns="535556" bIns="227584" numCol="1" spcCol="1270" anchor="t" anchorCtr="0">
          <a:noAutofit/>
        </a:bodyPr>
        <a:lstStyle/>
        <a:p>
          <a:pPr marL="285750" lvl="1" indent="-285750" algn="l" defTabSz="1422400">
            <a:lnSpc>
              <a:spcPct val="90000"/>
            </a:lnSpc>
            <a:spcBef>
              <a:spcPct val="0"/>
            </a:spcBef>
            <a:spcAft>
              <a:spcPct val="15000"/>
            </a:spcAft>
            <a:buChar char="•"/>
          </a:pPr>
          <a:r>
            <a:rPr lang="en-US" sz="3200" kern="1200"/>
            <a:t>RHEL, </a:t>
          </a:r>
        </a:p>
        <a:p>
          <a:pPr marL="285750" lvl="1" indent="-285750" algn="l" defTabSz="1422400">
            <a:lnSpc>
              <a:spcPct val="90000"/>
            </a:lnSpc>
            <a:spcBef>
              <a:spcPct val="0"/>
            </a:spcBef>
            <a:spcAft>
              <a:spcPct val="15000"/>
            </a:spcAft>
            <a:buChar char="•"/>
          </a:pPr>
          <a:r>
            <a:rPr lang="en-US" sz="3200" kern="1200"/>
            <a:t>Centos, </a:t>
          </a:r>
        </a:p>
        <a:p>
          <a:pPr marL="285750" lvl="1" indent="-285750" algn="l" defTabSz="1422400">
            <a:lnSpc>
              <a:spcPct val="90000"/>
            </a:lnSpc>
            <a:spcBef>
              <a:spcPct val="0"/>
            </a:spcBef>
            <a:spcAft>
              <a:spcPct val="15000"/>
            </a:spcAft>
            <a:buChar char="•"/>
          </a:pPr>
          <a:r>
            <a:rPr lang="en-US" sz="3200" kern="1200"/>
            <a:t>Oracle Linux</a:t>
          </a:r>
        </a:p>
      </dsp:txBody>
      <dsp:txXfrm>
        <a:off x="0" y="539670"/>
        <a:ext cx="6900512" cy="2419199"/>
      </dsp:txXfrm>
    </dsp:sp>
    <dsp:sp modelId="{D96DE4CC-23DA-AE4B-9F6F-CAE88276E4A8}">
      <dsp:nvSpPr>
        <dsp:cNvPr id="0" name=""/>
        <dsp:cNvSpPr/>
      </dsp:nvSpPr>
      <dsp:spPr>
        <a:xfrm>
          <a:off x="345025" y="67350"/>
          <a:ext cx="4830358" cy="944640"/>
        </a:xfrm>
        <a:prstGeom prst="roundRect">
          <a:avLst/>
        </a:prstGeom>
        <a:solidFill>
          <a:schemeClr val="accent2">
            <a:lumMod val="5000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1422400">
            <a:lnSpc>
              <a:spcPct val="90000"/>
            </a:lnSpc>
            <a:spcBef>
              <a:spcPct val="0"/>
            </a:spcBef>
            <a:spcAft>
              <a:spcPct val="35000"/>
            </a:spcAft>
            <a:buNone/>
          </a:pPr>
          <a:r>
            <a:rPr lang="en-US" sz="3200" kern="1200" dirty="0"/>
            <a:t>RPM based</a:t>
          </a:r>
        </a:p>
      </dsp:txBody>
      <dsp:txXfrm>
        <a:off x="391139" y="113464"/>
        <a:ext cx="4738130" cy="852412"/>
      </dsp:txXfrm>
    </dsp:sp>
    <dsp:sp modelId="{C69654B2-598F-D748-B160-D1447D49F04D}">
      <dsp:nvSpPr>
        <dsp:cNvPr id="0" name=""/>
        <dsp:cNvSpPr/>
      </dsp:nvSpPr>
      <dsp:spPr>
        <a:xfrm>
          <a:off x="0" y="3603990"/>
          <a:ext cx="6900512" cy="1864799"/>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5556" tIns="666496" rIns="535556" bIns="227584" numCol="1" spcCol="1270" anchor="t" anchorCtr="0">
          <a:noAutofit/>
        </a:bodyPr>
        <a:lstStyle/>
        <a:p>
          <a:pPr marL="285750" lvl="1" indent="-285750" algn="l" defTabSz="1422400">
            <a:lnSpc>
              <a:spcPct val="90000"/>
            </a:lnSpc>
            <a:spcBef>
              <a:spcPct val="0"/>
            </a:spcBef>
            <a:spcAft>
              <a:spcPct val="15000"/>
            </a:spcAft>
            <a:buChar char="•"/>
          </a:pPr>
          <a:r>
            <a:rPr lang="en-US" sz="3200" kern="1200"/>
            <a:t>Ubuntu Server,</a:t>
          </a:r>
        </a:p>
        <a:p>
          <a:pPr marL="285750" lvl="1" indent="-285750" algn="l" defTabSz="1422400">
            <a:lnSpc>
              <a:spcPct val="90000"/>
            </a:lnSpc>
            <a:spcBef>
              <a:spcPct val="0"/>
            </a:spcBef>
            <a:spcAft>
              <a:spcPct val="15000"/>
            </a:spcAft>
            <a:buChar char="•"/>
          </a:pPr>
          <a:r>
            <a:rPr lang="en-US" sz="3200" kern="1200"/>
            <a:t>Kali Linux</a:t>
          </a:r>
        </a:p>
      </dsp:txBody>
      <dsp:txXfrm>
        <a:off x="0" y="3603990"/>
        <a:ext cx="6900512" cy="1864799"/>
      </dsp:txXfrm>
    </dsp:sp>
    <dsp:sp modelId="{DBCEBEFD-05DC-1643-9E70-705A7C0BFB68}">
      <dsp:nvSpPr>
        <dsp:cNvPr id="0" name=""/>
        <dsp:cNvSpPr/>
      </dsp:nvSpPr>
      <dsp:spPr>
        <a:xfrm>
          <a:off x="345025" y="3131670"/>
          <a:ext cx="4830358" cy="944640"/>
        </a:xfrm>
        <a:prstGeom prst="roundRect">
          <a:avLst/>
        </a:prstGeom>
        <a:solidFill>
          <a:schemeClr val="accent2">
            <a:lumMod val="5000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1422400">
            <a:lnSpc>
              <a:spcPct val="90000"/>
            </a:lnSpc>
            <a:spcBef>
              <a:spcPct val="0"/>
            </a:spcBef>
            <a:spcAft>
              <a:spcPct val="35000"/>
            </a:spcAft>
            <a:buNone/>
          </a:pPr>
          <a:r>
            <a:rPr lang="en-US" sz="3200" kern="1200"/>
            <a:t>Debian based</a:t>
          </a:r>
        </a:p>
      </dsp:txBody>
      <dsp:txXfrm>
        <a:off x="391139" y="3177784"/>
        <a:ext cx="4738130" cy="8524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235580-0814-4CE0-B882-8A379EACEF4C}">
      <dsp:nvSpPr>
        <dsp:cNvPr id="0" name=""/>
        <dsp:cNvSpPr/>
      </dsp:nvSpPr>
      <dsp:spPr>
        <a:xfrm>
          <a:off x="752566" y="1045320"/>
          <a:ext cx="1066720" cy="10667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7625B9-C4FE-40E6-BFCF-2219A8B7D327}">
      <dsp:nvSpPr>
        <dsp:cNvPr id="0" name=""/>
        <dsp:cNvSpPr/>
      </dsp:nvSpPr>
      <dsp:spPr>
        <a:xfrm>
          <a:off x="10068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Linux CLI </a:t>
          </a:r>
        </a:p>
      </dsp:txBody>
      <dsp:txXfrm>
        <a:off x="100682" y="2427484"/>
        <a:ext cx="2370489" cy="720000"/>
      </dsp:txXfrm>
    </dsp:sp>
    <dsp:sp modelId="{B8FCC625-D8C5-44B5-AFC0-136E7943267B}">
      <dsp:nvSpPr>
        <dsp:cNvPr id="0" name=""/>
        <dsp:cNvSpPr/>
      </dsp:nvSpPr>
      <dsp:spPr>
        <a:xfrm>
          <a:off x="3537891" y="1045320"/>
          <a:ext cx="1066720" cy="10667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F4437E-FF99-478F-AD86-9928784C16E6}">
      <dsp:nvSpPr>
        <dsp:cNvPr id="0" name=""/>
        <dsp:cNvSpPr/>
      </dsp:nvSpPr>
      <dsp:spPr>
        <a:xfrm>
          <a:off x="288600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VI Editor </a:t>
          </a:r>
        </a:p>
      </dsp:txBody>
      <dsp:txXfrm>
        <a:off x="2886007" y="2427484"/>
        <a:ext cx="2370489" cy="720000"/>
      </dsp:txXfrm>
    </dsp:sp>
    <dsp:sp modelId="{AB284A7E-AC7F-4828-9A17-31DE7F634C9E}">
      <dsp:nvSpPr>
        <dsp:cNvPr id="0" name=""/>
        <dsp:cNvSpPr/>
      </dsp:nvSpPr>
      <dsp:spPr>
        <a:xfrm>
          <a:off x="6323216" y="1045320"/>
          <a:ext cx="1066720" cy="10667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654393-CFDC-49B1-B4F1-206A72AED585}">
      <dsp:nvSpPr>
        <dsp:cNvPr id="0" name=""/>
        <dsp:cNvSpPr/>
      </dsp:nvSpPr>
      <dsp:spPr>
        <a:xfrm>
          <a:off x="567133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Package management</a:t>
          </a:r>
        </a:p>
      </dsp:txBody>
      <dsp:txXfrm>
        <a:off x="5671332" y="2427484"/>
        <a:ext cx="2370489" cy="720000"/>
      </dsp:txXfrm>
    </dsp:sp>
    <dsp:sp modelId="{68D939BE-8B80-444B-819C-53AF8DE215E6}">
      <dsp:nvSpPr>
        <dsp:cNvPr id="0" name=""/>
        <dsp:cNvSpPr/>
      </dsp:nvSpPr>
      <dsp:spPr>
        <a:xfrm>
          <a:off x="9108541" y="1045320"/>
          <a:ext cx="1066720" cy="10667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293B60-7768-4021-B735-C316BBF65799}">
      <dsp:nvSpPr>
        <dsp:cNvPr id="0" name=""/>
        <dsp:cNvSpPr/>
      </dsp:nvSpPr>
      <dsp:spPr>
        <a:xfrm>
          <a:off x="845665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Service Management </a:t>
          </a:r>
        </a:p>
      </dsp:txBody>
      <dsp:txXfrm>
        <a:off x="8456657" y="2427484"/>
        <a:ext cx="2370489"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672CAB-7D59-43C9-AB4F-7A76E886AF0D}">
      <dsp:nvSpPr>
        <dsp:cNvPr id="0" name=""/>
        <dsp:cNvSpPr/>
      </dsp:nvSpPr>
      <dsp:spPr>
        <a:xfrm>
          <a:off x="1953914" y="52929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1D882B-10A9-4FB2-B018-59008CC22C9D}">
      <dsp:nvSpPr>
        <dsp:cNvPr id="0" name=""/>
        <dsp:cNvSpPr/>
      </dsp:nvSpPr>
      <dsp:spPr>
        <a:xfrm>
          <a:off x="765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90000"/>
            </a:lnSpc>
            <a:spcBef>
              <a:spcPct val="0"/>
            </a:spcBef>
            <a:spcAft>
              <a:spcPct val="35000"/>
            </a:spcAft>
            <a:buNone/>
          </a:pPr>
          <a:r>
            <a:rPr lang="en-US" sz="3200" kern="1200"/>
            <a:t>Command Mode</a:t>
          </a:r>
        </a:p>
      </dsp:txBody>
      <dsp:txXfrm>
        <a:off x="765914" y="2943510"/>
        <a:ext cx="4320000" cy="720000"/>
      </dsp:txXfrm>
    </dsp:sp>
    <dsp:sp modelId="{E0F592CE-8DFE-4F5B-AF7D-C06DE6D047D0}">
      <dsp:nvSpPr>
        <dsp:cNvPr id="0" name=""/>
        <dsp:cNvSpPr/>
      </dsp:nvSpPr>
      <dsp:spPr>
        <a:xfrm>
          <a:off x="7029914" y="52929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629EE3-90CB-4B73-A8D0-D21BF0F7933B}">
      <dsp:nvSpPr>
        <dsp:cNvPr id="0" name=""/>
        <dsp:cNvSpPr/>
      </dsp:nvSpPr>
      <dsp:spPr>
        <a:xfrm>
          <a:off x="5841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90000"/>
            </a:lnSpc>
            <a:spcBef>
              <a:spcPct val="0"/>
            </a:spcBef>
            <a:spcAft>
              <a:spcPct val="35000"/>
            </a:spcAft>
            <a:buNone/>
          </a:pPr>
          <a:r>
            <a:rPr lang="en-US" sz="3200" kern="1200" dirty="0"/>
            <a:t>Insert mode (edit mode)</a:t>
          </a:r>
        </a:p>
      </dsp:txBody>
      <dsp:txXfrm>
        <a:off x="5841914" y="2943510"/>
        <a:ext cx="4320000" cy="72000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6FABD0-6331-4C4D-AD8E-30E6DBD25D2B}" type="datetimeFigureOut">
              <a:rPr lang="en-US" smtClean="0"/>
              <a:t>2/22/26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65DD54-485F-934B-9A11-B2993FE9116F}" type="slidenum">
              <a:rPr lang="en-US" smtClean="0"/>
              <a:t>‹#›</a:t>
            </a:fld>
            <a:endParaRPr lang="en-US"/>
          </a:p>
        </p:txBody>
      </p:sp>
    </p:spTree>
    <p:extLst>
      <p:ext uri="{BB962C8B-B14F-4D97-AF65-F5344CB8AC3E}">
        <p14:creationId xmlns:p14="http://schemas.microsoft.com/office/powerpoint/2010/main" val="3795374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sudo</a:t>
            </a:r>
            <a:r>
              <a:rPr lang="en-US" dirty="0"/>
              <a:t> </a:t>
            </a:r>
            <a:r>
              <a:rPr lang="en-US" dirty="0" err="1"/>
              <a:t>useradd</a:t>
            </a:r>
            <a:r>
              <a:rPr lang="en-US" dirty="0"/>
              <a:t> -m -s /bin/bash </a:t>
            </a:r>
            <a:r>
              <a:rPr lang="en-US" dirty="0" err="1"/>
              <a:t>atul</a:t>
            </a:r>
            <a:endParaRPr lang="en-US" dirty="0"/>
          </a:p>
          <a:p>
            <a:r>
              <a:rPr lang="en-US" dirty="0" err="1"/>
              <a:t>sudo</a:t>
            </a:r>
            <a:r>
              <a:rPr lang="en-US" dirty="0"/>
              <a:t> passwd </a:t>
            </a:r>
            <a:r>
              <a:rPr lang="en-US" dirty="0" err="1"/>
              <a:t>atul</a:t>
            </a:r>
            <a:endParaRPr lang="en-US" dirty="0"/>
          </a:p>
          <a:p>
            <a:r>
              <a:rPr lang="en-US" dirty="0" err="1"/>
              <a:t>su</a:t>
            </a:r>
            <a:r>
              <a:rPr lang="en-US" dirty="0"/>
              <a:t> - </a:t>
            </a:r>
            <a:r>
              <a:rPr lang="en-US" dirty="0" err="1"/>
              <a:t>atul</a:t>
            </a:r>
            <a:endParaRPr lang="en-US" dirty="0"/>
          </a:p>
          <a:p>
            <a:r>
              <a:rPr lang="en-US" dirty="0"/>
              <a:t>--------------</a:t>
            </a:r>
            <a:br>
              <a:rPr lang="en-US" dirty="0"/>
            </a:br>
            <a:br>
              <a:rPr lang="en-US" dirty="0"/>
            </a:br>
            <a:r>
              <a:rPr lang="en-US" dirty="0" err="1"/>
              <a:t>sudo</a:t>
            </a:r>
            <a:r>
              <a:rPr lang="en-US" dirty="0"/>
              <a:t> </a:t>
            </a:r>
            <a:r>
              <a:rPr lang="en-US" dirty="0" err="1"/>
              <a:t>adduser</a:t>
            </a:r>
            <a:r>
              <a:rPr lang="en-US" dirty="0"/>
              <a:t> </a:t>
            </a:r>
            <a:r>
              <a:rPr lang="en-US" dirty="0" err="1"/>
              <a:t>atul</a:t>
            </a:r>
            <a:endParaRPr lang="en-US" dirty="0"/>
          </a:p>
          <a:p>
            <a:r>
              <a:rPr lang="en-US" dirty="0"/>
              <a:t>Adding user `</a:t>
            </a:r>
            <a:r>
              <a:rPr lang="en-US" dirty="0" err="1"/>
              <a:t>atul</a:t>
            </a:r>
            <a:r>
              <a:rPr lang="en-US" dirty="0"/>
              <a:t>' ...</a:t>
            </a:r>
          </a:p>
          <a:p>
            <a:r>
              <a:rPr lang="en-US" dirty="0"/>
              <a:t>Creating home directory `/home/</a:t>
            </a:r>
            <a:r>
              <a:rPr lang="en-US" dirty="0" err="1"/>
              <a:t>atul</a:t>
            </a:r>
            <a:r>
              <a:rPr lang="en-US" dirty="0"/>
              <a:t>' ...</a:t>
            </a:r>
          </a:p>
          <a:p>
            <a:r>
              <a:rPr lang="en-US" dirty="0"/>
              <a:t>Copying files from `/</a:t>
            </a:r>
            <a:r>
              <a:rPr lang="en-US" dirty="0" err="1"/>
              <a:t>etc</a:t>
            </a:r>
            <a:r>
              <a:rPr lang="en-US" dirty="0"/>
              <a:t>/</a:t>
            </a:r>
            <a:r>
              <a:rPr lang="en-US" dirty="0" err="1"/>
              <a:t>skel</a:t>
            </a:r>
            <a:r>
              <a:rPr lang="en-US" dirty="0"/>
              <a:t>' ...</a:t>
            </a:r>
          </a:p>
          <a:p>
            <a:r>
              <a:rPr lang="en-US" dirty="0"/>
              <a:t>New password:</a:t>
            </a:r>
          </a:p>
          <a:p>
            <a:r>
              <a:rPr lang="en-US" dirty="0"/>
              <a:t>Retype new password:</a:t>
            </a:r>
          </a:p>
          <a:p>
            <a:endParaRPr lang="en-US" dirty="0"/>
          </a:p>
          <a:p>
            <a:r>
              <a:rPr lang="en-US" dirty="0" err="1"/>
              <a:t>sudo</a:t>
            </a:r>
            <a:r>
              <a:rPr lang="en-US" dirty="0"/>
              <a:t> </a:t>
            </a:r>
            <a:r>
              <a:rPr lang="en-US" dirty="0" err="1"/>
              <a:t>usermod</a:t>
            </a:r>
            <a:r>
              <a:rPr lang="en-US" dirty="0"/>
              <a:t> -</a:t>
            </a:r>
            <a:r>
              <a:rPr lang="en-US" dirty="0" err="1"/>
              <a:t>aG</a:t>
            </a:r>
            <a:r>
              <a:rPr lang="en-US" dirty="0"/>
              <a:t> </a:t>
            </a:r>
            <a:r>
              <a:rPr lang="en-US" dirty="0" err="1"/>
              <a:t>sudo</a:t>
            </a:r>
            <a:r>
              <a:rPr lang="en-US" dirty="0"/>
              <a:t> </a:t>
            </a:r>
            <a:r>
              <a:rPr lang="en-US" dirty="0" err="1"/>
              <a:t>atul</a:t>
            </a:r>
            <a:endParaRPr lang="en-US" dirty="0"/>
          </a:p>
          <a:p>
            <a:endParaRPr lang="en-US" dirty="0"/>
          </a:p>
          <a:p>
            <a:r>
              <a:rPr lang="en-US" dirty="0"/>
              <a:t>----------------</a:t>
            </a:r>
          </a:p>
          <a:p>
            <a:endParaRPr lang="en-US" dirty="0"/>
          </a:p>
          <a:p>
            <a:r>
              <a:rPr lang="en-US" dirty="0"/>
              <a:t>ls -</a:t>
            </a:r>
            <a:r>
              <a:rPr lang="en-US" dirty="0" err="1"/>
              <a:t>ld</a:t>
            </a:r>
            <a:r>
              <a:rPr lang="en-US" dirty="0"/>
              <a:t> /home/</a:t>
            </a:r>
            <a:r>
              <a:rPr lang="en-US" dirty="0" err="1"/>
              <a:t>atul</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F165DD54-485F-934B-9A11-B2993FE9116F}" type="slidenum">
              <a:rPr lang="en-US" smtClean="0"/>
              <a:t>19</a:t>
            </a:fld>
            <a:endParaRPr lang="en-US"/>
          </a:p>
        </p:txBody>
      </p:sp>
    </p:spTree>
    <p:extLst>
      <p:ext uri="{BB962C8B-B14F-4D97-AF65-F5344CB8AC3E}">
        <p14:creationId xmlns:p14="http://schemas.microsoft.com/office/powerpoint/2010/main" val="4049437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65DD54-485F-934B-9A11-B2993FE9116F}" type="slidenum">
              <a:rPr lang="en-US" smtClean="0"/>
              <a:t>20</a:t>
            </a:fld>
            <a:endParaRPr lang="en-US"/>
          </a:p>
        </p:txBody>
      </p:sp>
    </p:spTree>
    <p:extLst>
      <p:ext uri="{BB962C8B-B14F-4D97-AF65-F5344CB8AC3E}">
        <p14:creationId xmlns:p14="http://schemas.microsoft.com/office/powerpoint/2010/main" val="1056742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Image source: Microsoft 365 content library
Package managers in Linux distributions streamline software installation, updates, and removal, ensuring system stability. They resolve software dependencies automatically, preventing conflicts and missing libraries. By centralizing management, package managers enhance security, simplify maintenance, and save users significant time compared to manual software handling.</a:t>
            </a:r>
          </a:p>
        </p:txBody>
      </p:sp>
      <p:sp>
        <p:nvSpPr>
          <p:cNvPr id="4" name="Slide Number Placeholder 3"/>
          <p:cNvSpPr>
            <a:spLocks noGrp="1"/>
          </p:cNvSpPr>
          <p:nvPr>
            <p:ph type="sldNum" sz="quarter" idx="5"/>
          </p:nvPr>
        </p:nvSpPr>
        <p:spPr/>
        <p:txBody>
          <a:bodyPr/>
          <a:lstStyle/>
          <a:p>
            <a:fld id="{F165DD54-485F-934B-9A11-B2993FE9116F}" type="slidenum">
              <a:rPr lang="en-US" smtClean="0"/>
              <a:t>25</a:t>
            </a:fld>
            <a:endParaRPr lang="en-US"/>
          </a:p>
        </p:txBody>
      </p:sp>
    </p:spTree>
    <p:extLst>
      <p:ext uri="{BB962C8B-B14F-4D97-AF65-F5344CB8AC3E}">
        <p14:creationId xmlns:p14="http://schemas.microsoft.com/office/powerpoint/2010/main" val="272516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Package managers help you install various software on the Linux system, and when you go through DevOps</a:t>
            </a:r>
          </a:p>
          <a:p>
            <a:r>
              <a:rPr lang="en-US" sz="1200" b="0" i="0" kern="1200" dirty="0">
                <a:solidFill>
                  <a:schemeClr val="tx1"/>
                </a:solidFill>
                <a:effectLst/>
                <a:latin typeface="+mn-lt"/>
                <a:ea typeface="+mn-ea"/>
                <a:cs typeface="+mn-cs"/>
              </a:rPr>
              <a:t>and cloud courses, you will install various software such as web servers, database servers, and DevOps</a:t>
            </a:r>
          </a:p>
          <a:p>
            <a:r>
              <a:rPr lang="en-US" sz="1200" b="0" i="0" kern="1200" dirty="0">
                <a:solidFill>
                  <a:schemeClr val="tx1"/>
                </a:solidFill>
                <a:effectLst/>
                <a:latin typeface="+mn-lt"/>
                <a:ea typeface="+mn-ea"/>
                <a:cs typeface="+mn-cs"/>
              </a:rPr>
              <a:t>tools or dependent </a:t>
            </a:r>
            <a:r>
              <a:rPr lang="en-US" sz="1200" b="0" i="0" kern="1200" dirty="0" err="1">
                <a:solidFill>
                  <a:schemeClr val="tx1"/>
                </a:solidFill>
                <a:effectLst/>
                <a:latin typeface="+mn-lt"/>
                <a:ea typeface="+mn-ea"/>
                <a:cs typeface="+mn-cs"/>
              </a:rPr>
              <a:t>softwares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And most of these are installed using package managers.</a:t>
            </a:r>
          </a:p>
          <a:p>
            <a:r>
              <a:rPr lang="en-US" sz="1200" b="0" i="0" kern="1200" dirty="0">
                <a:solidFill>
                  <a:schemeClr val="tx1"/>
                </a:solidFill>
                <a:effectLst/>
                <a:latin typeface="+mn-lt"/>
                <a:ea typeface="+mn-ea"/>
                <a:cs typeface="+mn-cs"/>
              </a:rPr>
              <a:t>Centos uses an RPM based package manager just like Red Hat Enterprise Linux or Fedora.</a:t>
            </a:r>
          </a:p>
          <a:p>
            <a:r>
              <a:rPr lang="en-US" sz="1200" b="0" i="0" kern="1200" dirty="0">
                <a:solidFill>
                  <a:schemeClr val="tx1"/>
                </a:solidFill>
                <a:effectLst/>
                <a:latin typeface="+mn-lt"/>
                <a:ea typeface="+mn-ea"/>
                <a:cs typeface="+mn-cs"/>
              </a:rPr>
              <a:t>RPM stands for Red Hat Package Manager.</a:t>
            </a:r>
          </a:p>
          <a:p>
            <a:r>
              <a:rPr lang="en-US" sz="1200" b="0" i="0" kern="1200" dirty="0">
                <a:solidFill>
                  <a:schemeClr val="tx1"/>
                </a:solidFill>
                <a:effectLst/>
                <a:latin typeface="+mn-lt"/>
                <a:ea typeface="+mn-ea"/>
                <a:cs typeface="+mn-cs"/>
              </a:rPr>
              <a:t>A software is packaged into a bundle with the extension. RPM.</a:t>
            </a:r>
          </a:p>
          <a:p>
            <a:r>
              <a:rPr lang="en-US" sz="1200" b="0" i="0" kern="1200" dirty="0">
                <a:solidFill>
                  <a:schemeClr val="tx1"/>
                </a:solidFill>
                <a:effectLst/>
                <a:latin typeface="+mn-lt"/>
                <a:ea typeface="+mn-ea"/>
                <a:cs typeface="+mn-cs"/>
              </a:rPr>
              <a:t>To install the package, use the RPM command and the Dash I option for install and specify the package</a:t>
            </a:r>
          </a:p>
          <a:p>
            <a:r>
              <a:rPr lang="en-US" sz="1200" b="0" i="0" kern="1200" dirty="0">
                <a:solidFill>
                  <a:schemeClr val="tx1"/>
                </a:solidFill>
                <a:effectLst/>
                <a:latin typeface="+mn-lt"/>
                <a:ea typeface="+mn-ea"/>
                <a:cs typeface="+mn-cs"/>
              </a:rPr>
              <a:t>name.</a:t>
            </a:r>
          </a:p>
          <a:p>
            <a:r>
              <a:rPr lang="en-US" sz="1200" b="0" i="0" kern="1200" dirty="0">
                <a:solidFill>
                  <a:schemeClr val="tx1"/>
                </a:solidFill>
                <a:effectLst/>
                <a:latin typeface="+mn-lt"/>
                <a:ea typeface="+mn-ea"/>
                <a:cs typeface="+mn-cs"/>
              </a:rPr>
              <a:t>To uninstall a package, use the Dash E option and to query the database and get details about an installed</a:t>
            </a:r>
          </a:p>
          <a:p>
            <a:r>
              <a:rPr lang="en-US" sz="1200" b="0" i="0" kern="1200" dirty="0">
                <a:solidFill>
                  <a:schemeClr val="tx1"/>
                </a:solidFill>
                <a:effectLst/>
                <a:latin typeface="+mn-lt"/>
                <a:ea typeface="+mn-ea"/>
                <a:cs typeface="+mn-cs"/>
              </a:rPr>
              <a:t>Package  use the Dash Q option.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RPM requires you to point it to the exact location where the RPM package is available.</a:t>
            </a:r>
          </a:p>
          <a:p>
            <a:r>
              <a:rPr lang="en-US" sz="1200" b="0" i="0" kern="1200" dirty="0">
                <a:solidFill>
                  <a:schemeClr val="tx1"/>
                </a:solidFill>
                <a:effectLst/>
                <a:latin typeface="+mn-lt"/>
                <a:ea typeface="+mn-ea"/>
                <a:cs typeface="+mn-cs"/>
              </a:rPr>
              <a:t>You then install that package on the system.</a:t>
            </a:r>
          </a:p>
          <a:p>
            <a:r>
              <a:rPr lang="en-US" sz="1200" b="0" i="0" kern="1200" dirty="0">
                <a:solidFill>
                  <a:schemeClr val="tx1"/>
                </a:solidFill>
                <a:effectLst/>
                <a:latin typeface="+mn-lt"/>
                <a:ea typeface="+mn-ea"/>
                <a:cs typeface="+mn-cs"/>
              </a:rPr>
              <a:t>It does not care about any dependencies that this package may have.</a:t>
            </a:r>
          </a:p>
          <a:p>
            <a:r>
              <a:rPr lang="en-US" sz="1200" b="0" i="0" kern="1200" dirty="0">
                <a:solidFill>
                  <a:schemeClr val="tx1"/>
                </a:solidFill>
                <a:effectLst/>
                <a:latin typeface="+mn-lt"/>
                <a:ea typeface="+mn-ea"/>
                <a:cs typeface="+mn-cs"/>
              </a:rPr>
              <a:t>For example, say you were installing another software like Ansible and it requires a Python and other</a:t>
            </a:r>
          </a:p>
          <a:p>
            <a:r>
              <a:rPr lang="en-US" sz="1200" b="0" i="0" kern="1200" dirty="0">
                <a:solidFill>
                  <a:schemeClr val="tx1"/>
                </a:solidFill>
                <a:effectLst/>
                <a:latin typeface="+mn-lt"/>
                <a:ea typeface="+mn-ea"/>
                <a:cs typeface="+mn-cs"/>
              </a:rPr>
              <a:t>dependent software.</a:t>
            </a:r>
          </a:p>
          <a:p>
            <a:r>
              <a:rPr lang="en-US" sz="1200" b="0" i="0" kern="1200" dirty="0">
                <a:solidFill>
                  <a:schemeClr val="tx1"/>
                </a:solidFill>
                <a:effectLst/>
                <a:latin typeface="+mn-lt"/>
                <a:ea typeface="+mn-ea"/>
                <a:cs typeface="+mn-cs"/>
              </a:rPr>
              <a:t>So simply installing Ansible with the RPM command would not take care of installing Python and other</a:t>
            </a:r>
          </a:p>
          <a:p>
            <a:r>
              <a:rPr lang="en-US" sz="1200" b="0" i="0" kern="1200" dirty="0">
                <a:solidFill>
                  <a:schemeClr val="tx1"/>
                </a:solidFill>
                <a:effectLst/>
                <a:latin typeface="+mn-lt"/>
                <a:ea typeface="+mn-ea"/>
                <a:cs typeface="+mn-cs"/>
              </a:rPr>
              <a:t>dependent libraries if they are not already installed.</a:t>
            </a:r>
          </a:p>
          <a:p>
            <a:r>
              <a:rPr lang="en-US" sz="1200" b="0" i="0" kern="1200" dirty="0">
                <a:solidFill>
                  <a:schemeClr val="tx1"/>
                </a:solidFill>
                <a:effectLst/>
                <a:latin typeface="+mn-lt"/>
                <a:ea typeface="+mn-ea"/>
                <a:cs typeface="+mn-cs"/>
              </a:rPr>
              <a:t>And that's why you need a solution that can make these easy for you.</a:t>
            </a:r>
          </a:p>
          <a:p>
            <a:r>
              <a:rPr lang="en-US" sz="1200" b="0" i="0" kern="1200" dirty="0">
                <a:solidFill>
                  <a:schemeClr val="tx1"/>
                </a:solidFill>
                <a:effectLst/>
                <a:latin typeface="+mn-lt"/>
                <a:ea typeface="+mn-ea"/>
                <a:cs typeface="+mn-cs"/>
              </a:rPr>
              <a:t>A single command that can query the package, find its location, and install all dependencies as well</a:t>
            </a:r>
          </a:p>
          <a:p>
            <a:r>
              <a:rPr lang="en-US" sz="1200" b="0" i="0" kern="1200" dirty="0">
                <a:solidFill>
                  <a:schemeClr val="tx1"/>
                </a:solidFill>
                <a:effectLst/>
                <a:latin typeface="+mn-lt"/>
                <a:ea typeface="+mn-ea"/>
                <a:cs typeface="+mn-cs"/>
              </a:rPr>
              <a:t>as the package itself.</a:t>
            </a:r>
          </a:p>
          <a:p>
            <a:r>
              <a:rPr lang="en-US" sz="1200" b="0" i="0" u="sng" kern="1200" dirty="0">
                <a:solidFill>
                  <a:schemeClr val="tx1"/>
                </a:solidFill>
                <a:effectLst/>
                <a:latin typeface="+mn-lt"/>
                <a:ea typeface="+mn-ea"/>
                <a:cs typeface="+mn-cs"/>
              </a:rPr>
              <a:t>That's where package managers like yum come into play.</a:t>
            </a:r>
          </a:p>
          <a:p>
            <a:endParaRPr lang="en-US" dirty="0"/>
          </a:p>
        </p:txBody>
      </p:sp>
      <p:sp>
        <p:nvSpPr>
          <p:cNvPr id="4" name="Slide Number Placeholder 3"/>
          <p:cNvSpPr>
            <a:spLocks noGrp="1"/>
          </p:cNvSpPr>
          <p:nvPr>
            <p:ph type="sldNum" sz="quarter" idx="5"/>
          </p:nvPr>
        </p:nvSpPr>
        <p:spPr/>
        <p:txBody>
          <a:bodyPr/>
          <a:lstStyle/>
          <a:p>
            <a:fld id="{F165DD54-485F-934B-9A11-B2993FE9116F}" type="slidenum">
              <a:rPr lang="en-US" smtClean="0"/>
              <a:t>26</a:t>
            </a:fld>
            <a:endParaRPr lang="en-US"/>
          </a:p>
        </p:txBody>
      </p:sp>
    </p:spTree>
    <p:extLst>
      <p:ext uri="{BB962C8B-B14F-4D97-AF65-F5344CB8AC3E}">
        <p14:creationId xmlns:p14="http://schemas.microsoft.com/office/powerpoint/2010/main" val="3345609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Yum searches software repositories that act as warehouses containing hundreds and thousands of RPM package files.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These repositories can be local that is installed on your laptop, for example, or on a remote location, either a secure server in your enterprise or available publicly in the internet.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Under the hood, yum still makes use of the RPM Package manager, so when you try to install a package using yum yum searches these repositories, finds the required packages and dependencies, and installs all of them in the right order.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what is this remote repository and how are packages stored there?</a:t>
            </a:r>
          </a:p>
          <a:p>
            <a:r>
              <a:rPr lang="en-US" sz="1200" b="0" i="0" kern="1200" dirty="0">
                <a:solidFill>
                  <a:schemeClr val="tx1"/>
                </a:solidFill>
                <a:effectLst/>
                <a:latin typeface="+mn-lt"/>
                <a:ea typeface="+mn-ea"/>
                <a:cs typeface="+mn-cs"/>
              </a:rPr>
              <a:t>Like how does yum find where a particular package is located?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information about the repository in a configuration file at path slash Etsy slash yum dot reposed directory. Every operating system comes bundled with its own set of repositories, from which you can install a lot of commonly used software and tools.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you might not need to edit the list of repositories, but at times the default set of repositories may not have the software you need or may not have the latest version of software that you need to install.</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in that case, you will need to configure additional repositories so that yum can find those packages. Instructions to configure additional repositories are usually made available along with the software itself, and we'll see an example of that.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to see the list of repositories available on a system, run the yum </a:t>
            </a:r>
            <a:r>
              <a:rPr lang="en-US" sz="1200" b="0" i="0" kern="1200" dirty="0" err="1">
                <a:solidFill>
                  <a:schemeClr val="tx1"/>
                </a:solidFill>
                <a:effectLst/>
                <a:latin typeface="+mn-lt"/>
                <a:ea typeface="+mn-ea"/>
                <a:cs typeface="+mn-cs"/>
              </a:rPr>
              <a:t>repolist</a:t>
            </a:r>
            <a:r>
              <a:rPr lang="en-US" sz="1200" b="0" i="0" kern="1200" dirty="0">
                <a:solidFill>
                  <a:schemeClr val="tx1"/>
                </a:solidFill>
                <a:effectLst/>
                <a:latin typeface="+mn-lt"/>
                <a:ea typeface="+mn-ea"/>
                <a:cs typeface="+mn-cs"/>
              </a:rPr>
              <a:t> command.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And here we see that there are a set of CentOS repositories, such as the base and extra repository, as well as MongoDB and MySQL ones.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listing the files under the Etsy Yum repos directory shows the files where these repositories are configured.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And if you look inside one of these files, you will see the URL of the location where all packages are stored.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Now if you visit this URL, you can see the RPM files that yum will eventually download and install on your local system with the RPM utility.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that's kind of how yum finds a package in this case, since we are relying on an existing yum repo on a CentOS, it takes us to an older version of Ansible, which happens to be version 2.4.</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 see a list of installed or available packages, run the yum list command.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Yum and followed by the package name if you want to search for a particular package. It provides the package name and version, and if it's an installed package or just an available package.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 remove an installed package, run the yum remove command followed by the package name, and to list all available versions of a package, run the yum list command, but this time with the show duplicates option.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 install a specific version of a package, run the yum install command with the package name, followed by a hyphen and the version of the package.</a:t>
            </a:r>
          </a:p>
          <a:p>
            <a:endParaRPr lang="en-US" dirty="0"/>
          </a:p>
        </p:txBody>
      </p:sp>
      <p:sp>
        <p:nvSpPr>
          <p:cNvPr id="4" name="Slide Number Placeholder 3"/>
          <p:cNvSpPr>
            <a:spLocks noGrp="1"/>
          </p:cNvSpPr>
          <p:nvPr>
            <p:ph type="sldNum" sz="quarter" idx="5"/>
          </p:nvPr>
        </p:nvSpPr>
        <p:spPr/>
        <p:txBody>
          <a:bodyPr/>
          <a:lstStyle/>
          <a:p>
            <a:fld id="{F165DD54-485F-934B-9A11-B2993FE9116F}" type="slidenum">
              <a:rPr lang="en-US" smtClean="0"/>
              <a:t>27</a:t>
            </a:fld>
            <a:endParaRPr lang="en-US"/>
          </a:p>
        </p:txBody>
      </p:sp>
    </p:spTree>
    <p:extLst>
      <p:ext uri="{BB962C8B-B14F-4D97-AF65-F5344CB8AC3E}">
        <p14:creationId xmlns:p14="http://schemas.microsoft.com/office/powerpoint/2010/main" val="12057478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65DD54-485F-934B-9A11-B2993FE9116F}" type="slidenum">
              <a:rPr lang="en-US" smtClean="0"/>
              <a:t>29</a:t>
            </a:fld>
            <a:endParaRPr lang="en-US"/>
          </a:p>
        </p:txBody>
      </p:sp>
    </p:spTree>
    <p:extLst>
      <p:ext uri="{BB962C8B-B14F-4D97-AF65-F5344CB8AC3E}">
        <p14:creationId xmlns:p14="http://schemas.microsoft.com/office/powerpoint/2010/main" val="1580760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apt update - Refresh package index before doing anything.</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apt search &lt;PACKAGE&gt;search for a package before installing it.</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apt show &lt;PACKAGE&gt; - Show details before installation.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apt install &lt;PACKAGE&gt; -y  - Install the package.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apt list –installed | grep &lt;PACKAGE&gt; - Verify installation.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Apt depends &lt;PACKAGE&gt; - show dependencies.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apt </a:t>
            </a:r>
            <a:r>
              <a:rPr lang="en-US" sz="1200" kern="1200" dirty="0" err="1">
                <a:solidFill>
                  <a:schemeClr val="tx1"/>
                </a:solidFill>
                <a:effectLst/>
                <a:latin typeface="+mn-lt"/>
                <a:ea typeface="+mn-ea"/>
                <a:cs typeface="+mn-cs"/>
              </a:rPr>
              <a:t>rdepends</a:t>
            </a:r>
            <a:r>
              <a:rPr lang="en-US" sz="1200" kern="1200" dirty="0">
                <a:solidFill>
                  <a:schemeClr val="tx1"/>
                </a:solidFill>
                <a:effectLst/>
                <a:latin typeface="+mn-lt"/>
                <a:ea typeface="+mn-ea"/>
                <a:cs typeface="+mn-cs"/>
              </a:rPr>
              <a:t> &lt;PACKAGE&gt; - Show reverse dependencies (who depends on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apt reinstall &lt;PACKAGE&gt; Demonstrate reinstalling.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apt install –only-upgrade &lt;PACKAGE&gt; - Show upgrading a single package.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apt remove &lt;PACKAGE&gt; - Remove the package but keep config files.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apt purge &lt;PACKAGE&gt; - Remove package + configuration files.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apt </a:t>
            </a:r>
            <a:r>
              <a:rPr lang="en-US" sz="1200" kern="1200" dirty="0" err="1">
                <a:solidFill>
                  <a:schemeClr val="tx1"/>
                </a:solidFill>
                <a:effectLst/>
                <a:latin typeface="+mn-lt"/>
                <a:ea typeface="+mn-ea"/>
                <a:cs typeface="+mn-cs"/>
              </a:rPr>
              <a:t>autoremove</a:t>
            </a:r>
            <a:r>
              <a:rPr lang="en-US" sz="1200" kern="1200" dirty="0">
                <a:solidFill>
                  <a:schemeClr val="tx1"/>
                </a:solidFill>
                <a:effectLst/>
                <a:latin typeface="+mn-lt"/>
                <a:ea typeface="+mn-ea"/>
                <a:cs typeface="+mn-cs"/>
              </a:rPr>
              <a:t> - Remove unused dependencies.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apt clean / apt </a:t>
            </a:r>
            <a:r>
              <a:rPr lang="en-US" sz="1200" kern="1200" dirty="0" err="1">
                <a:solidFill>
                  <a:schemeClr val="tx1"/>
                </a:solidFill>
                <a:effectLst/>
                <a:latin typeface="+mn-lt"/>
                <a:ea typeface="+mn-ea"/>
                <a:cs typeface="+mn-cs"/>
              </a:rPr>
              <a:t>autoclean</a:t>
            </a:r>
            <a:r>
              <a:rPr lang="en-US" sz="1200" kern="1200" dirty="0">
                <a:solidFill>
                  <a:schemeClr val="tx1"/>
                </a:solidFill>
                <a:effectLst/>
                <a:latin typeface="+mn-lt"/>
                <a:ea typeface="+mn-ea"/>
                <a:cs typeface="+mn-cs"/>
              </a:rPr>
              <a:t> - Clean cached package files.</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F165DD54-485F-934B-9A11-B2993FE9116F}" type="slidenum">
              <a:rPr lang="en-US" smtClean="0"/>
              <a:t>31</a:t>
            </a:fld>
            <a:endParaRPr lang="en-US"/>
          </a:p>
        </p:txBody>
      </p:sp>
    </p:spTree>
    <p:extLst>
      <p:ext uri="{BB962C8B-B14F-4D97-AF65-F5344CB8AC3E}">
        <p14:creationId xmlns:p14="http://schemas.microsoft.com/office/powerpoint/2010/main" val="285449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Once you install a software on servers, especially those that run in the background, such as web servers</a:t>
            </a:r>
          </a:p>
          <a:p>
            <a:r>
              <a:rPr lang="en-US" sz="1200" b="0" i="0" kern="1200" dirty="0">
                <a:solidFill>
                  <a:schemeClr val="tx1"/>
                </a:solidFill>
                <a:effectLst/>
                <a:latin typeface="+mn-lt"/>
                <a:ea typeface="+mn-ea"/>
                <a:cs typeface="+mn-cs"/>
              </a:rPr>
              <a:t>or database servers, you would need to make sure that those servers or services are running and that</a:t>
            </a:r>
          </a:p>
          <a:p>
            <a:r>
              <a:rPr lang="en-US" sz="1200" b="0" i="0" kern="1200" dirty="0">
                <a:solidFill>
                  <a:schemeClr val="tx1"/>
                </a:solidFill>
                <a:effectLst/>
                <a:latin typeface="+mn-lt"/>
                <a:ea typeface="+mn-ea"/>
                <a:cs typeface="+mn-cs"/>
              </a:rPr>
              <a:t>they stay running even after the servers are rebooted.</a:t>
            </a:r>
          </a:p>
          <a:p>
            <a:r>
              <a:rPr lang="en-US" sz="1200" b="0" i="0" kern="1200" dirty="0">
                <a:solidFill>
                  <a:schemeClr val="tx1"/>
                </a:solidFill>
                <a:effectLst/>
                <a:latin typeface="+mn-lt"/>
                <a:ea typeface="+mn-ea"/>
                <a:cs typeface="+mn-cs"/>
              </a:rPr>
              <a:t>And also you want to make sure that these servers are started in the right order, especially if there</a:t>
            </a:r>
          </a:p>
          <a:p>
            <a:r>
              <a:rPr lang="en-US" sz="1200" b="0" i="0" kern="1200" dirty="0">
                <a:solidFill>
                  <a:schemeClr val="tx1"/>
                </a:solidFill>
                <a:effectLst/>
                <a:latin typeface="+mn-lt"/>
                <a:ea typeface="+mn-ea"/>
                <a:cs typeface="+mn-cs"/>
              </a:rPr>
              <a:t>are multiple services available on the server and if they are kind of dependent on each other, you</a:t>
            </a:r>
          </a:p>
          <a:p>
            <a:r>
              <a:rPr lang="en-US" sz="1200" b="0" i="0" kern="1200" dirty="0">
                <a:solidFill>
                  <a:schemeClr val="tx1"/>
                </a:solidFill>
                <a:effectLst/>
                <a:latin typeface="+mn-lt"/>
                <a:ea typeface="+mn-ea"/>
                <a:cs typeface="+mn-cs"/>
              </a:rPr>
              <a:t>want to make sure that they all kind of start in the right order.</a:t>
            </a:r>
          </a:p>
          <a:p>
            <a:r>
              <a:rPr lang="en-US" sz="1200" b="0" i="0" kern="1200" dirty="0">
                <a:solidFill>
                  <a:schemeClr val="tx1"/>
                </a:solidFill>
                <a:effectLst/>
                <a:latin typeface="+mn-lt"/>
                <a:ea typeface="+mn-ea"/>
                <a:cs typeface="+mn-cs"/>
              </a:rPr>
              <a:t>So services in Linux help you configure software to run in the background and make sure that they run</a:t>
            </a:r>
          </a:p>
          <a:p>
            <a:r>
              <a:rPr lang="en-US" sz="1200" b="0" i="0" kern="1200" dirty="0">
                <a:solidFill>
                  <a:schemeClr val="tx1"/>
                </a:solidFill>
                <a:effectLst/>
                <a:latin typeface="+mn-lt"/>
                <a:ea typeface="+mn-ea"/>
                <a:cs typeface="+mn-cs"/>
              </a:rPr>
              <a:t>all the time automatically when servers are rebooted as well as they follow the right order of startup.</a:t>
            </a:r>
          </a:p>
          <a:p>
            <a:r>
              <a:rPr lang="en-US" sz="1200" b="0" i="0" kern="1200" dirty="0">
                <a:solidFill>
                  <a:schemeClr val="tx1"/>
                </a:solidFill>
                <a:effectLst/>
                <a:latin typeface="+mn-lt"/>
                <a:ea typeface="+mn-ea"/>
                <a:cs typeface="+mn-cs"/>
              </a:rPr>
              <a:t>When any software that runs as a service in the background is installed, such as a web server or database</a:t>
            </a:r>
          </a:p>
          <a:p>
            <a:r>
              <a:rPr lang="en-US" sz="1200" b="0" i="0" kern="1200" dirty="0">
                <a:solidFill>
                  <a:schemeClr val="tx1"/>
                </a:solidFill>
                <a:effectLst/>
                <a:latin typeface="+mn-lt"/>
                <a:ea typeface="+mn-ea"/>
                <a:cs typeface="+mn-cs"/>
              </a:rPr>
              <a:t>server or DevOps tools like Docker, they are automatically configured as a service on the system.</a:t>
            </a:r>
          </a:p>
          <a:p>
            <a:r>
              <a:rPr lang="en-US" sz="1200" b="0" i="0" kern="1200" dirty="0">
                <a:solidFill>
                  <a:schemeClr val="tx1"/>
                </a:solidFill>
                <a:effectLst/>
                <a:latin typeface="+mn-lt"/>
                <a:ea typeface="+mn-ea"/>
                <a:cs typeface="+mn-cs"/>
              </a:rPr>
              <a:t>To start that service, you run the service, start command and providing the service name, which happens</a:t>
            </a:r>
          </a:p>
          <a:p>
            <a:r>
              <a:rPr lang="en-US" sz="1200" b="0" i="0" kern="1200" dirty="0">
                <a:solidFill>
                  <a:schemeClr val="tx1"/>
                </a:solidFill>
                <a:effectLst/>
                <a:latin typeface="+mn-lt"/>
                <a:ea typeface="+mn-ea"/>
                <a:cs typeface="+mn-cs"/>
              </a:rPr>
              <a:t>to be in this case http ID.</a:t>
            </a:r>
          </a:p>
          <a:p>
            <a:r>
              <a:rPr lang="en-US" sz="1200" b="0" i="0" u="sng" kern="1200" dirty="0">
                <a:solidFill>
                  <a:schemeClr val="tx1"/>
                </a:solidFill>
                <a:effectLst/>
                <a:latin typeface="+mn-lt"/>
                <a:ea typeface="+mn-ea"/>
                <a:cs typeface="+mn-cs"/>
              </a:rPr>
              <a:t>So HTTP in this example is an Apache web server.</a:t>
            </a:r>
          </a:p>
          <a:p>
            <a:endParaRPr lang="en-US" dirty="0"/>
          </a:p>
        </p:txBody>
      </p:sp>
      <p:sp>
        <p:nvSpPr>
          <p:cNvPr id="4" name="Slide Number Placeholder 3"/>
          <p:cNvSpPr>
            <a:spLocks noGrp="1"/>
          </p:cNvSpPr>
          <p:nvPr>
            <p:ph type="sldNum" sz="quarter" idx="5"/>
          </p:nvPr>
        </p:nvSpPr>
        <p:spPr/>
        <p:txBody>
          <a:bodyPr/>
          <a:lstStyle/>
          <a:p>
            <a:fld id="{F165DD54-485F-934B-9A11-B2993FE9116F}" type="slidenum">
              <a:rPr lang="en-US" smtClean="0"/>
              <a:t>33</a:t>
            </a:fld>
            <a:endParaRPr lang="en-US"/>
          </a:p>
        </p:txBody>
      </p:sp>
    </p:spTree>
    <p:extLst>
      <p:ext uri="{BB962C8B-B14F-4D97-AF65-F5344CB8AC3E}">
        <p14:creationId xmlns:p14="http://schemas.microsoft.com/office/powerpoint/2010/main" val="3470388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kern="1200" dirty="0">
                <a:solidFill>
                  <a:schemeClr val="tx1"/>
                </a:solidFill>
                <a:effectLst/>
                <a:latin typeface="+mn-lt"/>
                <a:ea typeface="+mn-ea"/>
                <a:cs typeface="+mn-cs"/>
              </a:rPr>
              <a:t>the </a:t>
            </a:r>
            <a:r>
              <a:rPr lang="en-US" sz="1200" b="0" i="0" u="none" kern="1200" dirty="0" err="1">
                <a:solidFill>
                  <a:schemeClr val="tx1"/>
                </a:solidFill>
                <a:effectLst/>
                <a:latin typeface="+mn-lt"/>
                <a:ea typeface="+mn-ea"/>
                <a:cs typeface="+mn-cs"/>
              </a:rPr>
              <a:t>systemctl</a:t>
            </a:r>
            <a:r>
              <a:rPr lang="en-US" sz="1200" b="0" i="0" u="none" kern="1200" dirty="0">
                <a:solidFill>
                  <a:schemeClr val="tx1"/>
                </a:solidFill>
                <a:effectLst/>
                <a:latin typeface="+mn-lt"/>
                <a:ea typeface="+mn-ea"/>
                <a:cs typeface="+mn-cs"/>
              </a:rPr>
              <a:t> command line utility is used to manage the system services, so we</a:t>
            </a:r>
          </a:p>
          <a:p>
            <a:r>
              <a:rPr lang="en-US" sz="1200" b="0" i="0" kern="1200" dirty="0">
                <a:solidFill>
                  <a:schemeClr val="tx1"/>
                </a:solidFill>
                <a:effectLst/>
                <a:latin typeface="+mn-lt"/>
                <a:ea typeface="+mn-ea"/>
                <a:cs typeface="+mn-cs"/>
              </a:rPr>
              <a:t>must configure our program as a </a:t>
            </a:r>
            <a:r>
              <a:rPr lang="en-US" sz="1200" b="0" i="0" kern="1200" dirty="0" err="1">
                <a:solidFill>
                  <a:schemeClr val="tx1"/>
                </a:solidFill>
                <a:effectLst/>
                <a:latin typeface="+mn-lt"/>
                <a:ea typeface="+mn-ea"/>
                <a:cs typeface="+mn-cs"/>
              </a:rPr>
              <a:t>systemd</a:t>
            </a:r>
            <a:r>
              <a:rPr lang="en-US" sz="1200" b="0" i="0" kern="1200" dirty="0">
                <a:solidFill>
                  <a:schemeClr val="tx1"/>
                </a:solidFill>
                <a:effectLst/>
                <a:latin typeface="+mn-lt"/>
                <a:ea typeface="+mn-ea"/>
                <a:cs typeface="+mn-cs"/>
              </a:rPr>
              <a:t> service.</a:t>
            </a:r>
          </a:p>
          <a:p>
            <a:r>
              <a:rPr lang="en-US" sz="1200" b="0" i="0" kern="1200" dirty="0">
                <a:solidFill>
                  <a:schemeClr val="tx1"/>
                </a:solidFill>
                <a:effectLst/>
                <a:latin typeface="+mn-lt"/>
                <a:ea typeface="+mn-ea"/>
                <a:cs typeface="+mn-cs"/>
              </a:rPr>
              <a:t>So how do we do that?</a:t>
            </a:r>
          </a:p>
          <a:p>
            <a:endParaRPr lang="en-US" dirty="0"/>
          </a:p>
        </p:txBody>
      </p:sp>
      <p:sp>
        <p:nvSpPr>
          <p:cNvPr id="4" name="Slide Number Placeholder 3"/>
          <p:cNvSpPr>
            <a:spLocks noGrp="1"/>
          </p:cNvSpPr>
          <p:nvPr>
            <p:ph type="sldNum" sz="quarter" idx="5"/>
          </p:nvPr>
        </p:nvSpPr>
        <p:spPr/>
        <p:txBody>
          <a:bodyPr/>
          <a:lstStyle/>
          <a:p>
            <a:fld id="{F165DD54-485F-934B-9A11-B2993FE9116F}" type="slidenum">
              <a:rPr lang="en-US" smtClean="0"/>
              <a:t>34</a:t>
            </a:fld>
            <a:endParaRPr lang="en-US"/>
          </a:p>
        </p:txBody>
      </p:sp>
    </p:spTree>
    <p:extLst>
      <p:ext uri="{BB962C8B-B14F-4D97-AF65-F5344CB8AC3E}">
        <p14:creationId xmlns:p14="http://schemas.microsoft.com/office/powerpoint/2010/main" val="1161210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34E6E-E6C3-8E5A-7CF6-C1382450D4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6C6DB33-543E-CB2B-38F1-397A516955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F70052-C571-3B16-2545-420A74298972}"/>
              </a:ext>
            </a:extLst>
          </p:cNvPr>
          <p:cNvSpPr>
            <a:spLocks noGrp="1"/>
          </p:cNvSpPr>
          <p:nvPr>
            <p:ph type="dt" sz="half" idx="10"/>
          </p:nvPr>
        </p:nvSpPr>
        <p:spPr/>
        <p:txBody>
          <a:bodyPr/>
          <a:lstStyle/>
          <a:p>
            <a:r>
              <a:rPr lang="en-US" dirty="0"/>
              <a:t>1/1/2026</a:t>
            </a:r>
          </a:p>
        </p:txBody>
      </p:sp>
      <p:sp>
        <p:nvSpPr>
          <p:cNvPr id="5" name="Footer Placeholder 4">
            <a:extLst>
              <a:ext uri="{FF2B5EF4-FFF2-40B4-BE49-F238E27FC236}">
                <a16:creationId xmlns:a16="http://schemas.microsoft.com/office/drawing/2014/main" id="{46E9DCEB-6C97-DB20-EE3B-FFA03AA09028}"/>
              </a:ext>
            </a:extLst>
          </p:cNvPr>
          <p:cNvSpPr>
            <a:spLocks noGrp="1"/>
          </p:cNvSpPr>
          <p:nvPr>
            <p:ph type="ftr" sz="quarter" idx="11"/>
          </p:nvPr>
        </p:nvSpPr>
        <p:spPr/>
        <p:txBody>
          <a:bodyPr/>
          <a:lstStyle/>
          <a:p>
            <a:r>
              <a:rPr lang="en-US" dirty="0"/>
              <a:t>Author – Atul Matkawla</a:t>
            </a:r>
          </a:p>
        </p:txBody>
      </p:sp>
      <p:sp>
        <p:nvSpPr>
          <p:cNvPr id="6" name="Slide Number Placeholder 5">
            <a:extLst>
              <a:ext uri="{FF2B5EF4-FFF2-40B4-BE49-F238E27FC236}">
                <a16:creationId xmlns:a16="http://schemas.microsoft.com/office/drawing/2014/main" id="{51B09687-5539-06D6-01EE-2EE93C24A4AC}"/>
              </a:ext>
            </a:extLst>
          </p:cNvPr>
          <p:cNvSpPr>
            <a:spLocks noGrp="1"/>
          </p:cNvSpPr>
          <p:nvPr>
            <p:ph type="sldNum" sz="quarter" idx="12"/>
          </p:nvPr>
        </p:nvSpPr>
        <p:spPr/>
        <p:txBody>
          <a:bodyPr/>
          <a:lstStyle/>
          <a:p>
            <a:r>
              <a:rPr lang="en-US" dirty="0"/>
              <a:t>All rights reserved</a:t>
            </a:r>
            <a:fld id="{EF7002BC-154C-0F4A-A352-54FEE25CACEA}" type="slidenum">
              <a:rPr lang="en-US" smtClean="0"/>
              <a:t>‹#›</a:t>
            </a:fld>
            <a:r>
              <a:rPr lang="en-US" dirty="0"/>
              <a:t>@</a:t>
            </a:r>
            <a:r>
              <a:rPr lang="en-US" dirty="0" err="1"/>
              <a:t>QueNrix</a:t>
            </a:r>
            <a:endParaRPr lang="en-US" dirty="0"/>
          </a:p>
        </p:txBody>
      </p:sp>
    </p:spTree>
    <p:extLst>
      <p:ext uri="{BB962C8B-B14F-4D97-AF65-F5344CB8AC3E}">
        <p14:creationId xmlns:p14="http://schemas.microsoft.com/office/powerpoint/2010/main" val="1123933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CD15F-5E14-0A2B-1A7E-8BFEEDE7DAF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532C22A-53C1-0164-FE95-E84272F952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92683-5484-59B9-72B9-370E309E35A2}"/>
              </a:ext>
            </a:extLst>
          </p:cNvPr>
          <p:cNvSpPr>
            <a:spLocks noGrp="1"/>
          </p:cNvSpPr>
          <p:nvPr>
            <p:ph type="dt" sz="half" idx="10"/>
          </p:nvPr>
        </p:nvSpPr>
        <p:spPr/>
        <p:txBody>
          <a:bodyPr/>
          <a:lstStyle/>
          <a:p>
            <a:r>
              <a:rPr lang="en-US" dirty="0"/>
              <a:t>1/1/2026</a:t>
            </a:r>
          </a:p>
        </p:txBody>
      </p:sp>
      <p:sp>
        <p:nvSpPr>
          <p:cNvPr id="5" name="Footer Placeholder 4">
            <a:extLst>
              <a:ext uri="{FF2B5EF4-FFF2-40B4-BE49-F238E27FC236}">
                <a16:creationId xmlns:a16="http://schemas.microsoft.com/office/drawing/2014/main" id="{442C0EA8-6207-967F-1D77-6109536A80DD}"/>
              </a:ext>
            </a:extLst>
          </p:cNvPr>
          <p:cNvSpPr>
            <a:spLocks noGrp="1"/>
          </p:cNvSpPr>
          <p:nvPr>
            <p:ph type="ftr" sz="quarter" idx="11"/>
          </p:nvPr>
        </p:nvSpPr>
        <p:spPr/>
        <p:txBody>
          <a:bodyPr/>
          <a:lstStyle/>
          <a:p>
            <a:r>
              <a:rPr lang="en-US" dirty="0"/>
              <a:t>Atul Matkawla</a:t>
            </a:r>
          </a:p>
        </p:txBody>
      </p:sp>
      <p:sp>
        <p:nvSpPr>
          <p:cNvPr id="6" name="Slide Number Placeholder 5">
            <a:extLst>
              <a:ext uri="{FF2B5EF4-FFF2-40B4-BE49-F238E27FC236}">
                <a16:creationId xmlns:a16="http://schemas.microsoft.com/office/drawing/2014/main" id="{42009104-35C5-EFAC-63ED-13068A54DC72}"/>
              </a:ext>
            </a:extLst>
          </p:cNvPr>
          <p:cNvSpPr>
            <a:spLocks noGrp="1"/>
          </p:cNvSpPr>
          <p:nvPr>
            <p:ph type="sldNum" sz="quarter" idx="12"/>
          </p:nvPr>
        </p:nvSpPr>
        <p:spPr/>
        <p:txBody>
          <a:bodyPr/>
          <a:lstStyle/>
          <a:p>
            <a:r>
              <a:rPr lang="en-US" dirty="0"/>
              <a:t>All Right reserved</a:t>
            </a:r>
            <a:fld id="{EF7002BC-154C-0F4A-A352-54FEE25CACEA}" type="slidenum">
              <a:rPr lang="en-US" smtClean="0"/>
              <a:pPr/>
              <a:t>‹#›</a:t>
            </a:fld>
            <a:r>
              <a:rPr lang="en-US" dirty="0" err="1"/>
              <a:t>QueNrix</a:t>
            </a:r>
            <a:endParaRPr lang="en-US" dirty="0"/>
          </a:p>
        </p:txBody>
      </p:sp>
    </p:spTree>
    <p:extLst>
      <p:ext uri="{BB962C8B-B14F-4D97-AF65-F5344CB8AC3E}">
        <p14:creationId xmlns:p14="http://schemas.microsoft.com/office/powerpoint/2010/main" val="1845893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D1B75-2210-DA28-4EB0-DC9302582F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4E51A0-D486-6133-6153-25111238128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A3C3E2-4DD8-7539-2467-C0877B8C4CAE}"/>
              </a:ext>
            </a:extLst>
          </p:cNvPr>
          <p:cNvSpPr>
            <a:spLocks noGrp="1"/>
          </p:cNvSpPr>
          <p:nvPr>
            <p:ph type="dt" sz="half" idx="10"/>
          </p:nvPr>
        </p:nvSpPr>
        <p:spPr/>
        <p:txBody>
          <a:bodyPr/>
          <a:lstStyle/>
          <a:p>
            <a:r>
              <a:rPr lang="en-US" dirty="0"/>
              <a:t>1/1/2026</a:t>
            </a:r>
          </a:p>
        </p:txBody>
      </p:sp>
      <p:sp>
        <p:nvSpPr>
          <p:cNvPr id="5" name="Footer Placeholder 4">
            <a:extLst>
              <a:ext uri="{FF2B5EF4-FFF2-40B4-BE49-F238E27FC236}">
                <a16:creationId xmlns:a16="http://schemas.microsoft.com/office/drawing/2014/main" id="{38F7B66D-E364-BA76-6FB6-52CDA2636FB8}"/>
              </a:ext>
            </a:extLst>
          </p:cNvPr>
          <p:cNvSpPr>
            <a:spLocks noGrp="1"/>
          </p:cNvSpPr>
          <p:nvPr>
            <p:ph type="ftr" sz="quarter" idx="11"/>
          </p:nvPr>
        </p:nvSpPr>
        <p:spPr/>
        <p:txBody>
          <a:bodyPr/>
          <a:lstStyle/>
          <a:p>
            <a:r>
              <a:rPr lang="en-US" dirty="0"/>
              <a:t>Author – Atul Matkawla</a:t>
            </a:r>
          </a:p>
        </p:txBody>
      </p:sp>
      <p:sp>
        <p:nvSpPr>
          <p:cNvPr id="6" name="Slide Number Placeholder 5">
            <a:extLst>
              <a:ext uri="{FF2B5EF4-FFF2-40B4-BE49-F238E27FC236}">
                <a16:creationId xmlns:a16="http://schemas.microsoft.com/office/drawing/2014/main" id="{99401F03-BB82-B04A-0394-0ABA29A13B08}"/>
              </a:ext>
            </a:extLst>
          </p:cNvPr>
          <p:cNvSpPr>
            <a:spLocks noGrp="1"/>
          </p:cNvSpPr>
          <p:nvPr>
            <p:ph type="sldNum" sz="quarter" idx="12"/>
          </p:nvPr>
        </p:nvSpPr>
        <p:spPr/>
        <p:txBody>
          <a:bodyPr/>
          <a:lstStyle/>
          <a:p>
            <a:r>
              <a:rPr lang="en-US" dirty="0"/>
              <a:t>All Rights reserved</a:t>
            </a:r>
            <a:fld id="{EF7002BC-154C-0F4A-A352-54FEE25CACEA}" type="slidenum">
              <a:rPr lang="en-US" smtClean="0"/>
              <a:pPr/>
              <a:t>‹#›</a:t>
            </a:fld>
            <a:r>
              <a:rPr lang="en-US" dirty="0"/>
              <a:t>@</a:t>
            </a:r>
            <a:r>
              <a:rPr lang="en-US" dirty="0" err="1"/>
              <a:t>QueNrix</a:t>
            </a:r>
            <a:endParaRPr lang="en-US" dirty="0"/>
          </a:p>
        </p:txBody>
      </p:sp>
    </p:spTree>
    <p:extLst>
      <p:ext uri="{BB962C8B-B14F-4D97-AF65-F5344CB8AC3E}">
        <p14:creationId xmlns:p14="http://schemas.microsoft.com/office/powerpoint/2010/main" val="32887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FEB4E-538C-549C-38EE-3F6F158C33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95ECE0-6367-D3D5-0F01-C109FC2A58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CB3D30F-15B8-32A7-B09B-69DDF78C36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C9B1F0-09E6-CB18-FD2E-F8A136119546}"/>
              </a:ext>
            </a:extLst>
          </p:cNvPr>
          <p:cNvSpPr>
            <a:spLocks noGrp="1"/>
          </p:cNvSpPr>
          <p:nvPr>
            <p:ph type="dt" sz="half" idx="10"/>
          </p:nvPr>
        </p:nvSpPr>
        <p:spPr/>
        <p:txBody>
          <a:bodyPr/>
          <a:lstStyle/>
          <a:p>
            <a:r>
              <a:rPr lang="en-US" dirty="0"/>
              <a:t>1/1/2026</a:t>
            </a:r>
          </a:p>
        </p:txBody>
      </p:sp>
      <p:sp>
        <p:nvSpPr>
          <p:cNvPr id="6" name="Footer Placeholder 5">
            <a:extLst>
              <a:ext uri="{FF2B5EF4-FFF2-40B4-BE49-F238E27FC236}">
                <a16:creationId xmlns:a16="http://schemas.microsoft.com/office/drawing/2014/main" id="{F7996BB9-580A-5310-EFBE-E8FC17EFEA39}"/>
              </a:ext>
            </a:extLst>
          </p:cNvPr>
          <p:cNvSpPr>
            <a:spLocks noGrp="1"/>
          </p:cNvSpPr>
          <p:nvPr>
            <p:ph type="ftr" sz="quarter" idx="11"/>
          </p:nvPr>
        </p:nvSpPr>
        <p:spPr/>
        <p:txBody>
          <a:bodyPr/>
          <a:lstStyle/>
          <a:p>
            <a:r>
              <a:rPr lang="en-US" dirty="0"/>
              <a:t>Author – Atul Matkawla</a:t>
            </a:r>
          </a:p>
        </p:txBody>
      </p:sp>
      <p:sp>
        <p:nvSpPr>
          <p:cNvPr id="7" name="Slide Number Placeholder 6">
            <a:extLst>
              <a:ext uri="{FF2B5EF4-FFF2-40B4-BE49-F238E27FC236}">
                <a16:creationId xmlns:a16="http://schemas.microsoft.com/office/drawing/2014/main" id="{08C388AB-3909-9C2E-22ED-5C97B055A91D}"/>
              </a:ext>
            </a:extLst>
          </p:cNvPr>
          <p:cNvSpPr>
            <a:spLocks noGrp="1"/>
          </p:cNvSpPr>
          <p:nvPr>
            <p:ph type="sldNum" sz="quarter" idx="12"/>
          </p:nvPr>
        </p:nvSpPr>
        <p:spPr/>
        <p:txBody>
          <a:bodyPr/>
          <a:lstStyle/>
          <a:p>
            <a:r>
              <a:rPr lang="en-US" dirty="0"/>
              <a:t>All Rights reserved</a:t>
            </a:r>
            <a:fld id="{EF7002BC-154C-0F4A-A352-54FEE25CACEA}" type="slidenum">
              <a:rPr lang="en-US" smtClean="0"/>
              <a:pPr/>
              <a:t>‹#›</a:t>
            </a:fld>
            <a:r>
              <a:rPr lang="en-US" dirty="0"/>
              <a:t>@</a:t>
            </a:r>
            <a:r>
              <a:rPr lang="en-US" dirty="0" err="1"/>
              <a:t>QueNrix</a:t>
            </a:r>
            <a:endParaRPr lang="en-US" dirty="0"/>
          </a:p>
        </p:txBody>
      </p:sp>
    </p:spTree>
    <p:extLst>
      <p:ext uri="{BB962C8B-B14F-4D97-AF65-F5344CB8AC3E}">
        <p14:creationId xmlns:p14="http://schemas.microsoft.com/office/powerpoint/2010/main" val="3097000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C6285-541B-2A02-E5A9-CFDF81BE90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E0C93B-62DE-653A-6E04-22ADF354CA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0EA4E5-B544-6F0C-5EEE-5A0EED233E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7A15C8-E00A-197C-4CBE-690E766E04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563C5D-790C-D152-0055-32003C76E8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DFB995-B776-F6E5-B6B3-3B426228E548}"/>
              </a:ext>
            </a:extLst>
          </p:cNvPr>
          <p:cNvSpPr>
            <a:spLocks noGrp="1"/>
          </p:cNvSpPr>
          <p:nvPr>
            <p:ph type="dt" sz="half" idx="10"/>
          </p:nvPr>
        </p:nvSpPr>
        <p:spPr/>
        <p:txBody>
          <a:bodyPr/>
          <a:lstStyle/>
          <a:p>
            <a:r>
              <a:rPr lang="en-US" dirty="0"/>
              <a:t>1/1/2026</a:t>
            </a:r>
          </a:p>
        </p:txBody>
      </p:sp>
      <p:sp>
        <p:nvSpPr>
          <p:cNvPr id="8" name="Footer Placeholder 7">
            <a:extLst>
              <a:ext uri="{FF2B5EF4-FFF2-40B4-BE49-F238E27FC236}">
                <a16:creationId xmlns:a16="http://schemas.microsoft.com/office/drawing/2014/main" id="{7383EEB3-8526-6C67-9291-B25D802C188C}"/>
              </a:ext>
            </a:extLst>
          </p:cNvPr>
          <p:cNvSpPr>
            <a:spLocks noGrp="1"/>
          </p:cNvSpPr>
          <p:nvPr>
            <p:ph type="ftr" sz="quarter" idx="11"/>
          </p:nvPr>
        </p:nvSpPr>
        <p:spPr/>
        <p:txBody>
          <a:bodyPr/>
          <a:lstStyle/>
          <a:p>
            <a:r>
              <a:rPr lang="en-US" dirty="0"/>
              <a:t>Author – Atul Matkawla</a:t>
            </a:r>
          </a:p>
        </p:txBody>
      </p:sp>
      <p:sp>
        <p:nvSpPr>
          <p:cNvPr id="9" name="Slide Number Placeholder 8">
            <a:extLst>
              <a:ext uri="{FF2B5EF4-FFF2-40B4-BE49-F238E27FC236}">
                <a16:creationId xmlns:a16="http://schemas.microsoft.com/office/drawing/2014/main" id="{F58C1560-8EBE-0E7C-DF78-536E59ED6455}"/>
              </a:ext>
            </a:extLst>
          </p:cNvPr>
          <p:cNvSpPr>
            <a:spLocks noGrp="1"/>
          </p:cNvSpPr>
          <p:nvPr>
            <p:ph type="sldNum" sz="quarter" idx="12"/>
          </p:nvPr>
        </p:nvSpPr>
        <p:spPr/>
        <p:txBody>
          <a:bodyPr/>
          <a:lstStyle/>
          <a:p>
            <a:r>
              <a:rPr lang="en-US" dirty="0"/>
              <a:t>All Rights reserved</a:t>
            </a:r>
            <a:fld id="{EF7002BC-154C-0F4A-A352-54FEE25CACEA}" type="slidenum">
              <a:rPr lang="en-US" smtClean="0"/>
              <a:pPr/>
              <a:t>‹#›</a:t>
            </a:fld>
            <a:r>
              <a:rPr lang="en-US" dirty="0"/>
              <a:t>@</a:t>
            </a:r>
            <a:r>
              <a:rPr lang="en-US" dirty="0" err="1"/>
              <a:t>QueNrix</a:t>
            </a:r>
            <a:endParaRPr lang="en-US" dirty="0"/>
          </a:p>
        </p:txBody>
      </p:sp>
    </p:spTree>
    <p:extLst>
      <p:ext uri="{BB962C8B-B14F-4D97-AF65-F5344CB8AC3E}">
        <p14:creationId xmlns:p14="http://schemas.microsoft.com/office/powerpoint/2010/main" val="3739956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5A0D3-E310-8148-96A2-B920613BB5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6AE60C-DBA4-318E-681C-C254AFDDBDF4}"/>
              </a:ext>
            </a:extLst>
          </p:cNvPr>
          <p:cNvSpPr>
            <a:spLocks noGrp="1"/>
          </p:cNvSpPr>
          <p:nvPr>
            <p:ph type="dt" sz="half" idx="10"/>
          </p:nvPr>
        </p:nvSpPr>
        <p:spPr/>
        <p:txBody>
          <a:bodyPr/>
          <a:lstStyle/>
          <a:p>
            <a:r>
              <a:rPr lang="en-US" dirty="0"/>
              <a:t>1/1/2026</a:t>
            </a:r>
          </a:p>
        </p:txBody>
      </p:sp>
      <p:sp>
        <p:nvSpPr>
          <p:cNvPr id="4" name="Footer Placeholder 3">
            <a:extLst>
              <a:ext uri="{FF2B5EF4-FFF2-40B4-BE49-F238E27FC236}">
                <a16:creationId xmlns:a16="http://schemas.microsoft.com/office/drawing/2014/main" id="{3355A537-093D-693A-119A-E0B7D887024D}"/>
              </a:ext>
            </a:extLst>
          </p:cNvPr>
          <p:cNvSpPr>
            <a:spLocks noGrp="1"/>
          </p:cNvSpPr>
          <p:nvPr>
            <p:ph type="ftr" sz="quarter" idx="11"/>
          </p:nvPr>
        </p:nvSpPr>
        <p:spPr/>
        <p:txBody>
          <a:bodyPr/>
          <a:lstStyle/>
          <a:p>
            <a:r>
              <a:rPr lang="en-US"/>
              <a:t>Author – Atul Matkawla</a:t>
            </a:r>
            <a:endParaRPr lang="en-US" dirty="0"/>
          </a:p>
        </p:txBody>
      </p:sp>
      <p:sp>
        <p:nvSpPr>
          <p:cNvPr id="5" name="Slide Number Placeholder 4">
            <a:extLst>
              <a:ext uri="{FF2B5EF4-FFF2-40B4-BE49-F238E27FC236}">
                <a16:creationId xmlns:a16="http://schemas.microsoft.com/office/drawing/2014/main" id="{003FF86B-571C-8215-7D00-7A3FBAFCEFA3}"/>
              </a:ext>
            </a:extLst>
          </p:cNvPr>
          <p:cNvSpPr>
            <a:spLocks noGrp="1"/>
          </p:cNvSpPr>
          <p:nvPr>
            <p:ph type="sldNum" sz="quarter" idx="12"/>
          </p:nvPr>
        </p:nvSpPr>
        <p:spPr/>
        <p:txBody>
          <a:bodyPr/>
          <a:lstStyle/>
          <a:p>
            <a:r>
              <a:rPr lang="en-US" dirty="0"/>
              <a:t>All Rights reserved</a:t>
            </a:r>
            <a:fld id="{EF7002BC-154C-0F4A-A352-54FEE25CACEA}" type="slidenum">
              <a:rPr lang="en-US" smtClean="0"/>
              <a:t>‹#›</a:t>
            </a:fld>
            <a:r>
              <a:rPr lang="en-US" dirty="0"/>
              <a:t>@</a:t>
            </a:r>
            <a:r>
              <a:rPr lang="en-US" dirty="0" err="1"/>
              <a:t>QueNrix</a:t>
            </a:r>
            <a:endParaRPr lang="en-US" dirty="0"/>
          </a:p>
        </p:txBody>
      </p:sp>
    </p:spTree>
    <p:extLst>
      <p:ext uri="{BB962C8B-B14F-4D97-AF65-F5344CB8AC3E}">
        <p14:creationId xmlns:p14="http://schemas.microsoft.com/office/powerpoint/2010/main" val="2478194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ABE90-6133-FCC5-5BA0-BC37559E15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C7C4DB6-1049-8852-472D-8F7804E823F0}"/>
              </a:ext>
            </a:extLst>
          </p:cNvPr>
          <p:cNvSpPr>
            <a:spLocks noGrp="1"/>
          </p:cNvSpPr>
          <p:nvPr>
            <p:ph type="dt" sz="half" idx="10"/>
          </p:nvPr>
        </p:nvSpPr>
        <p:spPr/>
        <p:txBody>
          <a:bodyPr/>
          <a:lstStyle/>
          <a:p>
            <a:r>
              <a:rPr lang="en-US" dirty="0"/>
              <a:t>1/1/2026</a:t>
            </a:r>
          </a:p>
        </p:txBody>
      </p:sp>
      <p:sp>
        <p:nvSpPr>
          <p:cNvPr id="4" name="Footer Placeholder 3">
            <a:extLst>
              <a:ext uri="{FF2B5EF4-FFF2-40B4-BE49-F238E27FC236}">
                <a16:creationId xmlns:a16="http://schemas.microsoft.com/office/drawing/2014/main" id="{FA2501B1-1BC7-C3C4-7250-56554ECC7C43}"/>
              </a:ext>
            </a:extLst>
          </p:cNvPr>
          <p:cNvSpPr>
            <a:spLocks noGrp="1"/>
          </p:cNvSpPr>
          <p:nvPr>
            <p:ph type="ftr" sz="quarter" idx="11"/>
          </p:nvPr>
        </p:nvSpPr>
        <p:spPr/>
        <p:txBody>
          <a:bodyPr/>
          <a:lstStyle/>
          <a:p>
            <a:r>
              <a:rPr lang="en-US" dirty="0"/>
              <a:t>Author – Atul Matkawla</a:t>
            </a:r>
          </a:p>
        </p:txBody>
      </p:sp>
      <p:sp>
        <p:nvSpPr>
          <p:cNvPr id="5" name="Slide Number Placeholder 4">
            <a:extLst>
              <a:ext uri="{FF2B5EF4-FFF2-40B4-BE49-F238E27FC236}">
                <a16:creationId xmlns:a16="http://schemas.microsoft.com/office/drawing/2014/main" id="{C0D15E40-8129-AEB7-5CA3-F899770CDA56}"/>
              </a:ext>
            </a:extLst>
          </p:cNvPr>
          <p:cNvSpPr>
            <a:spLocks noGrp="1"/>
          </p:cNvSpPr>
          <p:nvPr>
            <p:ph type="sldNum" sz="quarter" idx="12"/>
          </p:nvPr>
        </p:nvSpPr>
        <p:spPr/>
        <p:txBody>
          <a:bodyPr/>
          <a:lstStyle/>
          <a:p>
            <a:r>
              <a:rPr lang="en-US" dirty="0"/>
              <a:t>All Rights reserved</a:t>
            </a:r>
            <a:fld id="{EF7002BC-154C-0F4A-A352-54FEE25CACEA}" type="slidenum">
              <a:rPr lang="en-US" smtClean="0"/>
              <a:pPr/>
              <a:t>‹#›</a:t>
            </a:fld>
            <a:r>
              <a:rPr lang="en-US" dirty="0"/>
              <a:t>@</a:t>
            </a:r>
            <a:r>
              <a:rPr lang="en-US" dirty="0" err="1"/>
              <a:t>QueNrix</a:t>
            </a:r>
            <a:endParaRPr lang="en-US" dirty="0"/>
          </a:p>
        </p:txBody>
      </p:sp>
    </p:spTree>
    <p:extLst>
      <p:ext uri="{BB962C8B-B14F-4D97-AF65-F5344CB8AC3E}">
        <p14:creationId xmlns:p14="http://schemas.microsoft.com/office/powerpoint/2010/main" val="1608728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E10B2A-1A8E-0B6F-4D21-35A5C0F3505C}"/>
              </a:ext>
            </a:extLst>
          </p:cNvPr>
          <p:cNvSpPr>
            <a:spLocks noGrp="1"/>
          </p:cNvSpPr>
          <p:nvPr>
            <p:ph type="dt" sz="half" idx="10"/>
          </p:nvPr>
        </p:nvSpPr>
        <p:spPr/>
        <p:txBody>
          <a:bodyPr/>
          <a:lstStyle/>
          <a:p>
            <a:r>
              <a:rPr lang="en-US" dirty="0"/>
              <a:t>1/1/2026</a:t>
            </a:r>
          </a:p>
        </p:txBody>
      </p:sp>
      <p:sp>
        <p:nvSpPr>
          <p:cNvPr id="3" name="Footer Placeholder 2">
            <a:extLst>
              <a:ext uri="{FF2B5EF4-FFF2-40B4-BE49-F238E27FC236}">
                <a16:creationId xmlns:a16="http://schemas.microsoft.com/office/drawing/2014/main" id="{409706A6-5D7B-E1C2-61A3-019A2F0EBB0A}"/>
              </a:ext>
            </a:extLst>
          </p:cNvPr>
          <p:cNvSpPr>
            <a:spLocks noGrp="1"/>
          </p:cNvSpPr>
          <p:nvPr>
            <p:ph type="ftr" sz="quarter" idx="11"/>
          </p:nvPr>
        </p:nvSpPr>
        <p:spPr/>
        <p:txBody>
          <a:bodyPr/>
          <a:lstStyle/>
          <a:p>
            <a:r>
              <a:rPr lang="en-US" dirty="0"/>
              <a:t>Author – Atul Matkawla</a:t>
            </a:r>
          </a:p>
        </p:txBody>
      </p:sp>
      <p:sp>
        <p:nvSpPr>
          <p:cNvPr id="4" name="Slide Number Placeholder 3">
            <a:extLst>
              <a:ext uri="{FF2B5EF4-FFF2-40B4-BE49-F238E27FC236}">
                <a16:creationId xmlns:a16="http://schemas.microsoft.com/office/drawing/2014/main" id="{AD12AA1B-7A1C-15F9-FDE7-B83FA4749CBB}"/>
              </a:ext>
            </a:extLst>
          </p:cNvPr>
          <p:cNvSpPr>
            <a:spLocks noGrp="1"/>
          </p:cNvSpPr>
          <p:nvPr>
            <p:ph type="sldNum" sz="quarter" idx="12"/>
          </p:nvPr>
        </p:nvSpPr>
        <p:spPr/>
        <p:txBody>
          <a:bodyPr/>
          <a:lstStyle/>
          <a:p>
            <a:r>
              <a:rPr lang="en-US" dirty="0"/>
              <a:t>All Rights reserved</a:t>
            </a:r>
            <a:fld id="{EF7002BC-154C-0F4A-A352-54FEE25CACEA}" type="slidenum">
              <a:rPr lang="en-US" smtClean="0"/>
              <a:pPr/>
              <a:t>‹#›</a:t>
            </a:fld>
            <a:r>
              <a:rPr lang="en-US" dirty="0"/>
              <a:t>@</a:t>
            </a:r>
            <a:r>
              <a:rPr lang="en-US" dirty="0" err="1"/>
              <a:t>QueNrix</a:t>
            </a:r>
            <a:endParaRPr lang="en-US" dirty="0"/>
          </a:p>
        </p:txBody>
      </p:sp>
    </p:spTree>
    <p:extLst>
      <p:ext uri="{BB962C8B-B14F-4D97-AF65-F5344CB8AC3E}">
        <p14:creationId xmlns:p14="http://schemas.microsoft.com/office/powerpoint/2010/main" val="450550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10434-9D64-4DB5-7657-F344B6597C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9C66CC-F434-B618-5AB5-3A6F5B3E69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9FD089-9D89-A75F-A9EF-AB66C929F4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77541D-47B3-4FE1-1FF6-3597D2D42DB7}"/>
              </a:ext>
            </a:extLst>
          </p:cNvPr>
          <p:cNvSpPr>
            <a:spLocks noGrp="1"/>
          </p:cNvSpPr>
          <p:nvPr>
            <p:ph type="dt" sz="half" idx="10"/>
          </p:nvPr>
        </p:nvSpPr>
        <p:spPr/>
        <p:txBody>
          <a:bodyPr/>
          <a:lstStyle/>
          <a:p>
            <a:r>
              <a:rPr lang="en-US" dirty="0"/>
              <a:t>1/1/2026</a:t>
            </a:r>
          </a:p>
        </p:txBody>
      </p:sp>
      <p:sp>
        <p:nvSpPr>
          <p:cNvPr id="6" name="Footer Placeholder 5">
            <a:extLst>
              <a:ext uri="{FF2B5EF4-FFF2-40B4-BE49-F238E27FC236}">
                <a16:creationId xmlns:a16="http://schemas.microsoft.com/office/drawing/2014/main" id="{EFFE7177-1893-101C-423C-C9EA73742DB3}"/>
              </a:ext>
            </a:extLst>
          </p:cNvPr>
          <p:cNvSpPr>
            <a:spLocks noGrp="1"/>
          </p:cNvSpPr>
          <p:nvPr>
            <p:ph type="ftr" sz="quarter" idx="11"/>
          </p:nvPr>
        </p:nvSpPr>
        <p:spPr/>
        <p:txBody>
          <a:bodyPr/>
          <a:lstStyle/>
          <a:p>
            <a:r>
              <a:rPr lang="en-US" dirty="0"/>
              <a:t>Author – Atul Matkawla</a:t>
            </a:r>
          </a:p>
        </p:txBody>
      </p:sp>
      <p:sp>
        <p:nvSpPr>
          <p:cNvPr id="7" name="Slide Number Placeholder 6">
            <a:extLst>
              <a:ext uri="{FF2B5EF4-FFF2-40B4-BE49-F238E27FC236}">
                <a16:creationId xmlns:a16="http://schemas.microsoft.com/office/drawing/2014/main" id="{2859413E-C561-6B71-68FF-18F21D8B3BD6}"/>
              </a:ext>
            </a:extLst>
          </p:cNvPr>
          <p:cNvSpPr>
            <a:spLocks noGrp="1"/>
          </p:cNvSpPr>
          <p:nvPr>
            <p:ph type="sldNum" sz="quarter" idx="12"/>
          </p:nvPr>
        </p:nvSpPr>
        <p:spPr/>
        <p:txBody>
          <a:bodyPr/>
          <a:lstStyle/>
          <a:p>
            <a:r>
              <a:rPr lang="en-US" dirty="0"/>
              <a:t>All Rights reserved</a:t>
            </a:r>
            <a:fld id="{EF7002BC-154C-0F4A-A352-54FEE25CACEA}" type="slidenum">
              <a:rPr lang="en-US" smtClean="0"/>
              <a:pPr/>
              <a:t>‹#›</a:t>
            </a:fld>
            <a:r>
              <a:rPr lang="en-US" dirty="0"/>
              <a:t>@</a:t>
            </a:r>
            <a:r>
              <a:rPr lang="en-US" dirty="0" err="1"/>
              <a:t>QueNrix</a:t>
            </a:r>
            <a:endParaRPr lang="en-US" dirty="0"/>
          </a:p>
        </p:txBody>
      </p:sp>
    </p:spTree>
    <p:extLst>
      <p:ext uri="{BB962C8B-B14F-4D97-AF65-F5344CB8AC3E}">
        <p14:creationId xmlns:p14="http://schemas.microsoft.com/office/powerpoint/2010/main" val="1415176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29DBF-FD64-2784-AB50-ED99CC45A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AC07931-69EE-50E9-FA97-28D7341FBB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9201DF7-A438-90FE-E699-BEF5D751E5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6D9848-D4BB-BF24-0569-AE0672BCD54A}"/>
              </a:ext>
            </a:extLst>
          </p:cNvPr>
          <p:cNvSpPr>
            <a:spLocks noGrp="1"/>
          </p:cNvSpPr>
          <p:nvPr>
            <p:ph type="dt" sz="half" idx="10"/>
          </p:nvPr>
        </p:nvSpPr>
        <p:spPr/>
        <p:txBody>
          <a:bodyPr/>
          <a:lstStyle/>
          <a:p>
            <a:r>
              <a:rPr lang="en-US" dirty="0"/>
              <a:t>1/1/2026</a:t>
            </a:r>
          </a:p>
        </p:txBody>
      </p:sp>
      <p:sp>
        <p:nvSpPr>
          <p:cNvPr id="6" name="Footer Placeholder 5">
            <a:extLst>
              <a:ext uri="{FF2B5EF4-FFF2-40B4-BE49-F238E27FC236}">
                <a16:creationId xmlns:a16="http://schemas.microsoft.com/office/drawing/2014/main" id="{1CB297EF-41AE-3063-1350-1E694956F9A3}"/>
              </a:ext>
            </a:extLst>
          </p:cNvPr>
          <p:cNvSpPr>
            <a:spLocks noGrp="1"/>
          </p:cNvSpPr>
          <p:nvPr>
            <p:ph type="ftr" sz="quarter" idx="11"/>
          </p:nvPr>
        </p:nvSpPr>
        <p:spPr/>
        <p:txBody>
          <a:bodyPr/>
          <a:lstStyle/>
          <a:p>
            <a:r>
              <a:rPr lang="en-US" dirty="0"/>
              <a:t>Author – Atul Matkawla</a:t>
            </a:r>
          </a:p>
        </p:txBody>
      </p:sp>
      <p:sp>
        <p:nvSpPr>
          <p:cNvPr id="7" name="Slide Number Placeholder 6">
            <a:extLst>
              <a:ext uri="{FF2B5EF4-FFF2-40B4-BE49-F238E27FC236}">
                <a16:creationId xmlns:a16="http://schemas.microsoft.com/office/drawing/2014/main" id="{39E01999-94FF-DE54-B637-616756C783FD}"/>
              </a:ext>
            </a:extLst>
          </p:cNvPr>
          <p:cNvSpPr>
            <a:spLocks noGrp="1"/>
          </p:cNvSpPr>
          <p:nvPr>
            <p:ph type="sldNum" sz="quarter" idx="12"/>
          </p:nvPr>
        </p:nvSpPr>
        <p:spPr/>
        <p:txBody>
          <a:bodyPr/>
          <a:lstStyle/>
          <a:p>
            <a:r>
              <a:rPr lang="en-US" dirty="0"/>
              <a:t>All Rights reserved</a:t>
            </a:r>
            <a:fld id="{EF7002BC-154C-0F4A-A352-54FEE25CACEA}" type="slidenum">
              <a:rPr lang="en-US" smtClean="0"/>
              <a:pPr/>
              <a:t>‹#›</a:t>
            </a:fld>
            <a:r>
              <a:rPr lang="en-US" dirty="0"/>
              <a:t>@</a:t>
            </a:r>
            <a:r>
              <a:rPr lang="en-US" dirty="0" err="1"/>
              <a:t>QueNrix</a:t>
            </a:r>
            <a:endParaRPr lang="en-US" dirty="0"/>
          </a:p>
        </p:txBody>
      </p:sp>
    </p:spTree>
    <p:extLst>
      <p:ext uri="{BB962C8B-B14F-4D97-AF65-F5344CB8AC3E}">
        <p14:creationId xmlns:p14="http://schemas.microsoft.com/office/powerpoint/2010/main" val="925840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2F7EA-8197-F24C-A038-CC78F864C9A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C9A87AC-A13E-4D6A-064E-1134F2078C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FBFB3E-520F-17CE-A61C-182780B7273B}"/>
              </a:ext>
            </a:extLst>
          </p:cNvPr>
          <p:cNvSpPr>
            <a:spLocks noGrp="1"/>
          </p:cNvSpPr>
          <p:nvPr>
            <p:ph type="dt" sz="half" idx="10"/>
          </p:nvPr>
        </p:nvSpPr>
        <p:spPr/>
        <p:txBody>
          <a:bodyPr/>
          <a:lstStyle/>
          <a:p>
            <a:r>
              <a:rPr lang="en-US" dirty="0"/>
              <a:t>1/1/2026</a:t>
            </a:r>
          </a:p>
        </p:txBody>
      </p:sp>
      <p:sp>
        <p:nvSpPr>
          <p:cNvPr id="5" name="Footer Placeholder 4">
            <a:extLst>
              <a:ext uri="{FF2B5EF4-FFF2-40B4-BE49-F238E27FC236}">
                <a16:creationId xmlns:a16="http://schemas.microsoft.com/office/drawing/2014/main" id="{754EFE90-9BA6-95AC-2E4A-6629071009CD}"/>
              </a:ext>
            </a:extLst>
          </p:cNvPr>
          <p:cNvSpPr>
            <a:spLocks noGrp="1"/>
          </p:cNvSpPr>
          <p:nvPr>
            <p:ph type="ftr" sz="quarter" idx="11"/>
          </p:nvPr>
        </p:nvSpPr>
        <p:spPr/>
        <p:txBody>
          <a:bodyPr/>
          <a:lstStyle/>
          <a:p>
            <a:r>
              <a:rPr lang="en-US" dirty="0"/>
              <a:t>Author – Atul Matkawla</a:t>
            </a:r>
          </a:p>
        </p:txBody>
      </p:sp>
      <p:sp>
        <p:nvSpPr>
          <p:cNvPr id="6" name="Slide Number Placeholder 5">
            <a:extLst>
              <a:ext uri="{FF2B5EF4-FFF2-40B4-BE49-F238E27FC236}">
                <a16:creationId xmlns:a16="http://schemas.microsoft.com/office/drawing/2014/main" id="{F76C6A7B-E511-A313-C7AE-94F6055A5C65}"/>
              </a:ext>
            </a:extLst>
          </p:cNvPr>
          <p:cNvSpPr>
            <a:spLocks noGrp="1"/>
          </p:cNvSpPr>
          <p:nvPr>
            <p:ph type="sldNum" sz="quarter" idx="12"/>
          </p:nvPr>
        </p:nvSpPr>
        <p:spPr/>
        <p:txBody>
          <a:bodyPr/>
          <a:lstStyle/>
          <a:p>
            <a:r>
              <a:rPr lang="en-US" dirty="0"/>
              <a:t>All Rights reserved</a:t>
            </a:r>
            <a:fld id="{EF7002BC-154C-0F4A-A352-54FEE25CACEA}" type="slidenum">
              <a:rPr lang="en-US" smtClean="0"/>
              <a:pPr/>
              <a:t>‹#›</a:t>
            </a:fld>
            <a:r>
              <a:rPr lang="en-US" dirty="0"/>
              <a:t>@</a:t>
            </a:r>
            <a:r>
              <a:rPr lang="en-US" dirty="0" err="1"/>
              <a:t>QueNrix</a:t>
            </a:r>
            <a:endParaRPr lang="en-US" dirty="0"/>
          </a:p>
        </p:txBody>
      </p:sp>
    </p:spTree>
    <p:extLst>
      <p:ext uri="{BB962C8B-B14F-4D97-AF65-F5344CB8AC3E}">
        <p14:creationId xmlns:p14="http://schemas.microsoft.com/office/powerpoint/2010/main" val="42589357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AA41EA-AFCB-89AF-5DC4-533FB8F1690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17B165-D305-F842-FFDE-F9BA75F5E3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76259-327E-950B-4BA5-6C15CB4D34AB}"/>
              </a:ext>
            </a:extLst>
          </p:cNvPr>
          <p:cNvSpPr>
            <a:spLocks noGrp="1"/>
          </p:cNvSpPr>
          <p:nvPr>
            <p:ph type="dt" sz="half" idx="10"/>
          </p:nvPr>
        </p:nvSpPr>
        <p:spPr/>
        <p:txBody>
          <a:bodyPr/>
          <a:lstStyle/>
          <a:p>
            <a:r>
              <a:rPr lang="en-US" dirty="0"/>
              <a:t>1/1/2026</a:t>
            </a:r>
          </a:p>
        </p:txBody>
      </p:sp>
      <p:sp>
        <p:nvSpPr>
          <p:cNvPr id="5" name="Footer Placeholder 4">
            <a:extLst>
              <a:ext uri="{FF2B5EF4-FFF2-40B4-BE49-F238E27FC236}">
                <a16:creationId xmlns:a16="http://schemas.microsoft.com/office/drawing/2014/main" id="{66C51E1B-1EC3-F94F-ADF3-18358C273379}"/>
              </a:ext>
            </a:extLst>
          </p:cNvPr>
          <p:cNvSpPr>
            <a:spLocks noGrp="1"/>
          </p:cNvSpPr>
          <p:nvPr>
            <p:ph type="ftr" sz="quarter" idx="11"/>
          </p:nvPr>
        </p:nvSpPr>
        <p:spPr/>
        <p:txBody>
          <a:bodyPr/>
          <a:lstStyle/>
          <a:p>
            <a:r>
              <a:rPr lang="en-US" dirty="0"/>
              <a:t>Author – Atul Matkawla</a:t>
            </a:r>
          </a:p>
        </p:txBody>
      </p:sp>
      <p:sp>
        <p:nvSpPr>
          <p:cNvPr id="6" name="Slide Number Placeholder 5">
            <a:extLst>
              <a:ext uri="{FF2B5EF4-FFF2-40B4-BE49-F238E27FC236}">
                <a16:creationId xmlns:a16="http://schemas.microsoft.com/office/drawing/2014/main" id="{7BC8AE34-C1E1-30DA-F777-D34BF71D2F51}"/>
              </a:ext>
            </a:extLst>
          </p:cNvPr>
          <p:cNvSpPr>
            <a:spLocks noGrp="1"/>
          </p:cNvSpPr>
          <p:nvPr>
            <p:ph type="sldNum" sz="quarter" idx="12"/>
          </p:nvPr>
        </p:nvSpPr>
        <p:spPr/>
        <p:txBody>
          <a:bodyPr/>
          <a:lstStyle/>
          <a:p>
            <a:r>
              <a:rPr lang="en-US" dirty="0"/>
              <a:t>All Rights reserved</a:t>
            </a:r>
            <a:fld id="{EF7002BC-154C-0F4A-A352-54FEE25CACEA}" type="slidenum">
              <a:rPr lang="en-US" smtClean="0"/>
              <a:pPr/>
              <a:t>‹#›</a:t>
            </a:fld>
            <a:r>
              <a:rPr lang="en-US" dirty="0"/>
              <a:t>@</a:t>
            </a:r>
            <a:r>
              <a:rPr lang="en-US" dirty="0" err="1"/>
              <a:t>QueNrix</a:t>
            </a:r>
            <a:endParaRPr lang="en-US" dirty="0"/>
          </a:p>
        </p:txBody>
      </p:sp>
    </p:spTree>
    <p:extLst>
      <p:ext uri="{BB962C8B-B14F-4D97-AF65-F5344CB8AC3E}">
        <p14:creationId xmlns:p14="http://schemas.microsoft.com/office/powerpoint/2010/main" val="2333501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
              <a:schemeClr val="accent2">
                <a:alpha val="84000"/>
                <a:lumMod val="0"/>
                <a:lumOff val="100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9FA5-89A4-BCF2-97E2-68287290AF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5E31EF-0BA2-234B-222F-D1143180F3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69FD53-4CF0-63F1-C21C-0990B3AA83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dirty="0"/>
              <a:t>1/1/2026</a:t>
            </a:r>
          </a:p>
        </p:txBody>
      </p:sp>
      <p:sp>
        <p:nvSpPr>
          <p:cNvPr id="5" name="Footer Placeholder 4">
            <a:extLst>
              <a:ext uri="{FF2B5EF4-FFF2-40B4-BE49-F238E27FC236}">
                <a16:creationId xmlns:a16="http://schemas.microsoft.com/office/drawing/2014/main" id="{CD75BE90-A488-B348-D4BC-50B94068DFDB}"/>
              </a:ext>
            </a:extLst>
          </p:cNvPr>
          <p:cNvSpPr>
            <a:spLocks noGrp="1"/>
          </p:cNvSpPr>
          <p:nvPr>
            <p:ph type="ftr" sz="quarter" idx="3"/>
          </p:nvPr>
        </p:nvSpPr>
        <p:spPr>
          <a:xfrm>
            <a:off x="3773556"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Author – Atul Matkawla</a:t>
            </a:r>
          </a:p>
        </p:txBody>
      </p:sp>
      <p:sp>
        <p:nvSpPr>
          <p:cNvPr id="6" name="Slide Number Placeholder 5">
            <a:extLst>
              <a:ext uri="{FF2B5EF4-FFF2-40B4-BE49-F238E27FC236}">
                <a16:creationId xmlns:a16="http://schemas.microsoft.com/office/drawing/2014/main" id="{854D0769-9079-D6D1-531B-A9EE523F4BCB}"/>
              </a:ext>
            </a:extLst>
          </p:cNvPr>
          <p:cNvSpPr>
            <a:spLocks noGrp="1"/>
          </p:cNvSpPr>
          <p:nvPr>
            <p:ph type="sldNum" sz="quarter" idx="4"/>
          </p:nvPr>
        </p:nvSpPr>
        <p:spPr>
          <a:xfrm>
            <a:off x="8080512"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r>
              <a:rPr lang="en-US" dirty="0"/>
              <a:t>All Rights reserved</a:t>
            </a:r>
            <a:fld id="{EF7002BC-154C-0F4A-A352-54FEE25CACEA}" type="slidenum">
              <a:rPr lang="en-US" smtClean="0"/>
              <a:t>‹#›</a:t>
            </a:fld>
            <a:r>
              <a:rPr lang="en-US" dirty="0"/>
              <a:t>@</a:t>
            </a:r>
            <a:r>
              <a:rPr lang="en-US" dirty="0" err="1"/>
              <a:t>QueNrix</a:t>
            </a:r>
            <a:endParaRPr lang="en-US" dirty="0"/>
          </a:p>
        </p:txBody>
      </p:sp>
      <p:pic>
        <p:nvPicPr>
          <p:cNvPr id="9" name="Picture 8" descr="A logo with white letters and yellow dots&#10;&#10;AI-generated content may be incorrect.">
            <a:extLst>
              <a:ext uri="{FF2B5EF4-FFF2-40B4-BE49-F238E27FC236}">
                <a16:creationId xmlns:a16="http://schemas.microsoft.com/office/drawing/2014/main" id="{66EA858F-4C07-D783-C3F3-3EE911F2AC83}"/>
              </a:ext>
            </a:extLst>
          </p:cNvPr>
          <p:cNvPicPr>
            <a:picLocks noChangeAspect="1"/>
          </p:cNvPicPr>
          <p:nvPr userDrawn="1"/>
        </p:nvPicPr>
        <p:blipFill>
          <a:blip r:embed="rId14"/>
          <a:stretch>
            <a:fillRect/>
          </a:stretch>
        </p:blipFill>
        <p:spPr>
          <a:xfrm>
            <a:off x="11042926" y="5708926"/>
            <a:ext cx="1149074" cy="1149074"/>
          </a:xfrm>
          <a:prstGeom prst="rect">
            <a:avLst/>
          </a:prstGeom>
        </p:spPr>
      </p:pic>
    </p:spTree>
    <p:extLst>
      <p:ext uri="{BB962C8B-B14F-4D97-AF65-F5344CB8AC3E}">
        <p14:creationId xmlns:p14="http://schemas.microsoft.com/office/powerpoint/2010/main" val="26329766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0"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hyperlink" Target="https://freepngimg.com/png/69421-logo-distribution-ubuntu-unix-linux-hd-image-free-png" TargetMode="External"/><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hyperlink" Target="https://data.stackexchange.com/stackoverflow/query/715250/find-stack-overflow-users-in-your-city-with-user-links-with-their-score-for-one" TargetMode="External"/><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hyperlink" Target="https://blog.csanchez.org/category/development/devops/" TargetMode="External"/><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hyperlink" Target="https://www.ks7000.net.ve/2020/11/22/ansible-instalacion-de-git-en-un-servidor-remoto/" TargetMode="External"/><Relationship Id="rId10" Type="http://schemas.openxmlformats.org/officeDocument/2006/relationships/image" Target="../media/image11.png"/><Relationship Id="rId4" Type="http://schemas.openxmlformats.org/officeDocument/2006/relationships/image" Target="../media/image7.png"/><Relationship Id="rId9" Type="http://schemas.openxmlformats.org/officeDocument/2006/relationships/hyperlink" Target="https://devopedia.org/kubernetes" TargetMode="Externa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diagramLayout" Target="../diagrams/layout4.xml"/><Relationship Id="rId7" Type="http://schemas.openxmlformats.org/officeDocument/2006/relationships/package" Target="../embeddings/Microsoft_Excel_Worksheet.xlsx"/><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1A_1681B64A.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some-site.com/some-file.txt%20-o%20some-file.txt" TargetMode="External"/><Relationship Id="rId2" Type="http://schemas.openxmlformats.org/officeDocument/2006/relationships/hyperlink" Target="https://www.some-site.com/some-file.txt"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microsoft.com/office/2018/10/relationships/comments" Target="../comments/modernComment_120_1BAB1EA.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microsoft.com/office/2018/10/relationships/comments" Target="../comments/modernComment_125_790831DF.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18/10/relationships/comments" Target="../comments/modernComment_126_9E94522A.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9.emf"/><Relationship Id="rId5" Type="http://schemas.openxmlformats.org/officeDocument/2006/relationships/package" Target="../embeddings/Microsoft_Excel_Worksheet1.xlsx"/><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2" Type="http://schemas.microsoft.com/office/2018/10/relationships/comments" Target="../comments/modernComment_128_E33EA73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6ABBD-CAD2-0F70-561C-51B88EBDF32B}"/>
              </a:ext>
            </a:extLst>
          </p:cNvPr>
          <p:cNvSpPr>
            <a:spLocks noGrp="1"/>
          </p:cNvSpPr>
          <p:nvPr>
            <p:ph type="title"/>
          </p:nvPr>
        </p:nvSpPr>
        <p:spPr/>
        <p:txBody>
          <a:bodyPr anchor="b">
            <a:normAutofit/>
          </a:bodyPr>
          <a:lstStyle/>
          <a:p>
            <a:r>
              <a:rPr lang="en-US">
                <a:ln w="22225">
                  <a:solidFill>
                    <a:schemeClr val="tx1"/>
                  </a:solidFill>
                  <a:miter lim="800000"/>
                </a:ln>
              </a:rPr>
              <a:t>Linux</a:t>
            </a:r>
          </a:p>
        </p:txBody>
      </p:sp>
      <p:sp>
        <p:nvSpPr>
          <p:cNvPr id="3" name="Subtitle 2">
            <a:extLst>
              <a:ext uri="{FF2B5EF4-FFF2-40B4-BE49-F238E27FC236}">
                <a16:creationId xmlns:a16="http://schemas.microsoft.com/office/drawing/2014/main" id="{69F805A0-042E-A225-9F2B-5D8353E21E72}"/>
              </a:ext>
            </a:extLst>
          </p:cNvPr>
          <p:cNvSpPr>
            <a:spLocks noGrp="1"/>
          </p:cNvSpPr>
          <p:nvPr>
            <p:ph type="body" idx="1"/>
          </p:nvPr>
        </p:nvSpPr>
        <p:spPr/>
        <p:txBody>
          <a:bodyPr>
            <a:normAutofit/>
          </a:bodyPr>
          <a:lstStyle/>
          <a:p>
            <a:r>
              <a:rPr lang="en-US" dirty="0"/>
              <a:t>Ubuntu - Through a DevOps Lens</a:t>
            </a:r>
          </a:p>
        </p:txBody>
      </p:sp>
    </p:spTree>
    <p:extLst>
      <p:ext uri="{BB962C8B-B14F-4D97-AF65-F5344CB8AC3E}">
        <p14:creationId xmlns:p14="http://schemas.microsoft.com/office/powerpoint/2010/main" val="2457696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597BF0-88FD-5251-3B68-3129A93E46E5}"/>
              </a:ext>
            </a:extLst>
          </p:cNvPr>
          <p:cNvSpPr txBox="1"/>
          <p:nvPr/>
        </p:nvSpPr>
        <p:spPr>
          <a:xfrm>
            <a:off x="4695284" y="642027"/>
            <a:ext cx="2411045" cy="584775"/>
          </a:xfrm>
          <a:prstGeom prst="rect">
            <a:avLst/>
          </a:prstGeom>
          <a:noFill/>
        </p:spPr>
        <p:txBody>
          <a:bodyPr wrap="none" rtlCol="0">
            <a:spAutoFit/>
          </a:bodyPr>
          <a:lstStyle/>
          <a:p>
            <a:r>
              <a:rPr lang="en-US" sz="3200" b="1" dirty="0">
                <a:latin typeface="+mj-lt"/>
              </a:rPr>
              <a:t>Just Enough  </a:t>
            </a:r>
          </a:p>
        </p:txBody>
      </p:sp>
      <p:sp>
        <p:nvSpPr>
          <p:cNvPr id="3" name="TextBox 2">
            <a:extLst>
              <a:ext uri="{FF2B5EF4-FFF2-40B4-BE49-F238E27FC236}">
                <a16:creationId xmlns:a16="http://schemas.microsoft.com/office/drawing/2014/main" id="{3F72F638-6874-2678-FA48-4DDD7908EE6F}"/>
              </a:ext>
            </a:extLst>
          </p:cNvPr>
          <p:cNvSpPr txBox="1"/>
          <p:nvPr/>
        </p:nvSpPr>
        <p:spPr>
          <a:xfrm>
            <a:off x="5238981" y="5539602"/>
            <a:ext cx="1260673" cy="584775"/>
          </a:xfrm>
          <a:prstGeom prst="rect">
            <a:avLst/>
          </a:prstGeom>
          <a:noFill/>
        </p:spPr>
        <p:txBody>
          <a:bodyPr wrap="square" rtlCol="0">
            <a:spAutoFit/>
          </a:bodyPr>
          <a:lstStyle/>
          <a:p>
            <a:r>
              <a:rPr lang="en-US" sz="3200" b="1" dirty="0">
                <a:ln>
                  <a:solidFill>
                    <a:sysClr val="windowText" lastClr="000000"/>
                  </a:solidFill>
                </a:ln>
                <a:effectLst>
                  <a:outerShdw blurRad="50800" dist="38100" dir="18900000" algn="bl" rotWithShape="0">
                    <a:prstClr val="black">
                      <a:alpha val="40000"/>
                    </a:prstClr>
                  </a:outerShdw>
                </a:effectLst>
              </a:rPr>
              <a:t>Linux</a:t>
            </a:r>
          </a:p>
        </p:txBody>
      </p:sp>
      <p:pic>
        <p:nvPicPr>
          <p:cNvPr id="5" name="Picture 4" descr="A cartoon penguin with yellow feet&#10;&#10;AI-generated content may be incorrect.">
            <a:extLst>
              <a:ext uri="{FF2B5EF4-FFF2-40B4-BE49-F238E27FC236}">
                <a16:creationId xmlns:a16="http://schemas.microsoft.com/office/drawing/2014/main" id="{338CA004-121D-86DF-18AB-26EEFEB5CBCD}"/>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3862325" y="1287702"/>
            <a:ext cx="3797300" cy="4191000"/>
          </a:xfrm>
          <a:prstGeom prst="rect">
            <a:avLst/>
          </a:prstGeom>
        </p:spPr>
      </p:pic>
    </p:spTree>
    <p:extLst>
      <p:ext uri="{BB962C8B-B14F-4D97-AF65-F5344CB8AC3E}">
        <p14:creationId xmlns:p14="http://schemas.microsoft.com/office/powerpoint/2010/main" val="85254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5DD90E-2F34-7E76-2A87-419A26A0A644}"/>
              </a:ext>
            </a:extLst>
          </p:cNvPr>
          <p:cNvSpPr txBox="1"/>
          <p:nvPr/>
        </p:nvSpPr>
        <p:spPr>
          <a:xfrm>
            <a:off x="95003" y="608244"/>
            <a:ext cx="11804072" cy="584775"/>
          </a:xfrm>
          <a:prstGeom prst="rect">
            <a:avLst/>
          </a:prstGeom>
          <a:noFill/>
        </p:spPr>
        <p:txBody>
          <a:bodyPr wrap="square" rtlCol="0">
            <a:spAutoFit/>
          </a:bodyPr>
          <a:lstStyle/>
          <a:p>
            <a:pPr algn="ctr"/>
            <a:r>
              <a:rPr lang="en-US" sz="3200" b="1" dirty="0">
                <a:latin typeface="+mj-lt"/>
              </a:rPr>
              <a:t>Why Linux?</a:t>
            </a:r>
          </a:p>
        </p:txBody>
      </p:sp>
      <p:sp>
        <p:nvSpPr>
          <p:cNvPr id="3" name="TextBox 2">
            <a:extLst>
              <a:ext uri="{FF2B5EF4-FFF2-40B4-BE49-F238E27FC236}">
                <a16:creationId xmlns:a16="http://schemas.microsoft.com/office/drawing/2014/main" id="{9ABED69F-6C43-D289-ECD1-3F7AA2617F55}"/>
              </a:ext>
            </a:extLst>
          </p:cNvPr>
          <p:cNvSpPr txBox="1"/>
          <p:nvPr/>
        </p:nvSpPr>
        <p:spPr>
          <a:xfrm>
            <a:off x="0" y="3397486"/>
            <a:ext cx="12192000" cy="1200329"/>
          </a:xfrm>
          <a:prstGeom prst="rect">
            <a:avLst/>
          </a:prstGeom>
          <a:noFill/>
        </p:spPr>
        <p:txBody>
          <a:bodyPr wrap="square" rtlCol="0">
            <a:spAutoFit/>
          </a:bodyPr>
          <a:lstStyle/>
          <a:p>
            <a:pPr algn="ctr"/>
            <a:r>
              <a:rPr lang="en-US" sz="3600" dirty="0">
                <a:latin typeface="ACADEMY ENGRAVED LET PLAIN:1.0" panose="02000000000000000000" pitchFamily="2" charset="0"/>
              </a:rPr>
              <a:t>Developer Survey results </a:t>
            </a:r>
          </a:p>
          <a:p>
            <a:pPr algn="ctr"/>
            <a:r>
              <a:rPr lang="en-US" sz="3600" b="1" dirty="0"/>
              <a:t>2025</a:t>
            </a:r>
          </a:p>
        </p:txBody>
      </p:sp>
      <p:pic>
        <p:nvPicPr>
          <p:cNvPr id="5" name="Picture 4" descr="A black and grey text&#10;&#10;AI-generated content may be incorrect.">
            <a:extLst>
              <a:ext uri="{FF2B5EF4-FFF2-40B4-BE49-F238E27FC236}">
                <a16:creationId xmlns:a16="http://schemas.microsoft.com/office/drawing/2014/main" id="{6762F9A5-B4E6-8EE2-67FD-642F7723A553}"/>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2875005" y="2009915"/>
            <a:ext cx="6244068" cy="1387571"/>
          </a:xfrm>
          <a:prstGeom prst="rect">
            <a:avLst/>
          </a:prstGeom>
        </p:spPr>
      </p:pic>
      <p:cxnSp>
        <p:nvCxnSpPr>
          <p:cNvPr id="8" name="Straight Connector 7">
            <a:extLst>
              <a:ext uri="{FF2B5EF4-FFF2-40B4-BE49-F238E27FC236}">
                <a16:creationId xmlns:a16="http://schemas.microsoft.com/office/drawing/2014/main" id="{C8322B82-E9C2-E683-FAF6-5F09106B8F96}"/>
              </a:ext>
            </a:extLst>
          </p:cNvPr>
          <p:cNvCxnSpPr/>
          <p:nvPr/>
        </p:nvCxnSpPr>
        <p:spPr>
          <a:xfrm>
            <a:off x="4476998" y="1235034"/>
            <a:ext cx="2861953" cy="0"/>
          </a:xfrm>
          <a:prstGeom prst="line">
            <a:avLst/>
          </a:prstGeom>
          <a:ln w="381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5465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DEEBA-8711-4297-05F5-2756CE69BE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E91BB0E-B258-7A06-AED2-E3BA97A7BF0E}"/>
              </a:ext>
            </a:extLst>
          </p:cNvPr>
          <p:cNvSpPr txBox="1"/>
          <p:nvPr/>
        </p:nvSpPr>
        <p:spPr>
          <a:xfrm>
            <a:off x="95003" y="608244"/>
            <a:ext cx="11804072" cy="584775"/>
          </a:xfrm>
          <a:prstGeom prst="rect">
            <a:avLst/>
          </a:prstGeom>
          <a:noFill/>
        </p:spPr>
        <p:txBody>
          <a:bodyPr wrap="square" rtlCol="0">
            <a:spAutoFit/>
          </a:bodyPr>
          <a:lstStyle/>
          <a:p>
            <a:pPr algn="ctr"/>
            <a:r>
              <a:rPr lang="en-US" sz="3200" b="1" dirty="0">
                <a:latin typeface="+mj-lt"/>
              </a:rPr>
              <a:t>Why Linux?</a:t>
            </a:r>
          </a:p>
        </p:txBody>
      </p:sp>
      <p:cxnSp>
        <p:nvCxnSpPr>
          <p:cNvPr id="8" name="Straight Connector 7">
            <a:extLst>
              <a:ext uri="{FF2B5EF4-FFF2-40B4-BE49-F238E27FC236}">
                <a16:creationId xmlns:a16="http://schemas.microsoft.com/office/drawing/2014/main" id="{D912F84D-CEF8-409E-455F-BDD0B70AB47A}"/>
              </a:ext>
            </a:extLst>
          </p:cNvPr>
          <p:cNvCxnSpPr/>
          <p:nvPr/>
        </p:nvCxnSpPr>
        <p:spPr>
          <a:xfrm>
            <a:off x="4476998" y="1235034"/>
            <a:ext cx="2861953" cy="0"/>
          </a:xfrm>
          <a:prstGeom prst="line">
            <a:avLst/>
          </a:prstGeom>
          <a:ln w="38100"/>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223BCF7E-4D72-C341-E156-131A2685EDFD}"/>
              </a:ext>
            </a:extLst>
          </p:cNvPr>
          <p:cNvPicPr>
            <a:picLocks noChangeAspect="1"/>
          </p:cNvPicPr>
          <p:nvPr/>
        </p:nvPicPr>
        <p:blipFill>
          <a:blip r:embed="rId2"/>
          <a:stretch>
            <a:fillRect/>
          </a:stretch>
        </p:blipFill>
        <p:spPr>
          <a:xfrm>
            <a:off x="481280" y="1316130"/>
            <a:ext cx="5359400" cy="5168900"/>
          </a:xfrm>
          <a:prstGeom prst="rect">
            <a:avLst/>
          </a:prstGeom>
        </p:spPr>
      </p:pic>
      <p:pic>
        <p:nvPicPr>
          <p:cNvPr id="7" name="Picture 6">
            <a:extLst>
              <a:ext uri="{FF2B5EF4-FFF2-40B4-BE49-F238E27FC236}">
                <a16:creationId xmlns:a16="http://schemas.microsoft.com/office/drawing/2014/main" id="{49865FFD-A81E-31FE-A480-D7D914F63A51}"/>
              </a:ext>
            </a:extLst>
          </p:cNvPr>
          <p:cNvPicPr>
            <a:picLocks noChangeAspect="1"/>
          </p:cNvPicPr>
          <p:nvPr/>
        </p:nvPicPr>
        <p:blipFill>
          <a:blip r:embed="rId3"/>
          <a:stretch>
            <a:fillRect/>
          </a:stretch>
        </p:blipFill>
        <p:spPr>
          <a:xfrm>
            <a:off x="5907974" y="1316130"/>
            <a:ext cx="6108700" cy="5168898"/>
          </a:xfrm>
          <a:prstGeom prst="rect">
            <a:avLst/>
          </a:prstGeom>
        </p:spPr>
      </p:pic>
    </p:spTree>
    <p:extLst>
      <p:ext uri="{BB962C8B-B14F-4D97-AF65-F5344CB8AC3E}">
        <p14:creationId xmlns:p14="http://schemas.microsoft.com/office/powerpoint/2010/main" val="1304676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D2287-959C-40AD-13CC-0BA481F3DF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2628A67-164D-A153-8513-5073BBB24900}"/>
              </a:ext>
            </a:extLst>
          </p:cNvPr>
          <p:cNvSpPr txBox="1"/>
          <p:nvPr/>
        </p:nvSpPr>
        <p:spPr>
          <a:xfrm>
            <a:off x="95003" y="608244"/>
            <a:ext cx="11804072" cy="584775"/>
          </a:xfrm>
          <a:prstGeom prst="rect">
            <a:avLst/>
          </a:prstGeom>
          <a:noFill/>
        </p:spPr>
        <p:txBody>
          <a:bodyPr wrap="square" rtlCol="0">
            <a:spAutoFit/>
          </a:bodyPr>
          <a:lstStyle/>
          <a:p>
            <a:pPr algn="ctr"/>
            <a:r>
              <a:rPr lang="en-US" sz="3200" b="1" dirty="0">
                <a:latin typeface="+mj-lt"/>
              </a:rPr>
              <a:t>Why Linux?</a:t>
            </a:r>
          </a:p>
        </p:txBody>
      </p:sp>
      <p:cxnSp>
        <p:nvCxnSpPr>
          <p:cNvPr id="8" name="Straight Connector 7">
            <a:extLst>
              <a:ext uri="{FF2B5EF4-FFF2-40B4-BE49-F238E27FC236}">
                <a16:creationId xmlns:a16="http://schemas.microsoft.com/office/drawing/2014/main" id="{E52881CA-FDCE-AC0F-2C4C-9D9AD02A3152}"/>
              </a:ext>
            </a:extLst>
          </p:cNvPr>
          <p:cNvCxnSpPr/>
          <p:nvPr/>
        </p:nvCxnSpPr>
        <p:spPr>
          <a:xfrm>
            <a:off x="4476998" y="1235034"/>
            <a:ext cx="2861953"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69A0FF2-97A0-BC04-FA6F-1DF84135F103}"/>
              </a:ext>
            </a:extLst>
          </p:cNvPr>
          <p:cNvSpPr txBox="1"/>
          <p:nvPr/>
        </p:nvSpPr>
        <p:spPr>
          <a:xfrm>
            <a:off x="2819401" y="1866535"/>
            <a:ext cx="6097978" cy="707886"/>
          </a:xfrm>
          <a:prstGeom prst="rect">
            <a:avLst/>
          </a:prstGeom>
          <a:noFill/>
        </p:spPr>
        <p:txBody>
          <a:bodyPr wrap="square">
            <a:spAutoFit/>
          </a:bodyPr>
          <a:lstStyle/>
          <a:p>
            <a:r>
              <a:rPr lang="en-US" sz="2000" dirty="0"/>
              <a:t>2013 – Docker was born </a:t>
            </a:r>
          </a:p>
          <a:p>
            <a:r>
              <a:rPr lang="en-US" sz="2000" dirty="0"/>
              <a:t>2016 – Docker for Windows was born</a:t>
            </a:r>
          </a:p>
        </p:txBody>
      </p:sp>
      <p:pic>
        <p:nvPicPr>
          <p:cNvPr id="9" name="Picture 8" descr="A blue whale with a container in the middle of it&#10;&#10;AI-generated content may be incorrect.">
            <a:extLst>
              <a:ext uri="{FF2B5EF4-FFF2-40B4-BE49-F238E27FC236}">
                <a16:creationId xmlns:a16="http://schemas.microsoft.com/office/drawing/2014/main" id="{0AAE163A-D370-EA79-CF96-9CFD7B4FF36C}"/>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292925" y="1316130"/>
            <a:ext cx="2526476" cy="1955466"/>
          </a:xfrm>
          <a:prstGeom prst="rect">
            <a:avLst/>
          </a:prstGeom>
        </p:spPr>
      </p:pic>
      <p:pic>
        <p:nvPicPr>
          <p:cNvPr id="12" name="Picture 11" descr="A black circle with white letter a in it&#10;&#10;AI-generated content may be incorrect.">
            <a:extLst>
              <a:ext uri="{FF2B5EF4-FFF2-40B4-BE49-F238E27FC236}">
                <a16:creationId xmlns:a16="http://schemas.microsoft.com/office/drawing/2014/main" id="{36F4FD11-65B1-BBCB-5A4A-28FEE28DA197}"/>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292926" y="4283579"/>
            <a:ext cx="2526476" cy="2412333"/>
          </a:xfrm>
          <a:prstGeom prst="rect">
            <a:avLst/>
          </a:prstGeom>
        </p:spPr>
      </p:pic>
      <p:pic>
        <p:nvPicPr>
          <p:cNvPr id="14" name="Picture 13">
            <a:extLst>
              <a:ext uri="{FF2B5EF4-FFF2-40B4-BE49-F238E27FC236}">
                <a16:creationId xmlns:a16="http://schemas.microsoft.com/office/drawing/2014/main" id="{2D9D06D9-C981-9CDD-D65E-A57F08461F14}"/>
              </a:ext>
            </a:extLst>
          </p:cNvPr>
          <p:cNvPicPr>
            <a:picLocks noChangeAspect="1"/>
          </p:cNvPicPr>
          <p:nvPr/>
        </p:nvPicPr>
        <p:blipFill>
          <a:blip r:embed="rId6"/>
          <a:stretch>
            <a:fillRect/>
          </a:stretch>
        </p:blipFill>
        <p:spPr>
          <a:xfrm>
            <a:off x="3259728" y="4637522"/>
            <a:ext cx="5672544" cy="2058391"/>
          </a:xfrm>
          <a:prstGeom prst="rect">
            <a:avLst/>
          </a:prstGeom>
        </p:spPr>
      </p:pic>
      <p:pic>
        <p:nvPicPr>
          <p:cNvPr id="16" name="Graphic 15">
            <a:extLst>
              <a:ext uri="{FF2B5EF4-FFF2-40B4-BE49-F238E27FC236}">
                <a16:creationId xmlns:a16="http://schemas.microsoft.com/office/drawing/2014/main" id="{DC0D03C5-E3AA-C680-548F-7F0EA72DAED6}"/>
              </a:ext>
            </a:extLst>
          </p:cNvPr>
          <p:cNvPicPr>
            <a:picLocks noChangeAspect="1"/>
          </p:cNvPicPr>
          <p:nvPr/>
        </p:nvPicPr>
        <p:blipFill>
          <a:blip r:embed="rId7">
            <a:extLst>
              <a:ext uri="{96DAC541-7B7A-43D3-8B79-37D633B846F1}">
                <asvg:svgBlip xmlns:asvg="http://schemas.microsoft.com/office/drawing/2016/SVG/main" r:embed="rId8"/>
              </a:ext>
              <a:ext uri="{837473B0-CC2E-450A-ABE3-18F120FF3D39}">
                <a1611:picAttrSrcUrl xmlns:a1611="http://schemas.microsoft.com/office/drawing/2016/11/main" r:id="rId9"/>
              </a:ext>
            </a:extLst>
          </a:blip>
          <a:stretch>
            <a:fillRect/>
          </a:stretch>
        </p:blipFill>
        <p:spPr>
          <a:xfrm>
            <a:off x="9314830" y="1226051"/>
            <a:ext cx="1826851" cy="1772922"/>
          </a:xfrm>
          <a:prstGeom prst="rect">
            <a:avLst/>
          </a:prstGeom>
        </p:spPr>
      </p:pic>
      <p:pic>
        <p:nvPicPr>
          <p:cNvPr id="18" name="Picture 17">
            <a:extLst>
              <a:ext uri="{FF2B5EF4-FFF2-40B4-BE49-F238E27FC236}">
                <a16:creationId xmlns:a16="http://schemas.microsoft.com/office/drawing/2014/main" id="{B0B2616A-7014-38E5-C8F4-CE2029CAEF23}"/>
              </a:ext>
            </a:extLst>
          </p:cNvPr>
          <p:cNvPicPr>
            <a:picLocks noChangeAspect="1"/>
          </p:cNvPicPr>
          <p:nvPr/>
        </p:nvPicPr>
        <p:blipFill>
          <a:blip r:embed="rId10"/>
          <a:stretch>
            <a:fillRect/>
          </a:stretch>
        </p:blipFill>
        <p:spPr>
          <a:xfrm>
            <a:off x="4164676" y="3011378"/>
            <a:ext cx="7772400" cy="1597961"/>
          </a:xfrm>
          <a:prstGeom prst="rect">
            <a:avLst/>
          </a:prstGeom>
        </p:spPr>
      </p:pic>
    </p:spTree>
    <p:extLst>
      <p:ext uri="{BB962C8B-B14F-4D97-AF65-F5344CB8AC3E}">
        <p14:creationId xmlns:p14="http://schemas.microsoft.com/office/powerpoint/2010/main" val="3336197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7E5EC-F032-7C3C-B377-193AF6E09182}"/>
              </a:ext>
            </a:extLst>
          </p:cNvPr>
          <p:cNvSpPr>
            <a:spLocks noGrp="1"/>
          </p:cNvSpPr>
          <p:nvPr>
            <p:ph type="title"/>
          </p:nvPr>
        </p:nvSpPr>
        <p:spPr/>
        <p:txBody>
          <a:bodyPr>
            <a:normAutofit/>
          </a:bodyPr>
          <a:lstStyle/>
          <a:p>
            <a:r>
              <a:rPr lang="en-US" sz="3200" b="1" dirty="0">
                <a:solidFill>
                  <a:sysClr val="windowText" lastClr="000000"/>
                </a:solidFill>
              </a:rPr>
              <a:t>Linux Principles</a:t>
            </a:r>
            <a:endParaRPr lang="en-US" sz="3200" b="1" dirty="0"/>
          </a:p>
        </p:txBody>
      </p:sp>
      <p:graphicFrame>
        <p:nvGraphicFramePr>
          <p:cNvPr id="5" name="Content Placeholder 2">
            <a:extLst>
              <a:ext uri="{FF2B5EF4-FFF2-40B4-BE49-F238E27FC236}">
                <a16:creationId xmlns:a16="http://schemas.microsoft.com/office/drawing/2014/main" id="{21E6568D-6A6E-4F06-46E2-CD2607566577}"/>
              </a:ext>
            </a:extLst>
          </p:cNvPr>
          <p:cNvGraphicFramePr>
            <a:graphicFrameLocks noGrp="1"/>
          </p:cNvGraphicFramePr>
          <p:nvPr>
            <p:ph idx="1"/>
            <p:extLst>
              <p:ext uri="{D42A27DB-BD31-4B8C-83A1-F6EECF244321}">
                <p14:modId xmlns:p14="http://schemas.microsoft.com/office/powerpoint/2010/main" val="67155692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7601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34BF8-0D7D-8295-80F8-2486FE1F4A00}"/>
              </a:ext>
            </a:extLst>
          </p:cNvPr>
          <p:cNvSpPr>
            <a:spLocks noGrp="1"/>
          </p:cNvSpPr>
          <p:nvPr>
            <p:ph type="title"/>
          </p:nvPr>
        </p:nvSpPr>
        <p:spPr>
          <a:xfrm>
            <a:off x="838200" y="1412488"/>
            <a:ext cx="2899189" cy="4363844"/>
          </a:xfrm>
        </p:spPr>
        <p:txBody>
          <a:bodyPr anchor="t">
            <a:normAutofit/>
          </a:bodyPr>
          <a:lstStyle/>
          <a:p>
            <a:r>
              <a:rPr lang="en-US" sz="3200" dirty="0">
                <a:ln w="0"/>
                <a:effectLst>
                  <a:outerShdw blurRad="38100" dist="19050" dir="2700000" algn="tl" rotWithShape="0">
                    <a:schemeClr val="dk1">
                      <a:alpha val="40000"/>
                    </a:schemeClr>
                  </a:outerShdw>
                </a:effectLst>
              </a:rPr>
              <a:t>Popular Linux distros</a:t>
            </a:r>
          </a:p>
        </p:txBody>
      </p:sp>
      <p:sp>
        <p:nvSpPr>
          <p:cNvPr id="3" name="Content Placeholder 2">
            <a:extLst>
              <a:ext uri="{FF2B5EF4-FFF2-40B4-BE49-F238E27FC236}">
                <a16:creationId xmlns:a16="http://schemas.microsoft.com/office/drawing/2014/main" id="{E491949F-AE13-93DE-F9CC-324BEE4206E2}"/>
              </a:ext>
            </a:extLst>
          </p:cNvPr>
          <p:cNvSpPr>
            <a:spLocks noGrp="1"/>
          </p:cNvSpPr>
          <p:nvPr>
            <p:ph sz="half" idx="1"/>
          </p:nvPr>
        </p:nvSpPr>
        <p:spPr>
          <a:xfrm>
            <a:off x="4380855" y="1412489"/>
            <a:ext cx="3427283" cy="4363844"/>
          </a:xfrm>
        </p:spPr>
        <p:txBody>
          <a:bodyPr>
            <a:normAutofit/>
          </a:bodyPr>
          <a:lstStyle/>
          <a:p>
            <a:r>
              <a:rPr lang="en-US" sz="2000" dirty="0"/>
              <a:t>Popular Desktop Linux OS</a:t>
            </a:r>
          </a:p>
          <a:p>
            <a:pPr lvl="1"/>
            <a:r>
              <a:rPr lang="en-US" sz="2000" dirty="0"/>
              <a:t>Ubuntu Linux</a:t>
            </a:r>
          </a:p>
          <a:p>
            <a:pPr lvl="1"/>
            <a:r>
              <a:rPr lang="en-US" sz="2000" dirty="0"/>
              <a:t>Linux Mint</a:t>
            </a:r>
          </a:p>
          <a:p>
            <a:pPr lvl="1"/>
            <a:r>
              <a:rPr lang="en-US" sz="2000" dirty="0"/>
              <a:t>Arch Linux</a:t>
            </a:r>
          </a:p>
          <a:p>
            <a:pPr lvl="1"/>
            <a:r>
              <a:rPr lang="en-US" sz="2000" dirty="0"/>
              <a:t>Fedora</a:t>
            </a:r>
          </a:p>
          <a:p>
            <a:pPr lvl="1"/>
            <a:r>
              <a:rPr lang="en-US" sz="2000" dirty="0"/>
              <a:t>Debian</a:t>
            </a:r>
          </a:p>
          <a:p>
            <a:pPr lvl="1"/>
            <a:r>
              <a:rPr lang="en-US" sz="2000" dirty="0" err="1"/>
              <a:t>OpenSuse</a:t>
            </a:r>
            <a:endParaRPr lang="en-US" sz="2000" dirty="0"/>
          </a:p>
          <a:p>
            <a:endParaRPr lang="en-US" sz="2000" dirty="0"/>
          </a:p>
        </p:txBody>
      </p:sp>
      <p:sp>
        <p:nvSpPr>
          <p:cNvPr id="4" name="Content Placeholder 3">
            <a:extLst>
              <a:ext uri="{FF2B5EF4-FFF2-40B4-BE49-F238E27FC236}">
                <a16:creationId xmlns:a16="http://schemas.microsoft.com/office/drawing/2014/main" id="{5ADB6454-0F4D-DB7B-60D4-CBDFC9EB22C3}"/>
              </a:ext>
            </a:extLst>
          </p:cNvPr>
          <p:cNvSpPr>
            <a:spLocks noGrp="1"/>
          </p:cNvSpPr>
          <p:nvPr>
            <p:ph sz="half" idx="2"/>
          </p:nvPr>
        </p:nvSpPr>
        <p:spPr>
          <a:xfrm>
            <a:off x="8451604" y="1412489"/>
            <a:ext cx="3197701" cy="4363844"/>
          </a:xfrm>
        </p:spPr>
        <p:txBody>
          <a:bodyPr>
            <a:normAutofit/>
          </a:bodyPr>
          <a:lstStyle/>
          <a:p>
            <a:r>
              <a:rPr lang="en-US" sz="2000" dirty="0"/>
              <a:t>Popular Server Linux OS</a:t>
            </a:r>
          </a:p>
          <a:p>
            <a:pPr lvl="1"/>
            <a:r>
              <a:rPr lang="en-US" sz="2000" dirty="0"/>
              <a:t>Red Hat Enterprise Linux</a:t>
            </a:r>
          </a:p>
          <a:p>
            <a:pPr lvl="1"/>
            <a:r>
              <a:rPr lang="en-US" sz="2000" dirty="0"/>
              <a:t>Ubuntu Server</a:t>
            </a:r>
          </a:p>
          <a:p>
            <a:pPr lvl="1"/>
            <a:r>
              <a:rPr lang="en-US" sz="2000" dirty="0"/>
              <a:t>Centos</a:t>
            </a:r>
          </a:p>
          <a:p>
            <a:pPr lvl="1"/>
            <a:r>
              <a:rPr lang="en-US" sz="2000" dirty="0"/>
              <a:t>SUSE Enterprise Linux</a:t>
            </a:r>
          </a:p>
          <a:p>
            <a:endParaRPr lang="en-US" sz="2000" dirty="0"/>
          </a:p>
        </p:txBody>
      </p:sp>
    </p:spTree>
    <p:extLst>
      <p:ext uri="{BB962C8B-B14F-4D97-AF65-F5344CB8AC3E}">
        <p14:creationId xmlns:p14="http://schemas.microsoft.com/office/powerpoint/2010/main" val="108075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3D5CB-4269-76CF-84DB-D92B13220CEA}"/>
              </a:ext>
            </a:extLst>
          </p:cNvPr>
          <p:cNvSpPr>
            <a:spLocks noGrp="1"/>
          </p:cNvSpPr>
          <p:nvPr>
            <p:ph type="title"/>
          </p:nvPr>
        </p:nvSpPr>
        <p:spPr>
          <a:xfrm>
            <a:off x="635000" y="640823"/>
            <a:ext cx="3418659" cy="5583148"/>
          </a:xfrm>
        </p:spPr>
        <p:txBody>
          <a:bodyPr anchor="ctr">
            <a:normAutofit/>
          </a:bodyPr>
          <a:lstStyle/>
          <a:p>
            <a:r>
              <a:rPr lang="en-US" sz="3200" b="1" dirty="0"/>
              <a:t>Most used Linux distros currently in IT industry.</a:t>
            </a:r>
          </a:p>
        </p:txBody>
      </p:sp>
      <p:graphicFrame>
        <p:nvGraphicFramePr>
          <p:cNvPr id="22" name="Content Placeholder 2">
            <a:extLst>
              <a:ext uri="{FF2B5EF4-FFF2-40B4-BE49-F238E27FC236}">
                <a16:creationId xmlns:a16="http://schemas.microsoft.com/office/drawing/2014/main" id="{8DB709CE-80BE-32F5-306F-C3258324EC1D}"/>
              </a:ext>
            </a:extLst>
          </p:cNvPr>
          <p:cNvGraphicFramePr>
            <a:graphicFrameLocks noGrp="1"/>
          </p:cNvGraphicFramePr>
          <p:nvPr>
            <p:ph idx="1"/>
            <p:extLst>
              <p:ext uri="{D42A27DB-BD31-4B8C-83A1-F6EECF244321}">
                <p14:modId xmlns:p14="http://schemas.microsoft.com/office/powerpoint/2010/main" val="2931437566"/>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96613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38D3DD-03E4-BBC5-5A72-F569E95DD970}"/>
              </a:ext>
            </a:extLst>
          </p:cNvPr>
          <p:cNvSpPr txBox="1"/>
          <p:nvPr/>
        </p:nvSpPr>
        <p:spPr>
          <a:xfrm>
            <a:off x="1371597" y="348865"/>
            <a:ext cx="10044023" cy="87772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kern="1200" dirty="0">
                <a:solidFill>
                  <a:srgbClr val="FFFFFF"/>
                </a:solidFill>
                <a:ea typeface="+mj-ea"/>
                <a:cs typeface="+mj-cs"/>
              </a:rPr>
              <a:t>Linux Basics</a:t>
            </a:r>
          </a:p>
        </p:txBody>
      </p:sp>
      <p:graphicFrame>
        <p:nvGraphicFramePr>
          <p:cNvPr id="5" name="TextBox 2">
            <a:extLst>
              <a:ext uri="{FF2B5EF4-FFF2-40B4-BE49-F238E27FC236}">
                <a16:creationId xmlns:a16="http://schemas.microsoft.com/office/drawing/2014/main" id="{C219DFD5-8C1D-D18E-CF2F-FD52DD1866DB}"/>
              </a:ext>
            </a:extLst>
          </p:cNvPr>
          <p:cNvGraphicFramePr/>
          <p:nvPr>
            <p:extLst>
              <p:ext uri="{D42A27DB-BD31-4B8C-83A1-F6EECF244321}">
                <p14:modId xmlns:p14="http://schemas.microsoft.com/office/powerpoint/2010/main" val="71331964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39923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CFBAF-71B7-B96E-78DF-28CA06C5CEE9}"/>
              </a:ext>
            </a:extLst>
          </p:cNvPr>
          <p:cNvSpPr>
            <a:spLocks noGrp="1"/>
          </p:cNvSpPr>
          <p:nvPr>
            <p:ph type="title"/>
          </p:nvPr>
        </p:nvSpPr>
        <p:spPr>
          <a:xfrm>
            <a:off x="0" y="391978"/>
            <a:ext cx="12192000" cy="967265"/>
          </a:xfrm>
        </p:spPr>
        <p:txBody>
          <a:bodyPr vert="horz" lIns="91440" tIns="45720" rIns="91440" bIns="45720" rtlCol="0" anchor="ctr">
            <a:normAutofit/>
          </a:bodyPr>
          <a:lstStyle/>
          <a:p>
            <a:pPr algn="ctr"/>
            <a:r>
              <a:rPr lang="en-US" sz="3200" kern="1200" dirty="0">
                <a:solidFill>
                  <a:schemeClr val="tx1"/>
                </a:solidFill>
                <a:latin typeface="+mj-lt"/>
                <a:ea typeface="+mj-ea"/>
                <a:cs typeface="+mj-cs"/>
              </a:rPr>
              <a:t>Shell Types</a:t>
            </a:r>
          </a:p>
        </p:txBody>
      </p:sp>
      <p:pic>
        <p:nvPicPr>
          <p:cNvPr id="3" name="Picture 2">
            <a:extLst>
              <a:ext uri="{FF2B5EF4-FFF2-40B4-BE49-F238E27FC236}">
                <a16:creationId xmlns:a16="http://schemas.microsoft.com/office/drawing/2014/main" id="{A27D3142-6D7B-7F27-172D-3E38C92B9637}"/>
              </a:ext>
            </a:extLst>
          </p:cNvPr>
          <p:cNvPicPr>
            <a:picLocks noChangeAspect="1"/>
          </p:cNvPicPr>
          <p:nvPr/>
        </p:nvPicPr>
        <p:blipFill>
          <a:blip r:embed="rId2"/>
          <a:stretch>
            <a:fillRect/>
          </a:stretch>
        </p:blipFill>
        <p:spPr>
          <a:xfrm>
            <a:off x="1253039" y="4565395"/>
            <a:ext cx="9322287" cy="1328426"/>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9" name="TextBox 8">
            <a:extLst>
              <a:ext uri="{FF2B5EF4-FFF2-40B4-BE49-F238E27FC236}">
                <a16:creationId xmlns:a16="http://schemas.microsoft.com/office/drawing/2014/main" id="{19AC18B5-0E66-99A5-E0E9-153011A9592B}"/>
              </a:ext>
            </a:extLst>
          </p:cNvPr>
          <p:cNvSpPr txBox="1"/>
          <p:nvPr/>
        </p:nvSpPr>
        <p:spPr>
          <a:xfrm>
            <a:off x="3685733" y="1751221"/>
            <a:ext cx="6382966" cy="2216512"/>
          </a:xfrm>
          <a:prstGeom prst="rect">
            <a:avLst/>
          </a:prstGeom>
        </p:spPr>
        <p:txBody>
          <a:bodyPr vert="horz" lIns="91440" tIns="45720" rIns="91440" bIns="45720" rtlCol="0">
            <a:noAutofit/>
          </a:bodyPr>
          <a:lstStyle/>
          <a:p>
            <a:pPr indent="-228600">
              <a:lnSpc>
                <a:spcPct val="90000"/>
              </a:lnSpc>
              <a:spcAft>
                <a:spcPts val="600"/>
              </a:spcAft>
              <a:buFont typeface="Arial" panose="020B0604020202020204" pitchFamily="34" charset="0"/>
              <a:buChar char="•"/>
            </a:pPr>
            <a:r>
              <a:rPr lang="en-US" sz="2000" dirty="0"/>
              <a:t>Bourne Shell (</a:t>
            </a:r>
            <a:r>
              <a:rPr lang="en-US" sz="2000" dirty="0" err="1"/>
              <a:t>sh</a:t>
            </a:r>
            <a:r>
              <a:rPr lang="en-US" sz="2000" dirty="0"/>
              <a:t> Shell)</a:t>
            </a:r>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r>
              <a:rPr lang="en-US" sz="2000" dirty="0"/>
              <a:t>C Shell (</a:t>
            </a:r>
            <a:r>
              <a:rPr lang="en-US" sz="2000" dirty="0" err="1"/>
              <a:t>csh</a:t>
            </a:r>
            <a:r>
              <a:rPr lang="en-US" sz="2000" dirty="0"/>
              <a:t>)</a:t>
            </a:r>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r>
              <a:rPr lang="en-US" sz="2000" dirty="0"/>
              <a:t>Z Shell (</a:t>
            </a:r>
            <a:r>
              <a:rPr lang="en-US" sz="2000" dirty="0" err="1"/>
              <a:t>zsh</a:t>
            </a:r>
            <a:r>
              <a:rPr lang="en-US" sz="2000" dirty="0"/>
              <a:t>)</a:t>
            </a:r>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r>
              <a:rPr lang="en-US" sz="2000" dirty="0"/>
              <a:t>Bourne again Shell (bash)</a:t>
            </a:r>
          </a:p>
        </p:txBody>
      </p:sp>
      <p:cxnSp>
        <p:nvCxnSpPr>
          <p:cNvPr id="19" name="Straight Connector 18">
            <a:extLst>
              <a:ext uri="{FF2B5EF4-FFF2-40B4-BE49-F238E27FC236}">
                <a16:creationId xmlns:a16="http://schemas.microsoft.com/office/drawing/2014/main" id="{3F850BF1-7068-9B4D-5595-C3BA11DFF8E7}"/>
              </a:ext>
            </a:extLst>
          </p:cNvPr>
          <p:cNvCxnSpPr/>
          <p:nvPr/>
        </p:nvCxnSpPr>
        <p:spPr>
          <a:xfrm>
            <a:off x="4460789" y="1186250"/>
            <a:ext cx="3175687" cy="0"/>
          </a:xfrm>
          <a:prstGeom prst="line">
            <a:avLst/>
          </a:prstGeom>
          <a:ln w="5715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354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165FDE4-3169-2298-F5FC-D99494FE0436}"/>
              </a:ext>
            </a:extLst>
          </p:cNvPr>
          <p:cNvPicPr>
            <a:picLocks noChangeAspect="1"/>
          </p:cNvPicPr>
          <p:nvPr/>
        </p:nvPicPr>
        <p:blipFill>
          <a:blip r:embed="rId2"/>
          <a:stretch>
            <a:fillRect/>
          </a:stretch>
        </p:blipFill>
        <p:spPr>
          <a:xfrm>
            <a:off x="533400" y="1467021"/>
            <a:ext cx="5562600" cy="711200"/>
          </a:xfrm>
          <a:prstGeom prst="rect">
            <a:avLst/>
          </a:prstGeom>
        </p:spPr>
      </p:pic>
      <p:pic>
        <p:nvPicPr>
          <p:cNvPr id="3" name="Picture 2">
            <a:extLst>
              <a:ext uri="{FF2B5EF4-FFF2-40B4-BE49-F238E27FC236}">
                <a16:creationId xmlns:a16="http://schemas.microsoft.com/office/drawing/2014/main" id="{F2602A3F-6BCF-B3F4-2AD2-A3C03570C91F}"/>
              </a:ext>
            </a:extLst>
          </p:cNvPr>
          <p:cNvPicPr>
            <a:picLocks noChangeAspect="1"/>
          </p:cNvPicPr>
          <p:nvPr/>
        </p:nvPicPr>
        <p:blipFill>
          <a:blip r:embed="rId3"/>
          <a:stretch>
            <a:fillRect/>
          </a:stretch>
        </p:blipFill>
        <p:spPr>
          <a:xfrm>
            <a:off x="533400" y="2455562"/>
            <a:ext cx="5575300" cy="711200"/>
          </a:xfrm>
          <a:prstGeom prst="rect">
            <a:avLst/>
          </a:prstGeom>
        </p:spPr>
      </p:pic>
      <p:pic>
        <p:nvPicPr>
          <p:cNvPr id="4" name="Picture 3">
            <a:extLst>
              <a:ext uri="{FF2B5EF4-FFF2-40B4-BE49-F238E27FC236}">
                <a16:creationId xmlns:a16="http://schemas.microsoft.com/office/drawing/2014/main" id="{EA7AC416-11C0-54D2-5CA4-A0AC992A6030}"/>
              </a:ext>
            </a:extLst>
          </p:cNvPr>
          <p:cNvPicPr>
            <a:picLocks noChangeAspect="1"/>
          </p:cNvPicPr>
          <p:nvPr/>
        </p:nvPicPr>
        <p:blipFill>
          <a:blip r:embed="rId4"/>
          <a:stretch>
            <a:fillRect/>
          </a:stretch>
        </p:blipFill>
        <p:spPr>
          <a:xfrm>
            <a:off x="533400" y="3429000"/>
            <a:ext cx="5562600" cy="431800"/>
          </a:xfrm>
          <a:prstGeom prst="rect">
            <a:avLst/>
          </a:prstGeom>
        </p:spPr>
      </p:pic>
      <p:pic>
        <p:nvPicPr>
          <p:cNvPr id="6" name="Picture 5">
            <a:extLst>
              <a:ext uri="{FF2B5EF4-FFF2-40B4-BE49-F238E27FC236}">
                <a16:creationId xmlns:a16="http://schemas.microsoft.com/office/drawing/2014/main" id="{9C1E78C1-8E4D-7844-2931-C5F8C7343E36}"/>
              </a:ext>
            </a:extLst>
          </p:cNvPr>
          <p:cNvPicPr>
            <a:picLocks noChangeAspect="1"/>
          </p:cNvPicPr>
          <p:nvPr/>
        </p:nvPicPr>
        <p:blipFill>
          <a:blip r:embed="rId5"/>
          <a:stretch>
            <a:fillRect/>
          </a:stretch>
        </p:blipFill>
        <p:spPr>
          <a:xfrm>
            <a:off x="546100" y="4067433"/>
            <a:ext cx="5562600" cy="698500"/>
          </a:xfrm>
          <a:prstGeom prst="rect">
            <a:avLst/>
          </a:prstGeom>
        </p:spPr>
      </p:pic>
      <p:pic>
        <p:nvPicPr>
          <p:cNvPr id="7" name="Picture 6">
            <a:extLst>
              <a:ext uri="{FF2B5EF4-FFF2-40B4-BE49-F238E27FC236}">
                <a16:creationId xmlns:a16="http://schemas.microsoft.com/office/drawing/2014/main" id="{95B64BB7-F411-CF9A-10A9-CE5BCED1562D}"/>
              </a:ext>
            </a:extLst>
          </p:cNvPr>
          <p:cNvPicPr>
            <a:picLocks noChangeAspect="1"/>
          </p:cNvPicPr>
          <p:nvPr/>
        </p:nvPicPr>
        <p:blipFill>
          <a:blip r:embed="rId6"/>
          <a:stretch>
            <a:fillRect/>
          </a:stretch>
        </p:blipFill>
        <p:spPr>
          <a:xfrm>
            <a:off x="546100" y="5035379"/>
            <a:ext cx="5562600" cy="355600"/>
          </a:xfrm>
          <a:prstGeom prst="rect">
            <a:avLst/>
          </a:prstGeom>
        </p:spPr>
      </p:pic>
      <p:pic>
        <p:nvPicPr>
          <p:cNvPr id="8" name="Picture 7">
            <a:extLst>
              <a:ext uri="{FF2B5EF4-FFF2-40B4-BE49-F238E27FC236}">
                <a16:creationId xmlns:a16="http://schemas.microsoft.com/office/drawing/2014/main" id="{2AD64007-13A2-AF01-A1DD-E688DC7F5171}"/>
              </a:ext>
            </a:extLst>
          </p:cNvPr>
          <p:cNvPicPr>
            <a:picLocks noChangeAspect="1"/>
          </p:cNvPicPr>
          <p:nvPr/>
        </p:nvPicPr>
        <p:blipFill>
          <a:blip r:embed="rId7"/>
          <a:stretch>
            <a:fillRect/>
          </a:stretch>
        </p:blipFill>
        <p:spPr>
          <a:xfrm>
            <a:off x="546100" y="5660425"/>
            <a:ext cx="5562600" cy="647700"/>
          </a:xfrm>
          <a:prstGeom prst="rect">
            <a:avLst/>
          </a:prstGeom>
        </p:spPr>
      </p:pic>
      <p:sp>
        <p:nvSpPr>
          <p:cNvPr id="9" name="Rounded Rectangle 8">
            <a:extLst>
              <a:ext uri="{FF2B5EF4-FFF2-40B4-BE49-F238E27FC236}">
                <a16:creationId xmlns:a16="http://schemas.microsoft.com/office/drawing/2014/main" id="{58BBD6D6-2D9C-CE31-E250-43B3934D7F16}"/>
              </a:ext>
            </a:extLst>
          </p:cNvPr>
          <p:cNvSpPr/>
          <p:nvPr/>
        </p:nvSpPr>
        <p:spPr>
          <a:xfrm>
            <a:off x="7747686" y="1556951"/>
            <a:ext cx="3534033" cy="62127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Print to  Screen</a:t>
            </a:r>
          </a:p>
        </p:txBody>
      </p:sp>
      <p:sp>
        <p:nvSpPr>
          <p:cNvPr id="10" name="Rounded Rectangle 9">
            <a:extLst>
              <a:ext uri="{FF2B5EF4-FFF2-40B4-BE49-F238E27FC236}">
                <a16:creationId xmlns:a16="http://schemas.microsoft.com/office/drawing/2014/main" id="{B3C2DCEF-F916-FFEA-84B6-07BDFA7C64D3}"/>
              </a:ext>
            </a:extLst>
          </p:cNvPr>
          <p:cNvSpPr/>
          <p:nvPr/>
        </p:nvSpPr>
        <p:spPr>
          <a:xfrm>
            <a:off x="7747685" y="2475813"/>
            <a:ext cx="3534033" cy="62127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Listing the files and directories</a:t>
            </a:r>
          </a:p>
        </p:txBody>
      </p:sp>
      <p:sp>
        <p:nvSpPr>
          <p:cNvPr id="11" name="Rounded Rectangle 10">
            <a:extLst>
              <a:ext uri="{FF2B5EF4-FFF2-40B4-BE49-F238E27FC236}">
                <a16:creationId xmlns:a16="http://schemas.microsoft.com/office/drawing/2014/main" id="{1ED3EC01-D0EB-0BE1-9D2F-DC3841F439AB}"/>
              </a:ext>
            </a:extLst>
          </p:cNvPr>
          <p:cNvSpPr/>
          <p:nvPr/>
        </p:nvSpPr>
        <p:spPr>
          <a:xfrm>
            <a:off x="7747685" y="3339070"/>
            <a:ext cx="3534033" cy="62127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Change Directory</a:t>
            </a:r>
          </a:p>
        </p:txBody>
      </p:sp>
      <p:sp>
        <p:nvSpPr>
          <p:cNvPr id="12" name="Rounded Rectangle 11">
            <a:extLst>
              <a:ext uri="{FF2B5EF4-FFF2-40B4-BE49-F238E27FC236}">
                <a16:creationId xmlns:a16="http://schemas.microsoft.com/office/drawing/2014/main" id="{2E752898-3FEB-CCE5-3B02-E6572E3C5198}"/>
              </a:ext>
            </a:extLst>
          </p:cNvPr>
          <p:cNvSpPr/>
          <p:nvPr/>
        </p:nvSpPr>
        <p:spPr>
          <a:xfrm>
            <a:off x="7747685" y="4119949"/>
            <a:ext cx="3534033" cy="62127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Check Present working Directory</a:t>
            </a:r>
          </a:p>
        </p:txBody>
      </p:sp>
      <p:sp>
        <p:nvSpPr>
          <p:cNvPr id="13" name="Rounded Rectangle 12">
            <a:extLst>
              <a:ext uri="{FF2B5EF4-FFF2-40B4-BE49-F238E27FC236}">
                <a16:creationId xmlns:a16="http://schemas.microsoft.com/office/drawing/2014/main" id="{F80C4021-A5A0-AA82-64FC-7BE650FC9560}"/>
              </a:ext>
            </a:extLst>
          </p:cNvPr>
          <p:cNvSpPr/>
          <p:nvPr/>
        </p:nvSpPr>
        <p:spPr>
          <a:xfrm>
            <a:off x="7747684" y="4890187"/>
            <a:ext cx="3534033" cy="62127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Make/Create Directory</a:t>
            </a:r>
          </a:p>
        </p:txBody>
      </p:sp>
      <p:sp>
        <p:nvSpPr>
          <p:cNvPr id="14" name="Rounded Rectangle 13">
            <a:extLst>
              <a:ext uri="{FF2B5EF4-FFF2-40B4-BE49-F238E27FC236}">
                <a16:creationId xmlns:a16="http://schemas.microsoft.com/office/drawing/2014/main" id="{833309F1-676F-1DB9-9CEA-3C422ADEF6C8}"/>
              </a:ext>
            </a:extLst>
          </p:cNvPr>
          <p:cNvSpPr/>
          <p:nvPr/>
        </p:nvSpPr>
        <p:spPr>
          <a:xfrm>
            <a:off x="7747683" y="5672782"/>
            <a:ext cx="3534033" cy="62127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Executing multiple commands in one line.</a:t>
            </a:r>
          </a:p>
        </p:txBody>
      </p:sp>
      <p:sp>
        <p:nvSpPr>
          <p:cNvPr id="15" name="TextBox 14">
            <a:extLst>
              <a:ext uri="{FF2B5EF4-FFF2-40B4-BE49-F238E27FC236}">
                <a16:creationId xmlns:a16="http://schemas.microsoft.com/office/drawing/2014/main" id="{B8B60CFB-E903-3C5F-E682-DEF6B6BD8F33}"/>
              </a:ext>
            </a:extLst>
          </p:cNvPr>
          <p:cNvSpPr txBox="1"/>
          <p:nvPr/>
        </p:nvSpPr>
        <p:spPr>
          <a:xfrm>
            <a:off x="0" y="86496"/>
            <a:ext cx="12192000" cy="584775"/>
          </a:xfrm>
          <a:prstGeom prst="rect">
            <a:avLst/>
          </a:prstGeom>
          <a:noFill/>
        </p:spPr>
        <p:txBody>
          <a:bodyPr wrap="square" rtlCol="0">
            <a:spAutoFit/>
          </a:bodyPr>
          <a:lstStyle/>
          <a:p>
            <a:pPr algn="ctr"/>
            <a:r>
              <a:rPr lang="en-US" sz="3200" b="1" dirty="0">
                <a:latin typeface="+mj-lt"/>
              </a:rPr>
              <a:t>Basic Commands</a:t>
            </a:r>
          </a:p>
        </p:txBody>
      </p:sp>
    </p:spTree>
    <p:extLst>
      <p:ext uri="{BB962C8B-B14F-4D97-AF65-F5344CB8AC3E}">
        <p14:creationId xmlns:p14="http://schemas.microsoft.com/office/powerpoint/2010/main" val="2629330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2F3A19-C8BF-B103-8DB3-F9B0A6AB75B5}"/>
              </a:ext>
            </a:extLst>
          </p:cNvPr>
          <p:cNvSpPr txBox="1"/>
          <p:nvPr/>
        </p:nvSpPr>
        <p:spPr>
          <a:xfrm>
            <a:off x="0" y="197707"/>
            <a:ext cx="12192000" cy="584775"/>
          </a:xfrm>
          <a:prstGeom prst="rect">
            <a:avLst/>
          </a:prstGeom>
          <a:noFill/>
        </p:spPr>
        <p:txBody>
          <a:bodyPr wrap="square" rtlCol="0">
            <a:spAutoFit/>
          </a:bodyPr>
          <a:lstStyle/>
          <a:p>
            <a:pPr algn="ctr"/>
            <a:r>
              <a:rPr lang="en-US" sz="3200" b="1" dirty="0">
                <a:latin typeface="+mj-lt"/>
              </a:rPr>
              <a:t>Commands - Directories</a:t>
            </a:r>
          </a:p>
        </p:txBody>
      </p:sp>
      <p:sp>
        <p:nvSpPr>
          <p:cNvPr id="3" name="TextBox 2">
            <a:extLst>
              <a:ext uri="{FF2B5EF4-FFF2-40B4-BE49-F238E27FC236}">
                <a16:creationId xmlns:a16="http://schemas.microsoft.com/office/drawing/2014/main" id="{B9E8926B-783C-4361-FC3A-3FAE7A8726F2}"/>
              </a:ext>
            </a:extLst>
          </p:cNvPr>
          <p:cNvSpPr txBox="1"/>
          <p:nvPr/>
        </p:nvSpPr>
        <p:spPr>
          <a:xfrm>
            <a:off x="1729946" y="1161535"/>
            <a:ext cx="4485503" cy="369332"/>
          </a:xfrm>
          <a:prstGeom prst="rect">
            <a:avLst/>
          </a:prstGeom>
          <a:noFill/>
        </p:spPr>
        <p:txBody>
          <a:bodyPr wrap="square" rtlCol="0">
            <a:spAutoFit/>
          </a:bodyPr>
          <a:lstStyle/>
          <a:p>
            <a:r>
              <a:rPr lang="en-US" dirty="0"/>
              <a:t>/test/Telangana/Hyderabad/Ameerpet/ACS</a:t>
            </a:r>
          </a:p>
        </p:txBody>
      </p:sp>
      <p:sp>
        <p:nvSpPr>
          <p:cNvPr id="6" name="Chevron 5">
            <a:extLst>
              <a:ext uri="{FF2B5EF4-FFF2-40B4-BE49-F238E27FC236}">
                <a16:creationId xmlns:a16="http://schemas.microsoft.com/office/drawing/2014/main" id="{4AABBD86-1680-7186-9162-82F1727A03C1}"/>
              </a:ext>
            </a:extLst>
          </p:cNvPr>
          <p:cNvSpPr/>
          <p:nvPr/>
        </p:nvSpPr>
        <p:spPr>
          <a:xfrm>
            <a:off x="1297457" y="1717589"/>
            <a:ext cx="432486" cy="369332"/>
          </a:xfrm>
          <a:prstGeom prst="chevron">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highlight>
                <a:srgbClr val="00FF00"/>
              </a:highlight>
            </a:endParaRPr>
          </a:p>
        </p:txBody>
      </p:sp>
      <p:sp>
        <p:nvSpPr>
          <p:cNvPr id="7" name="TextBox 6">
            <a:extLst>
              <a:ext uri="{FF2B5EF4-FFF2-40B4-BE49-F238E27FC236}">
                <a16:creationId xmlns:a16="http://schemas.microsoft.com/office/drawing/2014/main" id="{05D64735-BB41-D005-3DE0-9BE7839DD10F}"/>
              </a:ext>
            </a:extLst>
          </p:cNvPr>
          <p:cNvSpPr txBox="1"/>
          <p:nvPr/>
        </p:nvSpPr>
        <p:spPr>
          <a:xfrm>
            <a:off x="1767014" y="1717589"/>
            <a:ext cx="5659396" cy="1477328"/>
          </a:xfrm>
          <a:prstGeom prst="rect">
            <a:avLst/>
          </a:prstGeom>
          <a:noFill/>
        </p:spPr>
        <p:txBody>
          <a:bodyPr wrap="square" rtlCol="0">
            <a:spAutoFit/>
          </a:bodyPr>
          <a:lstStyle/>
          <a:p>
            <a:r>
              <a:rPr lang="en-US" dirty="0" err="1"/>
              <a:t>mkdir</a:t>
            </a:r>
            <a:r>
              <a:rPr lang="en-US" dirty="0"/>
              <a:t> /test</a:t>
            </a:r>
          </a:p>
          <a:p>
            <a:r>
              <a:rPr lang="en-US" dirty="0" err="1"/>
              <a:t>mkdir</a:t>
            </a:r>
            <a:r>
              <a:rPr lang="en-US" dirty="0"/>
              <a:t> /test/Telangana</a:t>
            </a:r>
          </a:p>
          <a:p>
            <a:r>
              <a:rPr lang="en-US" dirty="0" err="1"/>
              <a:t>mkdir</a:t>
            </a:r>
            <a:r>
              <a:rPr lang="en-US" dirty="0"/>
              <a:t> /test/Telangana/Hyderabad</a:t>
            </a:r>
          </a:p>
          <a:p>
            <a:r>
              <a:rPr lang="en-US" dirty="0" err="1"/>
              <a:t>mkdir</a:t>
            </a:r>
            <a:r>
              <a:rPr lang="en-US" dirty="0"/>
              <a:t> /test/Telangana/Hyderabad/Ameerpet</a:t>
            </a:r>
          </a:p>
          <a:p>
            <a:r>
              <a:rPr lang="en-US" dirty="0" err="1"/>
              <a:t>mkdir</a:t>
            </a:r>
            <a:r>
              <a:rPr lang="en-US" dirty="0"/>
              <a:t> /test/Telangana/Hyderabad/Ameerpet/ACS</a:t>
            </a:r>
          </a:p>
        </p:txBody>
      </p:sp>
      <p:sp>
        <p:nvSpPr>
          <p:cNvPr id="8" name="Chevron 7">
            <a:extLst>
              <a:ext uri="{FF2B5EF4-FFF2-40B4-BE49-F238E27FC236}">
                <a16:creationId xmlns:a16="http://schemas.microsoft.com/office/drawing/2014/main" id="{248CF42B-B599-23F3-9C4D-1FCB56CC6F1C}"/>
              </a:ext>
            </a:extLst>
          </p:cNvPr>
          <p:cNvSpPr/>
          <p:nvPr/>
        </p:nvSpPr>
        <p:spPr>
          <a:xfrm>
            <a:off x="1285098" y="3522474"/>
            <a:ext cx="432486" cy="369332"/>
          </a:xfrm>
          <a:prstGeom prst="chevron">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highlight>
                <a:srgbClr val="00FF00"/>
              </a:highlight>
            </a:endParaRPr>
          </a:p>
        </p:txBody>
      </p:sp>
      <p:sp>
        <p:nvSpPr>
          <p:cNvPr id="9" name="TextBox 8">
            <a:extLst>
              <a:ext uri="{FF2B5EF4-FFF2-40B4-BE49-F238E27FC236}">
                <a16:creationId xmlns:a16="http://schemas.microsoft.com/office/drawing/2014/main" id="{CB10D7CA-B1DF-AC63-C69B-3B0033525133}"/>
              </a:ext>
            </a:extLst>
          </p:cNvPr>
          <p:cNvSpPr txBox="1"/>
          <p:nvPr/>
        </p:nvSpPr>
        <p:spPr>
          <a:xfrm>
            <a:off x="1754655" y="3547078"/>
            <a:ext cx="5461686" cy="369332"/>
          </a:xfrm>
          <a:prstGeom prst="rect">
            <a:avLst/>
          </a:prstGeom>
          <a:noFill/>
        </p:spPr>
        <p:txBody>
          <a:bodyPr wrap="square" rtlCol="0">
            <a:spAutoFit/>
          </a:bodyPr>
          <a:lstStyle/>
          <a:p>
            <a:r>
              <a:rPr lang="en-US" dirty="0" err="1"/>
              <a:t>mkdir</a:t>
            </a:r>
            <a:r>
              <a:rPr lang="en-US" dirty="0"/>
              <a:t> –p /test/Telangana/Hyderabad/Ameerpet/ACS</a:t>
            </a:r>
          </a:p>
        </p:txBody>
      </p:sp>
      <p:sp>
        <p:nvSpPr>
          <p:cNvPr id="10" name="Chevron 9">
            <a:extLst>
              <a:ext uri="{FF2B5EF4-FFF2-40B4-BE49-F238E27FC236}">
                <a16:creationId xmlns:a16="http://schemas.microsoft.com/office/drawing/2014/main" id="{56FF94FC-16C7-C702-9BF1-8C5F10416156}"/>
              </a:ext>
            </a:extLst>
          </p:cNvPr>
          <p:cNvSpPr/>
          <p:nvPr/>
        </p:nvSpPr>
        <p:spPr>
          <a:xfrm>
            <a:off x="1297457" y="4345460"/>
            <a:ext cx="432486" cy="369332"/>
          </a:xfrm>
          <a:prstGeom prst="chevron">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highlight>
                <a:srgbClr val="00FF00"/>
              </a:highlight>
            </a:endParaRPr>
          </a:p>
        </p:txBody>
      </p:sp>
      <p:sp>
        <p:nvSpPr>
          <p:cNvPr id="11" name="TextBox 10">
            <a:extLst>
              <a:ext uri="{FF2B5EF4-FFF2-40B4-BE49-F238E27FC236}">
                <a16:creationId xmlns:a16="http://schemas.microsoft.com/office/drawing/2014/main" id="{53922D82-BE3B-FFE9-AE99-AD32C5E3A270}"/>
              </a:ext>
            </a:extLst>
          </p:cNvPr>
          <p:cNvSpPr txBox="1"/>
          <p:nvPr/>
        </p:nvSpPr>
        <p:spPr>
          <a:xfrm>
            <a:off x="1767014" y="4345460"/>
            <a:ext cx="2718485" cy="369332"/>
          </a:xfrm>
          <a:prstGeom prst="rect">
            <a:avLst/>
          </a:prstGeom>
          <a:noFill/>
        </p:spPr>
        <p:txBody>
          <a:bodyPr wrap="square" rtlCol="0">
            <a:spAutoFit/>
          </a:bodyPr>
          <a:lstStyle/>
          <a:p>
            <a:r>
              <a:rPr lang="en-US" dirty="0" err="1"/>
              <a:t>rmdir</a:t>
            </a:r>
            <a:r>
              <a:rPr lang="en-US" dirty="0"/>
              <a:t> –r /test/my_dir1</a:t>
            </a:r>
          </a:p>
        </p:txBody>
      </p:sp>
      <p:sp>
        <p:nvSpPr>
          <p:cNvPr id="13" name="Chevron 12">
            <a:extLst>
              <a:ext uri="{FF2B5EF4-FFF2-40B4-BE49-F238E27FC236}">
                <a16:creationId xmlns:a16="http://schemas.microsoft.com/office/drawing/2014/main" id="{986D224D-D54F-01B1-32BD-CD7D4B143185}"/>
              </a:ext>
            </a:extLst>
          </p:cNvPr>
          <p:cNvSpPr/>
          <p:nvPr/>
        </p:nvSpPr>
        <p:spPr>
          <a:xfrm>
            <a:off x="1285099" y="4991047"/>
            <a:ext cx="432486" cy="369332"/>
          </a:xfrm>
          <a:prstGeom prst="chevron">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highlight>
                <a:srgbClr val="00FF00"/>
              </a:highlight>
            </a:endParaRPr>
          </a:p>
        </p:txBody>
      </p:sp>
      <p:sp>
        <p:nvSpPr>
          <p:cNvPr id="14" name="TextBox 13">
            <a:extLst>
              <a:ext uri="{FF2B5EF4-FFF2-40B4-BE49-F238E27FC236}">
                <a16:creationId xmlns:a16="http://schemas.microsoft.com/office/drawing/2014/main" id="{043BB774-8B59-B3A5-81F6-ADF47916D1DD}"/>
              </a:ext>
            </a:extLst>
          </p:cNvPr>
          <p:cNvSpPr txBox="1"/>
          <p:nvPr/>
        </p:nvSpPr>
        <p:spPr>
          <a:xfrm>
            <a:off x="1767014" y="5026462"/>
            <a:ext cx="3188046" cy="369332"/>
          </a:xfrm>
          <a:prstGeom prst="rect">
            <a:avLst/>
          </a:prstGeom>
          <a:noFill/>
        </p:spPr>
        <p:txBody>
          <a:bodyPr wrap="square" rtlCol="0">
            <a:spAutoFit/>
          </a:bodyPr>
          <a:lstStyle/>
          <a:p>
            <a:r>
              <a:rPr lang="en-US" dirty="0"/>
              <a:t>cp –r my_dir1 /test/my_dir2</a:t>
            </a:r>
          </a:p>
        </p:txBody>
      </p:sp>
      <p:sp>
        <p:nvSpPr>
          <p:cNvPr id="16" name="Rounded Rectangle 15">
            <a:extLst>
              <a:ext uri="{FF2B5EF4-FFF2-40B4-BE49-F238E27FC236}">
                <a16:creationId xmlns:a16="http://schemas.microsoft.com/office/drawing/2014/main" id="{91A658CB-0B5C-AAEB-C1B2-2F05C1A953BB}"/>
              </a:ext>
            </a:extLst>
          </p:cNvPr>
          <p:cNvSpPr/>
          <p:nvPr/>
        </p:nvSpPr>
        <p:spPr>
          <a:xfrm>
            <a:off x="8464378" y="1359242"/>
            <a:ext cx="3089190" cy="2722428"/>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Make a directory hierarchy</a:t>
            </a:r>
          </a:p>
        </p:txBody>
      </p:sp>
      <p:sp>
        <p:nvSpPr>
          <p:cNvPr id="17" name="Rounded Rectangle 16">
            <a:extLst>
              <a:ext uri="{FF2B5EF4-FFF2-40B4-BE49-F238E27FC236}">
                <a16:creationId xmlns:a16="http://schemas.microsoft.com/office/drawing/2014/main" id="{C7E4B16B-6231-C1C9-D9E1-D08339270F95}"/>
              </a:ext>
            </a:extLst>
          </p:cNvPr>
          <p:cNvSpPr/>
          <p:nvPr/>
        </p:nvSpPr>
        <p:spPr>
          <a:xfrm>
            <a:off x="8464378" y="4366055"/>
            <a:ext cx="3089190" cy="519275"/>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Remove directory</a:t>
            </a:r>
          </a:p>
        </p:txBody>
      </p:sp>
      <p:sp>
        <p:nvSpPr>
          <p:cNvPr id="18" name="Rounded Rectangle 17">
            <a:extLst>
              <a:ext uri="{FF2B5EF4-FFF2-40B4-BE49-F238E27FC236}">
                <a16:creationId xmlns:a16="http://schemas.microsoft.com/office/drawing/2014/main" id="{D6EDFC68-6C35-3B81-28A6-D4F94AB47024}"/>
              </a:ext>
            </a:extLst>
          </p:cNvPr>
          <p:cNvSpPr/>
          <p:nvPr/>
        </p:nvSpPr>
        <p:spPr>
          <a:xfrm>
            <a:off x="8464378" y="5045388"/>
            <a:ext cx="3089190" cy="519275"/>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Copy directory</a:t>
            </a:r>
          </a:p>
        </p:txBody>
      </p:sp>
    </p:spTree>
    <p:extLst>
      <p:ext uri="{BB962C8B-B14F-4D97-AF65-F5344CB8AC3E}">
        <p14:creationId xmlns:p14="http://schemas.microsoft.com/office/powerpoint/2010/main" val="2459436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4A178-F330-8A3D-C418-67D42CE58BA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EA52956-4E95-6EA2-C7D0-A090A6DF5E15}"/>
              </a:ext>
            </a:extLst>
          </p:cNvPr>
          <p:cNvSpPr txBox="1"/>
          <p:nvPr/>
        </p:nvSpPr>
        <p:spPr>
          <a:xfrm>
            <a:off x="0" y="197707"/>
            <a:ext cx="12192000" cy="584775"/>
          </a:xfrm>
          <a:prstGeom prst="rect">
            <a:avLst/>
          </a:prstGeom>
          <a:noFill/>
        </p:spPr>
        <p:txBody>
          <a:bodyPr wrap="square" rtlCol="0">
            <a:spAutoFit/>
          </a:bodyPr>
          <a:lstStyle/>
          <a:p>
            <a:pPr algn="ctr"/>
            <a:r>
              <a:rPr lang="en-US" sz="3200" b="1" dirty="0">
                <a:latin typeface="+mj-lt"/>
              </a:rPr>
              <a:t>Commands - Files</a:t>
            </a:r>
          </a:p>
        </p:txBody>
      </p:sp>
      <p:sp>
        <p:nvSpPr>
          <p:cNvPr id="6" name="Chevron 5">
            <a:extLst>
              <a:ext uri="{FF2B5EF4-FFF2-40B4-BE49-F238E27FC236}">
                <a16:creationId xmlns:a16="http://schemas.microsoft.com/office/drawing/2014/main" id="{01565397-F926-0EF9-0881-EF9145C11798}"/>
              </a:ext>
            </a:extLst>
          </p:cNvPr>
          <p:cNvSpPr/>
          <p:nvPr/>
        </p:nvSpPr>
        <p:spPr>
          <a:xfrm>
            <a:off x="1297457" y="1717589"/>
            <a:ext cx="432486" cy="369332"/>
          </a:xfrm>
          <a:prstGeom prst="chevron">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highlight>
                <a:srgbClr val="00FF00"/>
              </a:highlight>
            </a:endParaRPr>
          </a:p>
        </p:txBody>
      </p:sp>
      <p:sp>
        <p:nvSpPr>
          <p:cNvPr id="7" name="TextBox 6">
            <a:extLst>
              <a:ext uri="{FF2B5EF4-FFF2-40B4-BE49-F238E27FC236}">
                <a16:creationId xmlns:a16="http://schemas.microsoft.com/office/drawing/2014/main" id="{C6DB07F4-495A-622F-E44B-60B000880C46}"/>
              </a:ext>
            </a:extLst>
          </p:cNvPr>
          <p:cNvSpPr txBox="1"/>
          <p:nvPr/>
        </p:nvSpPr>
        <p:spPr>
          <a:xfrm>
            <a:off x="1767014" y="1717589"/>
            <a:ext cx="5659396" cy="369332"/>
          </a:xfrm>
          <a:prstGeom prst="rect">
            <a:avLst/>
          </a:prstGeom>
          <a:noFill/>
        </p:spPr>
        <p:txBody>
          <a:bodyPr wrap="square" rtlCol="0">
            <a:spAutoFit/>
          </a:bodyPr>
          <a:lstStyle/>
          <a:p>
            <a:r>
              <a:rPr lang="en-US" dirty="0"/>
              <a:t>touch </a:t>
            </a:r>
            <a:r>
              <a:rPr lang="en-US" dirty="0" err="1"/>
              <a:t>new_file.txt</a:t>
            </a:r>
            <a:endParaRPr lang="en-US" dirty="0"/>
          </a:p>
        </p:txBody>
      </p:sp>
      <p:sp>
        <p:nvSpPr>
          <p:cNvPr id="8" name="Chevron 7">
            <a:extLst>
              <a:ext uri="{FF2B5EF4-FFF2-40B4-BE49-F238E27FC236}">
                <a16:creationId xmlns:a16="http://schemas.microsoft.com/office/drawing/2014/main" id="{770556B6-4748-4FE1-0069-96C97B3A7E64}"/>
              </a:ext>
            </a:extLst>
          </p:cNvPr>
          <p:cNvSpPr/>
          <p:nvPr/>
        </p:nvSpPr>
        <p:spPr>
          <a:xfrm>
            <a:off x="1297457" y="2504981"/>
            <a:ext cx="432486" cy="369332"/>
          </a:xfrm>
          <a:prstGeom prst="chevron">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highlight>
                <a:srgbClr val="00FF00"/>
              </a:highlight>
            </a:endParaRPr>
          </a:p>
        </p:txBody>
      </p:sp>
      <p:sp>
        <p:nvSpPr>
          <p:cNvPr id="9" name="TextBox 8">
            <a:extLst>
              <a:ext uri="{FF2B5EF4-FFF2-40B4-BE49-F238E27FC236}">
                <a16:creationId xmlns:a16="http://schemas.microsoft.com/office/drawing/2014/main" id="{4E7E0B88-C5B1-9BC9-D90F-67D6D037E7C2}"/>
              </a:ext>
            </a:extLst>
          </p:cNvPr>
          <p:cNvSpPr txBox="1"/>
          <p:nvPr/>
        </p:nvSpPr>
        <p:spPr>
          <a:xfrm>
            <a:off x="1767014" y="2529585"/>
            <a:ext cx="5461686" cy="923330"/>
          </a:xfrm>
          <a:prstGeom prst="rect">
            <a:avLst/>
          </a:prstGeom>
          <a:noFill/>
        </p:spPr>
        <p:txBody>
          <a:bodyPr wrap="square" rtlCol="0">
            <a:spAutoFit/>
          </a:bodyPr>
          <a:lstStyle/>
          <a:p>
            <a:r>
              <a:rPr lang="en-US" dirty="0"/>
              <a:t>cat &gt; </a:t>
            </a:r>
            <a:r>
              <a:rPr lang="en-US" dirty="0" err="1"/>
              <a:t>new_file.txt</a:t>
            </a:r>
            <a:endParaRPr lang="en-US" dirty="0"/>
          </a:p>
          <a:p>
            <a:r>
              <a:rPr lang="en-US" dirty="0"/>
              <a:t>Working with Linux</a:t>
            </a:r>
          </a:p>
          <a:p>
            <a:r>
              <a:rPr lang="en-US" i="1" dirty="0"/>
              <a:t>CTRL+D</a:t>
            </a:r>
          </a:p>
        </p:txBody>
      </p:sp>
      <p:sp>
        <p:nvSpPr>
          <p:cNvPr id="10" name="Chevron 9">
            <a:extLst>
              <a:ext uri="{FF2B5EF4-FFF2-40B4-BE49-F238E27FC236}">
                <a16:creationId xmlns:a16="http://schemas.microsoft.com/office/drawing/2014/main" id="{EF4718CC-191B-F02A-B1CF-78282E65F068}"/>
              </a:ext>
            </a:extLst>
          </p:cNvPr>
          <p:cNvSpPr/>
          <p:nvPr/>
        </p:nvSpPr>
        <p:spPr>
          <a:xfrm>
            <a:off x="1309815" y="3614356"/>
            <a:ext cx="432486" cy="369332"/>
          </a:xfrm>
          <a:prstGeom prst="chevron">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highlight>
                <a:srgbClr val="00FF00"/>
              </a:highlight>
            </a:endParaRPr>
          </a:p>
        </p:txBody>
      </p:sp>
      <p:sp>
        <p:nvSpPr>
          <p:cNvPr id="11" name="TextBox 10">
            <a:extLst>
              <a:ext uri="{FF2B5EF4-FFF2-40B4-BE49-F238E27FC236}">
                <a16:creationId xmlns:a16="http://schemas.microsoft.com/office/drawing/2014/main" id="{E71773EA-3512-3DC6-95FE-B13899E5DBD0}"/>
              </a:ext>
            </a:extLst>
          </p:cNvPr>
          <p:cNvSpPr txBox="1"/>
          <p:nvPr/>
        </p:nvSpPr>
        <p:spPr>
          <a:xfrm>
            <a:off x="1779372" y="3614356"/>
            <a:ext cx="2718485" cy="646331"/>
          </a:xfrm>
          <a:prstGeom prst="rect">
            <a:avLst/>
          </a:prstGeom>
          <a:noFill/>
        </p:spPr>
        <p:txBody>
          <a:bodyPr wrap="square" rtlCol="0">
            <a:spAutoFit/>
          </a:bodyPr>
          <a:lstStyle/>
          <a:p>
            <a:r>
              <a:rPr lang="en-US" dirty="0"/>
              <a:t>cat </a:t>
            </a:r>
            <a:r>
              <a:rPr lang="en-US" dirty="0" err="1"/>
              <a:t>new_file.txt</a:t>
            </a:r>
            <a:endParaRPr lang="en-US" dirty="0"/>
          </a:p>
          <a:p>
            <a:r>
              <a:rPr lang="en-US" dirty="0"/>
              <a:t>Working with Linux</a:t>
            </a:r>
          </a:p>
        </p:txBody>
      </p:sp>
      <p:sp>
        <p:nvSpPr>
          <p:cNvPr id="13" name="Chevron 12">
            <a:extLst>
              <a:ext uri="{FF2B5EF4-FFF2-40B4-BE49-F238E27FC236}">
                <a16:creationId xmlns:a16="http://schemas.microsoft.com/office/drawing/2014/main" id="{63AECED3-CA0C-C275-5E84-D40BBC97ADD7}"/>
              </a:ext>
            </a:extLst>
          </p:cNvPr>
          <p:cNvSpPr/>
          <p:nvPr/>
        </p:nvSpPr>
        <p:spPr>
          <a:xfrm>
            <a:off x="1297457" y="4441119"/>
            <a:ext cx="432486" cy="369332"/>
          </a:xfrm>
          <a:prstGeom prst="chevron">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highlight>
                <a:srgbClr val="00FF00"/>
              </a:highlight>
            </a:endParaRPr>
          </a:p>
        </p:txBody>
      </p:sp>
      <p:sp>
        <p:nvSpPr>
          <p:cNvPr id="14" name="TextBox 13">
            <a:extLst>
              <a:ext uri="{FF2B5EF4-FFF2-40B4-BE49-F238E27FC236}">
                <a16:creationId xmlns:a16="http://schemas.microsoft.com/office/drawing/2014/main" id="{F6732C97-9988-4F10-9478-445EBE7FC0AE}"/>
              </a:ext>
            </a:extLst>
          </p:cNvPr>
          <p:cNvSpPr txBox="1"/>
          <p:nvPr/>
        </p:nvSpPr>
        <p:spPr>
          <a:xfrm>
            <a:off x="1779372" y="4476534"/>
            <a:ext cx="3188046" cy="369332"/>
          </a:xfrm>
          <a:prstGeom prst="rect">
            <a:avLst/>
          </a:prstGeom>
          <a:noFill/>
        </p:spPr>
        <p:txBody>
          <a:bodyPr wrap="square" rtlCol="0">
            <a:spAutoFit/>
          </a:bodyPr>
          <a:lstStyle/>
          <a:p>
            <a:r>
              <a:rPr lang="en-US" dirty="0"/>
              <a:t>cp </a:t>
            </a:r>
            <a:r>
              <a:rPr lang="en-US" dirty="0" err="1"/>
              <a:t>new_file.txt</a:t>
            </a:r>
            <a:r>
              <a:rPr lang="en-US" dirty="0"/>
              <a:t> </a:t>
            </a:r>
            <a:r>
              <a:rPr lang="en-US" dirty="0" err="1"/>
              <a:t>copy_file.txt</a:t>
            </a:r>
            <a:endParaRPr lang="en-US" dirty="0"/>
          </a:p>
        </p:txBody>
      </p:sp>
      <p:sp>
        <p:nvSpPr>
          <p:cNvPr id="16" name="Rounded Rectangle 15">
            <a:extLst>
              <a:ext uri="{FF2B5EF4-FFF2-40B4-BE49-F238E27FC236}">
                <a16:creationId xmlns:a16="http://schemas.microsoft.com/office/drawing/2014/main" id="{BDBCDEA9-8D30-7A52-F6F2-156250116CCA}"/>
              </a:ext>
            </a:extLst>
          </p:cNvPr>
          <p:cNvSpPr/>
          <p:nvPr/>
        </p:nvSpPr>
        <p:spPr>
          <a:xfrm>
            <a:off x="8241957" y="1553627"/>
            <a:ext cx="3311611" cy="519275"/>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Create a new file (no contents) </a:t>
            </a:r>
          </a:p>
        </p:txBody>
      </p:sp>
      <p:sp>
        <p:nvSpPr>
          <p:cNvPr id="17" name="Rounded Rectangle 16">
            <a:extLst>
              <a:ext uri="{FF2B5EF4-FFF2-40B4-BE49-F238E27FC236}">
                <a16:creationId xmlns:a16="http://schemas.microsoft.com/office/drawing/2014/main" id="{E45912C6-1B7D-A983-FC01-F0A39D3BA933}"/>
              </a:ext>
            </a:extLst>
          </p:cNvPr>
          <p:cNvSpPr/>
          <p:nvPr/>
        </p:nvSpPr>
        <p:spPr>
          <a:xfrm>
            <a:off x="8241957" y="2614675"/>
            <a:ext cx="3311611" cy="519275"/>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Add contents to file </a:t>
            </a:r>
          </a:p>
        </p:txBody>
      </p:sp>
      <p:sp>
        <p:nvSpPr>
          <p:cNvPr id="18" name="Rounded Rectangle 17">
            <a:extLst>
              <a:ext uri="{FF2B5EF4-FFF2-40B4-BE49-F238E27FC236}">
                <a16:creationId xmlns:a16="http://schemas.microsoft.com/office/drawing/2014/main" id="{008A5AC0-0835-1E1E-CBC1-D7EEE03AFC09}"/>
              </a:ext>
            </a:extLst>
          </p:cNvPr>
          <p:cNvSpPr/>
          <p:nvPr/>
        </p:nvSpPr>
        <p:spPr>
          <a:xfrm>
            <a:off x="8241957" y="3708172"/>
            <a:ext cx="3311611" cy="519275"/>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View contents of file </a:t>
            </a:r>
          </a:p>
        </p:txBody>
      </p:sp>
      <p:sp>
        <p:nvSpPr>
          <p:cNvPr id="4" name="Chevron 3">
            <a:extLst>
              <a:ext uri="{FF2B5EF4-FFF2-40B4-BE49-F238E27FC236}">
                <a16:creationId xmlns:a16="http://schemas.microsoft.com/office/drawing/2014/main" id="{32B4EC43-7756-3DC8-82B5-8EA5D5916948}"/>
              </a:ext>
            </a:extLst>
          </p:cNvPr>
          <p:cNvSpPr/>
          <p:nvPr/>
        </p:nvSpPr>
        <p:spPr>
          <a:xfrm>
            <a:off x="1309815" y="5145747"/>
            <a:ext cx="432486" cy="369332"/>
          </a:xfrm>
          <a:prstGeom prst="chevron">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highlight>
                <a:srgbClr val="00FF00"/>
              </a:highlight>
            </a:endParaRPr>
          </a:p>
        </p:txBody>
      </p:sp>
      <p:sp>
        <p:nvSpPr>
          <p:cNvPr id="5" name="TextBox 4">
            <a:extLst>
              <a:ext uri="{FF2B5EF4-FFF2-40B4-BE49-F238E27FC236}">
                <a16:creationId xmlns:a16="http://schemas.microsoft.com/office/drawing/2014/main" id="{B4805709-31BB-E756-B11D-CA80825DFBEF}"/>
              </a:ext>
            </a:extLst>
          </p:cNvPr>
          <p:cNvSpPr txBox="1"/>
          <p:nvPr/>
        </p:nvSpPr>
        <p:spPr>
          <a:xfrm>
            <a:off x="1791730" y="5181162"/>
            <a:ext cx="3756454" cy="369332"/>
          </a:xfrm>
          <a:prstGeom prst="rect">
            <a:avLst/>
          </a:prstGeom>
          <a:noFill/>
        </p:spPr>
        <p:txBody>
          <a:bodyPr wrap="square" rtlCol="0">
            <a:spAutoFit/>
          </a:bodyPr>
          <a:lstStyle/>
          <a:p>
            <a:r>
              <a:rPr lang="en-US" dirty="0"/>
              <a:t>mv </a:t>
            </a:r>
            <a:r>
              <a:rPr lang="en-US" dirty="0" err="1"/>
              <a:t>new_file.txt</a:t>
            </a:r>
            <a:r>
              <a:rPr lang="en-US" dirty="0"/>
              <a:t> </a:t>
            </a:r>
            <a:r>
              <a:rPr lang="en-US" dirty="0" err="1"/>
              <a:t>sample_move.txt</a:t>
            </a:r>
            <a:endParaRPr lang="en-US" dirty="0"/>
          </a:p>
        </p:txBody>
      </p:sp>
      <p:sp>
        <p:nvSpPr>
          <p:cNvPr id="12" name="Rounded Rectangle 11">
            <a:extLst>
              <a:ext uri="{FF2B5EF4-FFF2-40B4-BE49-F238E27FC236}">
                <a16:creationId xmlns:a16="http://schemas.microsoft.com/office/drawing/2014/main" id="{D0BDAE6F-7E91-C799-9550-ED1A598B6FBC}"/>
              </a:ext>
            </a:extLst>
          </p:cNvPr>
          <p:cNvSpPr/>
          <p:nvPr/>
        </p:nvSpPr>
        <p:spPr>
          <a:xfrm>
            <a:off x="8241957" y="4441119"/>
            <a:ext cx="3311611" cy="519275"/>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Copy file</a:t>
            </a:r>
          </a:p>
        </p:txBody>
      </p:sp>
      <p:sp>
        <p:nvSpPr>
          <p:cNvPr id="15" name="Rounded Rectangle 14">
            <a:extLst>
              <a:ext uri="{FF2B5EF4-FFF2-40B4-BE49-F238E27FC236}">
                <a16:creationId xmlns:a16="http://schemas.microsoft.com/office/drawing/2014/main" id="{FF3C50E1-22C9-92F8-469A-ABE06C942CBB}"/>
              </a:ext>
            </a:extLst>
          </p:cNvPr>
          <p:cNvSpPr/>
          <p:nvPr/>
        </p:nvSpPr>
        <p:spPr>
          <a:xfrm>
            <a:off x="8241957" y="5106190"/>
            <a:ext cx="3311611" cy="519275"/>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Move (rename) File</a:t>
            </a:r>
          </a:p>
        </p:txBody>
      </p:sp>
      <p:sp>
        <p:nvSpPr>
          <p:cNvPr id="19" name="Chevron 18">
            <a:extLst>
              <a:ext uri="{FF2B5EF4-FFF2-40B4-BE49-F238E27FC236}">
                <a16:creationId xmlns:a16="http://schemas.microsoft.com/office/drawing/2014/main" id="{999BA446-7A08-2674-2A8E-27D66D5A7532}"/>
              </a:ext>
            </a:extLst>
          </p:cNvPr>
          <p:cNvSpPr/>
          <p:nvPr/>
        </p:nvSpPr>
        <p:spPr>
          <a:xfrm>
            <a:off x="1285099" y="5885790"/>
            <a:ext cx="432486" cy="369332"/>
          </a:xfrm>
          <a:prstGeom prst="chevron">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highlight>
                <a:srgbClr val="00FF00"/>
              </a:highlight>
            </a:endParaRPr>
          </a:p>
        </p:txBody>
      </p:sp>
      <p:sp>
        <p:nvSpPr>
          <p:cNvPr id="20" name="TextBox 19">
            <a:extLst>
              <a:ext uri="{FF2B5EF4-FFF2-40B4-BE49-F238E27FC236}">
                <a16:creationId xmlns:a16="http://schemas.microsoft.com/office/drawing/2014/main" id="{2435319C-10DC-1AAC-C865-A70618F9514D}"/>
              </a:ext>
            </a:extLst>
          </p:cNvPr>
          <p:cNvSpPr txBox="1"/>
          <p:nvPr/>
        </p:nvSpPr>
        <p:spPr>
          <a:xfrm>
            <a:off x="1767014" y="5921205"/>
            <a:ext cx="3756454" cy="369332"/>
          </a:xfrm>
          <a:prstGeom prst="rect">
            <a:avLst/>
          </a:prstGeom>
          <a:noFill/>
        </p:spPr>
        <p:txBody>
          <a:bodyPr wrap="square" rtlCol="0">
            <a:spAutoFit/>
          </a:bodyPr>
          <a:lstStyle/>
          <a:p>
            <a:r>
              <a:rPr lang="en-US" dirty="0"/>
              <a:t>rm </a:t>
            </a:r>
            <a:r>
              <a:rPr lang="en-US" dirty="0" err="1"/>
              <a:t>new_file.txt</a:t>
            </a:r>
            <a:endParaRPr lang="en-US" dirty="0"/>
          </a:p>
        </p:txBody>
      </p:sp>
      <p:sp>
        <p:nvSpPr>
          <p:cNvPr id="3" name="Rounded Rectangle 2">
            <a:extLst>
              <a:ext uri="{FF2B5EF4-FFF2-40B4-BE49-F238E27FC236}">
                <a16:creationId xmlns:a16="http://schemas.microsoft.com/office/drawing/2014/main" id="{3267BBD2-99D2-167C-53C5-3DB749C7E150}"/>
              </a:ext>
            </a:extLst>
          </p:cNvPr>
          <p:cNvSpPr/>
          <p:nvPr/>
        </p:nvSpPr>
        <p:spPr>
          <a:xfrm>
            <a:off x="8241957" y="5846233"/>
            <a:ext cx="3311611" cy="519275"/>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Remove File</a:t>
            </a:r>
          </a:p>
        </p:txBody>
      </p:sp>
    </p:spTree>
    <p:extLst>
      <p:ext uri="{BB962C8B-B14F-4D97-AF65-F5344CB8AC3E}">
        <p14:creationId xmlns:p14="http://schemas.microsoft.com/office/powerpoint/2010/main" val="4249690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CB0E1F-39BF-D570-0CA5-DE590EA277F2}"/>
              </a:ext>
            </a:extLst>
          </p:cNvPr>
          <p:cNvSpPr txBox="1"/>
          <p:nvPr/>
        </p:nvSpPr>
        <p:spPr>
          <a:xfrm>
            <a:off x="1113810" y="2825248"/>
            <a:ext cx="4036334" cy="2387600"/>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200" b="1" kern="1200" dirty="0">
                <a:solidFill>
                  <a:schemeClr val="tx1"/>
                </a:solidFill>
                <a:latin typeface="+mj-lt"/>
                <a:ea typeface="+mj-ea"/>
                <a:cs typeface="+mj-cs"/>
              </a:rPr>
              <a:t>VI Editor</a:t>
            </a:r>
          </a:p>
        </p:txBody>
      </p:sp>
      <p:pic>
        <p:nvPicPr>
          <p:cNvPr id="3" name="Picture 2">
            <a:extLst>
              <a:ext uri="{FF2B5EF4-FFF2-40B4-BE49-F238E27FC236}">
                <a16:creationId xmlns:a16="http://schemas.microsoft.com/office/drawing/2014/main" id="{56B5738F-7C8D-B784-DD28-DBC0278DED57}"/>
              </a:ext>
            </a:extLst>
          </p:cNvPr>
          <p:cNvPicPr>
            <a:picLocks noChangeAspect="1"/>
          </p:cNvPicPr>
          <p:nvPr/>
        </p:nvPicPr>
        <p:blipFill>
          <a:blip r:embed="rId2"/>
          <a:stretch>
            <a:fillRect/>
          </a:stretch>
        </p:blipFill>
        <p:spPr>
          <a:xfrm>
            <a:off x="5922492" y="941991"/>
            <a:ext cx="5536001" cy="4899361"/>
          </a:xfrm>
          <a:prstGeom prst="rect">
            <a:avLst/>
          </a:prstGeom>
        </p:spPr>
      </p:pic>
      <p:sp>
        <p:nvSpPr>
          <p:cNvPr id="4" name="TextBox 3">
            <a:extLst>
              <a:ext uri="{FF2B5EF4-FFF2-40B4-BE49-F238E27FC236}">
                <a16:creationId xmlns:a16="http://schemas.microsoft.com/office/drawing/2014/main" id="{395E2F93-CC36-18B4-B651-A3679796CD7D}"/>
              </a:ext>
            </a:extLst>
          </p:cNvPr>
          <p:cNvSpPr txBox="1"/>
          <p:nvPr/>
        </p:nvSpPr>
        <p:spPr>
          <a:xfrm>
            <a:off x="731521" y="4298868"/>
            <a:ext cx="4036334" cy="646331"/>
          </a:xfrm>
          <a:prstGeom prst="rect">
            <a:avLst/>
          </a:prstGeom>
          <a:noFill/>
        </p:spPr>
        <p:txBody>
          <a:bodyPr wrap="square" rtlCol="0">
            <a:spAutoFit/>
          </a:bodyPr>
          <a:lstStyle/>
          <a:p>
            <a:r>
              <a:rPr lang="en-US" dirty="0"/>
              <a:t>VI - Visual display editor</a:t>
            </a:r>
          </a:p>
          <a:p>
            <a:r>
              <a:rPr lang="en-US" dirty="0"/>
              <a:t>VIM - Visual display editor improved</a:t>
            </a:r>
          </a:p>
        </p:txBody>
      </p:sp>
    </p:spTree>
    <p:extLst>
      <p:ext uri="{BB962C8B-B14F-4D97-AF65-F5344CB8AC3E}">
        <p14:creationId xmlns:p14="http://schemas.microsoft.com/office/powerpoint/2010/main" val="1191661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B87EF-AAD5-9245-1C8F-471B8AE56FFC}"/>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Modes</a:t>
            </a:r>
          </a:p>
        </p:txBody>
      </p:sp>
      <p:graphicFrame>
        <p:nvGraphicFramePr>
          <p:cNvPr id="34" name="Content Placeholder 2">
            <a:extLst>
              <a:ext uri="{FF2B5EF4-FFF2-40B4-BE49-F238E27FC236}">
                <a16:creationId xmlns:a16="http://schemas.microsoft.com/office/drawing/2014/main" id="{3C07684E-9ABB-EAA5-F3B0-9F0340E1464A}"/>
              </a:ext>
            </a:extLst>
          </p:cNvPr>
          <p:cNvGraphicFramePr>
            <a:graphicFrameLocks noGrp="1"/>
          </p:cNvGraphicFramePr>
          <p:nvPr>
            <p:ph idx="1"/>
            <p:extLst>
              <p:ext uri="{D42A27DB-BD31-4B8C-83A1-F6EECF244321}">
                <p14:modId xmlns:p14="http://schemas.microsoft.com/office/powerpoint/2010/main" val="251343364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5B220AF1-2604-86F1-F450-BF32E45D3930}"/>
              </a:ext>
            </a:extLst>
          </p:cNvPr>
          <p:cNvSpPr txBox="1"/>
          <p:nvPr/>
        </p:nvSpPr>
        <p:spPr>
          <a:xfrm>
            <a:off x="794347" y="6093636"/>
            <a:ext cx="11087595" cy="830997"/>
          </a:xfrm>
          <a:prstGeom prst="rect">
            <a:avLst/>
          </a:prstGeom>
          <a:noFill/>
        </p:spPr>
        <p:txBody>
          <a:bodyPr wrap="square" rtlCol="0">
            <a:spAutoFit/>
          </a:bodyPr>
          <a:lstStyle/>
          <a:p>
            <a:r>
              <a:rPr lang="en-US" sz="2400" b="1" dirty="0"/>
              <a:t>Note: When you open the vi editor, it will be in the command mode by default.</a:t>
            </a:r>
          </a:p>
          <a:p>
            <a:endParaRPr lang="en-US" sz="2400" dirty="0"/>
          </a:p>
        </p:txBody>
      </p:sp>
      <p:graphicFrame>
        <p:nvGraphicFramePr>
          <p:cNvPr id="5" name="Object 4">
            <a:extLst>
              <a:ext uri="{FF2B5EF4-FFF2-40B4-BE49-F238E27FC236}">
                <a16:creationId xmlns:a16="http://schemas.microsoft.com/office/drawing/2014/main" id="{CA9C25B1-66B8-4292-7103-29A889CADD69}"/>
              </a:ext>
            </a:extLst>
          </p:cNvPr>
          <p:cNvGraphicFramePr>
            <a:graphicFrameLocks noChangeAspect="1"/>
          </p:cNvGraphicFramePr>
          <p:nvPr>
            <p:extLst>
              <p:ext uri="{D42A27DB-BD31-4B8C-83A1-F6EECF244321}">
                <p14:modId xmlns:p14="http://schemas.microsoft.com/office/powerpoint/2010/main" val="1062244279"/>
              </p:ext>
            </p:extLst>
          </p:nvPr>
        </p:nvGraphicFramePr>
        <p:xfrm>
          <a:off x="333999" y="1924820"/>
          <a:ext cx="1678848" cy="1060325"/>
        </p:xfrm>
        <a:graphic>
          <a:graphicData uri="http://schemas.openxmlformats.org/presentationml/2006/ole">
            <mc:AlternateContent xmlns:mc="http://schemas.openxmlformats.org/markup-compatibility/2006">
              <mc:Choice xmlns:v="urn:schemas-microsoft-com:vml" Requires="v">
                <p:oleObj name="Worksheet" showAsIcon="1" r:id="rId7" imgW="965200" imgH="609600" progId="Excel.Sheet.12">
                  <p:embed/>
                </p:oleObj>
              </mc:Choice>
              <mc:Fallback>
                <p:oleObj name="Worksheet" showAsIcon="1" r:id="rId7" imgW="965200" imgH="609600" progId="Excel.Sheet.12">
                  <p:embed/>
                  <p:pic>
                    <p:nvPicPr>
                      <p:cNvPr id="5" name="Object 4">
                        <a:extLst>
                          <a:ext uri="{FF2B5EF4-FFF2-40B4-BE49-F238E27FC236}">
                            <a16:creationId xmlns:a16="http://schemas.microsoft.com/office/drawing/2014/main" id="{CA9C25B1-66B8-4292-7103-29A889CADD69}"/>
                          </a:ext>
                        </a:extLst>
                      </p:cNvPr>
                      <p:cNvPicPr/>
                      <p:nvPr/>
                    </p:nvPicPr>
                    <p:blipFill>
                      <a:blip r:embed="rId8"/>
                      <a:stretch>
                        <a:fillRect/>
                      </a:stretch>
                    </p:blipFill>
                    <p:spPr>
                      <a:xfrm>
                        <a:off x="333999" y="1924820"/>
                        <a:ext cx="1678848" cy="1060325"/>
                      </a:xfrm>
                      <a:prstGeom prst="rect">
                        <a:avLst/>
                      </a:prstGeom>
                    </p:spPr>
                  </p:pic>
                </p:oleObj>
              </mc:Fallback>
            </mc:AlternateContent>
          </a:graphicData>
        </a:graphic>
      </p:graphicFrame>
    </p:spTree>
    <p:extLst>
      <p:ext uri="{BB962C8B-B14F-4D97-AF65-F5344CB8AC3E}">
        <p14:creationId xmlns:p14="http://schemas.microsoft.com/office/powerpoint/2010/main" val="711972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C73BE-32FF-1DDF-7FF3-7884CEC05DB5}"/>
              </a:ext>
            </a:extLst>
          </p:cNvPr>
          <p:cNvSpPr>
            <a:spLocks noGrp="1"/>
          </p:cNvSpPr>
          <p:nvPr>
            <p:ph type="title"/>
          </p:nvPr>
        </p:nvSpPr>
        <p:spPr>
          <a:xfrm>
            <a:off x="793662" y="386930"/>
            <a:ext cx="10066122" cy="1298448"/>
          </a:xfrm>
        </p:spPr>
        <p:txBody>
          <a:bodyPr anchor="b">
            <a:normAutofit/>
          </a:bodyPr>
          <a:lstStyle/>
          <a:p>
            <a:pPr algn="ctr"/>
            <a:r>
              <a:rPr lang="en-US" sz="3200" b="1" dirty="0"/>
              <a:t>User Accounts</a:t>
            </a:r>
          </a:p>
        </p:txBody>
      </p:sp>
      <p:sp>
        <p:nvSpPr>
          <p:cNvPr id="5" name="Content Placeholder 4">
            <a:extLst>
              <a:ext uri="{FF2B5EF4-FFF2-40B4-BE49-F238E27FC236}">
                <a16:creationId xmlns:a16="http://schemas.microsoft.com/office/drawing/2014/main" id="{586F10DC-4E48-D05A-AD61-4621DB709ECC}"/>
              </a:ext>
            </a:extLst>
          </p:cNvPr>
          <p:cNvSpPr>
            <a:spLocks noGrp="1"/>
          </p:cNvSpPr>
          <p:nvPr>
            <p:ph idx="1"/>
          </p:nvPr>
        </p:nvSpPr>
        <p:spPr>
          <a:xfrm>
            <a:off x="793661" y="1868557"/>
            <a:ext cx="4530898" cy="4370402"/>
          </a:xfrm>
        </p:spPr>
        <p:txBody>
          <a:bodyPr anchor="ctr">
            <a:noAutofit/>
          </a:bodyPr>
          <a:lstStyle/>
          <a:p>
            <a:r>
              <a:rPr lang="en-US" sz="2000" dirty="0"/>
              <a:t>Every user of the system is assigned a unique user ID ( the UID)</a:t>
            </a:r>
          </a:p>
          <a:p>
            <a:r>
              <a:rPr lang="en-US" sz="2000" dirty="0"/>
              <a:t>Users name and UID are stored in /</a:t>
            </a:r>
            <a:r>
              <a:rPr lang="en-US" sz="2000" dirty="0" err="1"/>
              <a:t>etc</a:t>
            </a:r>
            <a:r>
              <a:rPr lang="en-US" sz="2000" dirty="0"/>
              <a:t>/</a:t>
            </a:r>
            <a:r>
              <a:rPr lang="en-US" sz="2000" dirty="0" err="1"/>
              <a:t>paswd</a:t>
            </a:r>
            <a:endParaRPr lang="en-US" sz="2000" dirty="0"/>
          </a:p>
          <a:p>
            <a:r>
              <a:rPr lang="en-US" sz="2000" dirty="0"/>
              <a:t>Users passwords are stored in /</a:t>
            </a:r>
            <a:r>
              <a:rPr lang="en-US" sz="2000" dirty="0" err="1"/>
              <a:t>etc</a:t>
            </a:r>
            <a:r>
              <a:rPr lang="en-US" sz="2000" dirty="0"/>
              <a:t>/shadow in encrypted form</a:t>
            </a:r>
          </a:p>
          <a:p>
            <a:r>
              <a:rPr lang="en-US" sz="2000" dirty="0"/>
              <a:t>Users are assigned home directory and a program that is run when they login (usually a shell)</a:t>
            </a:r>
          </a:p>
          <a:p>
            <a:r>
              <a:rPr lang="en-US" sz="2000" dirty="0"/>
              <a:t>Users cannot read, write or execute each others files without permissions.</a:t>
            </a:r>
          </a:p>
        </p:txBody>
      </p:sp>
      <p:graphicFrame>
        <p:nvGraphicFramePr>
          <p:cNvPr id="14" name="Table 13">
            <a:extLst>
              <a:ext uri="{FF2B5EF4-FFF2-40B4-BE49-F238E27FC236}">
                <a16:creationId xmlns:a16="http://schemas.microsoft.com/office/drawing/2014/main" id="{FB21AAE7-DC4F-CAAE-87DA-D1F95C586876}"/>
              </a:ext>
            </a:extLst>
          </p:cNvPr>
          <p:cNvGraphicFramePr>
            <a:graphicFrameLocks noGrp="1"/>
          </p:cNvGraphicFramePr>
          <p:nvPr>
            <p:extLst>
              <p:ext uri="{D42A27DB-BD31-4B8C-83A1-F6EECF244321}">
                <p14:modId xmlns:p14="http://schemas.microsoft.com/office/powerpoint/2010/main" val="2076900877"/>
              </p:ext>
            </p:extLst>
          </p:nvPr>
        </p:nvGraphicFramePr>
        <p:xfrm>
          <a:off x="5324559" y="2404292"/>
          <a:ext cx="6575892" cy="1742852"/>
        </p:xfrm>
        <a:graphic>
          <a:graphicData uri="http://schemas.openxmlformats.org/drawingml/2006/table">
            <a:tbl>
              <a:tblPr firstRow="1" bandRow="1">
                <a:tableStyleId>{21E4AEA4-8DFA-4A89-87EB-49C32662AFE0}</a:tableStyleId>
              </a:tblPr>
              <a:tblGrid>
                <a:gridCol w="1095025">
                  <a:extLst>
                    <a:ext uri="{9D8B030D-6E8A-4147-A177-3AD203B41FA5}">
                      <a16:colId xmlns:a16="http://schemas.microsoft.com/office/drawing/2014/main" val="3338324484"/>
                    </a:ext>
                  </a:extLst>
                </a:gridCol>
                <a:gridCol w="1075889">
                  <a:extLst>
                    <a:ext uri="{9D8B030D-6E8A-4147-A177-3AD203B41FA5}">
                      <a16:colId xmlns:a16="http://schemas.microsoft.com/office/drawing/2014/main" val="3564077871"/>
                    </a:ext>
                  </a:extLst>
                </a:gridCol>
                <a:gridCol w="767781">
                  <a:extLst>
                    <a:ext uri="{9D8B030D-6E8A-4147-A177-3AD203B41FA5}">
                      <a16:colId xmlns:a16="http://schemas.microsoft.com/office/drawing/2014/main" val="3826368921"/>
                    </a:ext>
                  </a:extLst>
                </a:gridCol>
                <a:gridCol w="871120">
                  <a:extLst>
                    <a:ext uri="{9D8B030D-6E8A-4147-A177-3AD203B41FA5}">
                      <a16:colId xmlns:a16="http://schemas.microsoft.com/office/drawing/2014/main" val="3846185011"/>
                    </a:ext>
                  </a:extLst>
                </a:gridCol>
                <a:gridCol w="1583021">
                  <a:extLst>
                    <a:ext uri="{9D8B030D-6E8A-4147-A177-3AD203B41FA5}">
                      <a16:colId xmlns:a16="http://schemas.microsoft.com/office/drawing/2014/main" val="505804908"/>
                    </a:ext>
                  </a:extLst>
                </a:gridCol>
                <a:gridCol w="1183056">
                  <a:extLst>
                    <a:ext uri="{9D8B030D-6E8A-4147-A177-3AD203B41FA5}">
                      <a16:colId xmlns:a16="http://schemas.microsoft.com/office/drawing/2014/main" val="3302434728"/>
                    </a:ext>
                  </a:extLst>
                </a:gridCol>
              </a:tblGrid>
              <a:tr h="388857">
                <a:tc>
                  <a:txBody>
                    <a:bodyPr/>
                    <a:lstStyle/>
                    <a:p>
                      <a:pPr algn="l" fontAlgn="b">
                        <a:buNone/>
                      </a:pPr>
                      <a:r>
                        <a:rPr lang="en-US" sz="1600" u="none" strike="noStrike">
                          <a:effectLst/>
                        </a:rPr>
                        <a:t>TYPE </a:t>
                      </a:r>
                      <a:endParaRPr lang="en-US" sz="1600" b="0" i="0" u="none" strike="noStrike">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a:effectLst/>
                        </a:rPr>
                        <a:t>EXAMPLE </a:t>
                      </a:r>
                      <a:endParaRPr lang="en-US" sz="1600" b="0" i="0" u="none" strike="noStrike">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a:effectLst/>
                        </a:rPr>
                        <a:t>USER ID (ID) </a:t>
                      </a:r>
                      <a:endParaRPr lang="en-US" sz="1600" b="0" i="0" u="none" strike="noStrike">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a:effectLst/>
                        </a:rPr>
                        <a:t>GROUP ID (GID)</a:t>
                      </a:r>
                      <a:endParaRPr lang="en-US" sz="1600" b="0" i="0" u="none" strike="noStrike">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a:effectLst/>
                        </a:rPr>
                        <a:t>HOME DIR </a:t>
                      </a:r>
                      <a:endParaRPr lang="en-US" sz="1600" b="0" i="0" u="none" strike="noStrike">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a:effectLst/>
                        </a:rPr>
                        <a:t>SHELL</a:t>
                      </a:r>
                      <a:endParaRPr lang="en-US" sz="1600" b="0" i="0" u="none" strike="noStrike">
                        <a:solidFill>
                          <a:srgbClr val="000000"/>
                        </a:solidFill>
                        <a:effectLst/>
                        <a:latin typeface="Helvetica" pitchFamily="2" charset="0"/>
                      </a:endParaRPr>
                    </a:p>
                  </a:txBody>
                  <a:tcPr marL="8993" marR="8993" marT="8993" marB="0" anchor="b"/>
                </a:tc>
                <a:extLst>
                  <a:ext uri="{0D108BD9-81ED-4DB2-BD59-A6C34878D82A}">
                    <a16:rowId xmlns:a16="http://schemas.microsoft.com/office/drawing/2014/main" val="2814256311"/>
                  </a:ext>
                </a:extLst>
              </a:tr>
              <a:tr h="216192">
                <a:tc>
                  <a:txBody>
                    <a:bodyPr/>
                    <a:lstStyle/>
                    <a:p>
                      <a:pPr algn="l" fontAlgn="b">
                        <a:buNone/>
                      </a:pPr>
                      <a:r>
                        <a:rPr lang="en-US" sz="1600" u="none" strike="noStrike">
                          <a:effectLst/>
                        </a:rPr>
                        <a:t>ROOT </a:t>
                      </a:r>
                      <a:endParaRPr lang="en-US" sz="1600" b="0" i="0" u="none" strike="noStrike">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a:effectLst/>
                        </a:rPr>
                        <a:t>root </a:t>
                      </a:r>
                      <a:endParaRPr lang="en-US" sz="1600" b="0" i="0" u="none" strike="noStrike">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a:effectLst/>
                        </a:rPr>
                        <a:t>0 </a:t>
                      </a:r>
                      <a:endParaRPr lang="en-US" sz="1600" b="0" i="0" u="none" strike="noStrike">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a:effectLst/>
                        </a:rPr>
                        <a:t>0 </a:t>
                      </a:r>
                      <a:endParaRPr lang="en-US" sz="1600" b="0" i="0" u="none" strike="noStrike">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a:effectLst/>
                        </a:rPr>
                        <a:t>/root </a:t>
                      </a:r>
                      <a:endParaRPr lang="en-US" sz="1600" b="0" i="0" u="none" strike="noStrike">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a:effectLst/>
                        </a:rPr>
                        <a:t>/bin/bash</a:t>
                      </a:r>
                      <a:endParaRPr lang="en-US" sz="1600" b="0" i="0" u="none" strike="noStrike">
                        <a:solidFill>
                          <a:srgbClr val="000000"/>
                        </a:solidFill>
                        <a:effectLst/>
                        <a:latin typeface="Helvetica" pitchFamily="2" charset="0"/>
                      </a:endParaRPr>
                    </a:p>
                  </a:txBody>
                  <a:tcPr marL="8993" marR="8993" marT="8993" marB="0" anchor="b"/>
                </a:tc>
                <a:extLst>
                  <a:ext uri="{0D108BD9-81ED-4DB2-BD59-A6C34878D82A}">
                    <a16:rowId xmlns:a16="http://schemas.microsoft.com/office/drawing/2014/main" val="251735295"/>
                  </a:ext>
                </a:extLst>
              </a:tr>
              <a:tr h="388857">
                <a:tc>
                  <a:txBody>
                    <a:bodyPr/>
                    <a:lstStyle/>
                    <a:p>
                      <a:pPr algn="l" fontAlgn="b">
                        <a:buNone/>
                      </a:pPr>
                      <a:r>
                        <a:rPr lang="en-US" sz="1600" u="none" strike="noStrike">
                          <a:effectLst/>
                        </a:rPr>
                        <a:t>REGULAR </a:t>
                      </a:r>
                      <a:endParaRPr lang="en-US" sz="1600" b="0" i="0" u="none" strike="noStrike">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a:effectLst/>
                        </a:rPr>
                        <a:t>Atul, ubuntu,</a:t>
                      </a:r>
                      <a:endParaRPr lang="en-US" sz="1600" b="0" i="0" u="none" strike="noStrike">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dirty="0">
                          <a:effectLst/>
                        </a:rPr>
                        <a:t>1000 to 60000 </a:t>
                      </a:r>
                      <a:endParaRPr lang="en-US" sz="1600" b="0" i="0" u="none" strike="noStrike" dirty="0">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a:effectLst/>
                        </a:rPr>
                        <a:t>1000 to 60000 </a:t>
                      </a:r>
                      <a:endParaRPr lang="en-US" sz="1600" b="0" i="0" u="none" strike="noStrike">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a:effectLst/>
                        </a:rPr>
                        <a:t>/home/username </a:t>
                      </a:r>
                      <a:endParaRPr lang="en-US" sz="1600" b="0" i="0" u="none" strike="noStrike">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a:effectLst/>
                        </a:rPr>
                        <a:t>/bin/bash</a:t>
                      </a:r>
                      <a:endParaRPr lang="en-US" sz="1600" b="0" i="0" u="none" strike="noStrike">
                        <a:solidFill>
                          <a:srgbClr val="000000"/>
                        </a:solidFill>
                        <a:effectLst/>
                        <a:latin typeface="Helvetica" pitchFamily="2" charset="0"/>
                      </a:endParaRPr>
                    </a:p>
                  </a:txBody>
                  <a:tcPr marL="8993" marR="8993" marT="8993" marB="0" anchor="b"/>
                </a:tc>
                <a:extLst>
                  <a:ext uri="{0D108BD9-81ED-4DB2-BD59-A6C34878D82A}">
                    <a16:rowId xmlns:a16="http://schemas.microsoft.com/office/drawing/2014/main" val="2519423525"/>
                  </a:ext>
                </a:extLst>
              </a:tr>
              <a:tr h="388857">
                <a:tc>
                  <a:txBody>
                    <a:bodyPr/>
                    <a:lstStyle/>
                    <a:p>
                      <a:pPr algn="l" fontAlgn="b">
                        <a:buNone/>
                      </a:pPr>
                      <a:r>
                        <a:rPr lang="en-US" sz="1600" u="none" strike="noStrike">
                          <a:effectLst/>
                        </a:rPr>
                        <a:t>SERVICE </a:t>
                      </a:r>
                      <a:endParaRPr lang="en-US" sz="1600" b="0" i="0" u="none" strike="noStrike">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a:effectLst/>
                        </a:rPr>
                        <a:t> ftp, ssh, apache</a:t>
                      </a:r>
                      <a:endParaRPr lang="en-US" sz="1600" b="0" i="0" u="none" strike="noStrike">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a:effectLst/>
                        </a:rPr>
                        <a:t>1 to 999 </a:t>
                      </a:r>
                      <a:endParaRPr lang="en-US" sz="1600" b="0" i="0" u="none" strike="noStrike">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a:effectLst/>
                        </a:rPr>
                        <a:t>1 to 999 </a:t>
                      </a:r>
                      <a:endParaRPr lang="en-US" sz="1600" b="0" i="0" u="none" strike="noStrike">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a:effectLst/>
                        </a:rPr>
                        <a:t>/var/ftp etc </a:t>
                      </a:r>
                      <a:endParaRPr lang="en-US" sz="1600" b="0" i="0" u="none" strike="noStrike">
                        <a:solidFill>
                          <a:srgbClr val="000000"/>
                        </a:solidFill>
                        <a:effectLst/>
                        <a:latin typeface="Helvetica" pitchFamily="2" charset="0"/>
                      </a:endParaRPr>
                    </a:p>
                  </a:txBody>
                  <a:tcPr marL="8993" marR="8993" marT="8993" marB="0" anchor="b"/>
                </a:tc>
                <a:tc>
                  <a:txBody>
                    <a:bodyPr/>
                    <a:lstStyle/>
                    <a:p>
                      <a:pPr algn="l" fontAlgn="b">
                        <a:buNone/>
                      </a:pPr>
                      <a:r>
                        <a:rPr lang="en-US" sz="1600" u="none" strike="noStrike" dirty="0">
                          <a:effectLst/>
                        </a:rPr>
                        <a:t>/</a:t>
                      </a:r>
                      <a:r>
                        <a:rPr lang="en-US" sz="1600" u="none" strike="noStrike" dirty="0" err="1">
                          <a:effectLst/>
                        </a:rPr>
                        <a:t>sbin</a:t>
                      </a:r>
                      <a:r>
                        <a:rPr lang="en-US" sz="1600" u="none" strike="noStrike" dirty="0">
                          <a:effectLst/>
                        </a:rPr>
                        <a:t>/</a:t>
                      </a:r>
                      <a:r>
                        <a:rPr lang="en-US" sz="1600" u="none" strike="noStrike" dirty="0" err="1">
                          <a:effectLst/>
                        </a:rPr>
                        <a:t>nologin</a:t>
                      </a:r>
                      <a:endParaRPr lang="en-US" sz="1600" b="0" i="0" u="none" strike="noStrike" dirty="0">
                        <a:solidFill>
                          <a:srgbClr val="000000"/>
                        </a:solidFill>
                        <a:effectLst/>
                        <a:latin typeface="Helvetica" pitchFamily="2" charset="0"/>
                      </a:endParaRPr>
                    </a:p>
                  </a:txBody>
                  <a:tcPr marL="8993" marR="8993" marT="8993" marB="0" anchor="b"/>
                </a:tc>
                <a:extLst>
                  <a:ext uri="{0D108BD9-81ED-4DB2-BD59-A6C34878D82A}">
                    <a16:rowId xmlns:a16="http://schemas.microsoft.com/office/drawing/2014/main" val="4136732405"/>
                  </a:ext>
                </a:extLst>
              </a:tr>
            </a:tbl>
          </a:graphicData>
        </a:graphic>
      </p:graphicFrame>
    </p:spTree>
    <p:extLst>
      <p:ext uri="{BB962C8B-B14F-4D97-AF65-F5344CB8AC3E}">
        <p14:creationId xmlns:p14="http://schemas.microsoft.com/office/powerpoint/2010/main" val="644830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AFF71-1B87-3A6C-F760-117638F879A6}"/>
              </a:ext>
            </a:extLst>
          </p:cNvPr>
          <p:cNvSpPr>
            <a:spLocks noGrp="1"/>
          </p:cNvSpPr>
          <p:nvPr>
            <p:ph type="title"/>
          </p:nvPr>
        </p:nvSpPr>
        <p:spPr/>
        <p:txBody>
          <a:bodyPr>
            <a:normAutofit/>
          </a:bodyPr>
          <a:lstStyle/>
          <a:p>
            <a:pPr algn="ctr"/>
            <a:r>
              <a:rPr lang="en-US" sz="3200" b="1" dirty="0"/>
              <a:t>Passwd file</a:t>
            </a:r>
          </a:p>
        </p:txBody>
      </p:sp>
      <p:pic>
        <p:nvPicPr>
          <p:cNvPr id="4" name="Content Placeholder 3">
            <a:extLst>
              <a:ext uri="{FF2B5EF4-FFF2-40B4-BE49-F238E27FC236}">
                <a16:creationId xmlns:a16="http://schemas.microsoft.com/office/drawing/2014/main" id="{52E6FA7D-B0BB-8488-2A66-414ABF7CF325}"/>
              </a:ext>
            </a:extLst>
          </p:cNvPr>
          <p:cNvPicPr>
            <a:picLocks noGrp="1" noChangeAspect="1"/>
          </p:cNvPicPr>
          <p:nvPr>
            <p:ph idx="1"/>
          </p:nvPr>
        </p:nvPicPr>
        <p:blipFill>
          <a:blip r:embed="rId2"/>
          <a:stretch>
            <a:fillRect/>
          </a:stretch>
        </p:blipFill>
        <p:spPr>
          <a:xfrm>
            <a:off x="2153260" y="1523717"/>
            <a:ext cx="8001000" cy="635000"/>
          </a:xfrm>
          <a:prstGeom prst="rect">
            <a:avLst/>
          </a:prstGeom>
        </p:spPr>
      </p:pic>
      <p:graphicFrame>
        <p:nvGraphicFramePr>
          <p:cNvPr id="6" name="Table 5">
            <a:extLst>
              <a:ext uri="{FF2B5EF4-FFF2-40B4-BE49-F238E27FC236}">
                <a16:creationId xmlns:a16="http://schemas.microsoft.com/office/drawing/2014/main" id="{9020D90F-888A-A780-4AAF-98D5AA607276}"/>
              </a:ext>
            </a:extLst>
          </p:cNvPr>
          <p:cNvGraphicFramePr>
            <a:graphicFrameLocks noGrp="1"/>
          </p:cNvGraphicFramePr>
          <p:nvPr>
            <p:extLst>
              <p:ext uri="{D42A27DB-BD31-4B8C-83A1-F6EECF244321}">
                <p14:modId xmlns:p14="http://schemas.microsoft.com/office/powerpoint/2010/main" val="368821332"/>
              </p:ext>
            </p:extLst>
          </p:nvPr>
        </p:nvGraphicFramePr>
        <p:xfrm>
          <a:off x="953720" y="2295443"/>
          <a:ext cx="10400080" cy="3959860"/>
        </p:xfrm>
        <a:graphic>
          <a:graphicData uri="http://schemas.openxmlformats.org/drawingml/2006/table">
            <a:tbl>
              <a:tblPr firstRow="1" bandRow="1">
                <a:tableStyleId>{21E4AEA4-8DFA-4A89-87EB-49C32662AFE0}</a:tableStyleId>
              </a:tblPr>
              <a:tblGrid>
                <a:gridCol w="1855741">
                  <a:extLst>
                    <a:ext uri="{9D8B030D-6E8A-4147-A177-3AD203B41FA5}">
                      <a16:colId xmlns:a16="http://schemas.microsoft.com/office/drawing/2014/main" val="3904221795"/>
                    </a:ext>
                  </a:extLst>
                </a:gridCol>
                <a:gridCol w="2782956">
                  <a:extLst>
                    <a:ext uri="{9D8B030D-6E8A-4147-A177-3AD203B41FA5}">
                      <a16:colId xmlns:a16="http://schemas.microsoft.com/office/drawing/2014/main" val="626436183"/>
                    </a:ext>
                  </a:extLst>
                </a:gridCol>
                <a:gridCol w="1974574">
                  <a:extLst>
                    <a:ext uri="{9D8B030D-6E8A-4147-A177-3AD203B41FA5}">
                      <a16:colId xmlns:a16="http://schemas.microsoft.com/office/drawing/2014/main" val="867721794"/>
                    </a:ext>
                  </a:extLst>
                </a:gridCol>
                <a:gridCol w="3786809">
                  <a:extLst>
                    <a:ext uri="{9D8B030D-6E8A-4147-A177-3AD203B41FA5}">
                      <a16:colId xmlns:a16="http://schemas.microsoft.com/office/drawing/2014/main" val="82030132"/>
                    </a:ext>
                  </a:extLst>
                </a:gridCol>
              </a:tblGrid>
              <a:tr h="370840">
                <a:tc>
                  <a:txBody>
                    <a:bodyPr/>
                    <a:lstStyle/>
                    <a:p>
                      <a:pPr algn="l" fontAlgn="ctr">
                        <a:buNone/>
                      </a:pPr>
                      <a:r>
                        <a:rPr lang="en-US" sz="2000" b="0" u="none" strike="noStrike" dirty="0">
                          <a:solidFill>
                            <a:srgbClr val="000000"/>
                          </a:solidFill>
                          <a:effectLst/>
                        </a:rPr>
                        <a:t>Field Number</a:t>
                      </a:r>
                      <a:endParaRPr lang="en-US" sz="20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dirty="0">
                          <a:solidFill>
                            <a:srgbClr val="000000"/>
                          </a:solidFill>
                          <a:effectLst/>
                        </a:rPr>
                        <a:t>Field Name</a:t>
                      </a:r>
                      <a:endParaRPr lang="en-US" sz="20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Value</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Meaning</a:t>
                      </a:r>
                      <a:endParaRPr lang="en-US" sz="20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40759255"/>
                  </a:ext>
                </a:extLst>
              </a:tr>
              <a:tr h="370840">
                <a:tc>
                  <a:txBody>
                    <a:bodyPr/>
                    <a:lstStyle/>
                    <a:p>
                      <a:pPr algn="l" fontAlgn="ctr">
                        <a:buNone/>
                      </a:pPr>
                      <a:r>
                        <a:rPr lang="en-US" sz="2000" b="0" u="none" strike="noStrike">
                          <a:solidFill>
                            <a:srgbClr val="000000"/>
                          </a:solidFill>
                          <a:effectLst/>
                        </a:rPr>
                        <a:t>1</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Username</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dirty="0">
                          <a:solidFill>
                            <a:srgbClr val="000000"/>
                          </a:solidFill>
                          <a:effectLst/>
                        </a:rPr>
                        <a:t>ubuntu</a:t>
                      </a:r>
                      <a:endParaRPr lang="en-US" sz="20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The login name of the user</a:t>
                      </a:r>
                      <a:endParaRPr lang="en-US" sz="20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71980445"/>
                  </a:ext>
                </a:extLst>
              </a:tr>
              <a:tr h="370840">
                <a:tc>
                  <a:txBody>
                    <a:bodyPr/>
                    <a:lstStyle/>
                    <a:p>
                      <a:pPr algn="l" fontAlgn="ctr">
                        <a:buNone/>
                      </a:pPr>
                      <a:r>
                        <a:rPr lang="en-US" sz="2000" b="0" u="none" strike="noStrike">
                          <a:solidFill>
                            <a:srgbClr val="000000"/>
                          </a:solidFill>
                          <a:effectLst/>
                        </a:rPr>
                        <a:t>2</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Password Placeholder</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x</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Indicates password is stored securely in /etc/shadow</a:t>
                      </a:r>
                      <a:endParaRPr lang="en-US" sz="20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033228200"/>
                  </a:ext>
                </a:extLst>
              </a:tr>
              <a:tr h="370840">
                <a:tc>
                  <a:txBody>
                    <a:bodyPr/>
                    <a:lstStyle/>
                    <a:p>
                      <a:pPr algn="l" fontAlgn="ctr">
                        <a:buNone/>
                      </a:pPr>
                      <a:r>
                        <a:rPr lang="en-US" sz="2000" b="0" u="none" strike="noStrike">
                          <a:solidFill>
                            <a:srgbClr val="000000"/>
                          </a:solidFill>
                          <a:effectLst/>
                        </a:rPr>
                        <a:t>3</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UID (User ID)</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1000</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Unique ID for the user; first normal user gets UID 1000</a:t>
                      </a:r>
                      <a:endParaRPr lang="en-US" sz="20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963029753"/>
                  </a:ext>
                </a:extLst>
              </a:tr>
              <a:tr h="370840">
                <a:tc>
                  <a:txBody>
                    <a:bodyPr/>
                    <a:lstStyle/>
                    <a:p>
                      <a:pPr algn="l" fontAlgn="ctr">
                        <a:buNone/>
                      </a:pPr>
                      <a:r>
                        <a:rPr lang="en-US" sz="2000" b="0" u="none" strike="noStrike">
                          <a:solidFill>
                            <a:srgbClr val="000000"/>
                          </a:solidFill>
                          <a:effectLst/>
                        </a:rPr>
                        <a:t>4</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GID (Group ID)</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1000</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Primary group ID for this user</a:t>
                      </a:r>
                      <a:endParaRPr lang="en-US" sz="20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617976123"/>
                  </a:ext>
                </a:extLst>
              </a:tr>
              <a:tr h="370840">
                <a:tc>
                  <a:txBody>
                    <a:bodyPr/>
                    <a:lstStyle/>
                    <a:p>
                      <a:pPr algn="l" fontAlgn="ctr">
                        <a:buNone/>
                      </a:pPr>
                      <a:r>
                        <a:rPr lang="en-US" sz="2000" b="0" u="none" strike="noStrike">
                          <a:solidFill>
                            <a:srgbClr val="000000"/>
                          </a:solidFill>
                          <a:effectLst/>
                        </a:rPr>
                        <a:t>5</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GECOS (User Info)</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Ubuntu</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Comment field; usually full name or description</a:t>
                      </a:r>
                      <a:endParaRPr lang="en-US" sz="20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907190918"/>
                  </a:ext>
                </a:extLst>
              </a:tr>
              <a:tr h="370840">
                <a:tc>
                  <a:txBody>
                    <a:bodyPr/>
                    <a:lstStyle/>
                    <a:p>
                      <a:pPr algn="l" fontAlgn="ctr">
                        <a:buNone/>
                      </a:pPr>
                      <a:r>
                        <a:rPr lang="en-US" sz="2000" b="0" u="none" strike="noStrike">
                          <a:solidFill>
                            <a:srgbClr val="000000"/>
                          </a:solidFill>
                          <a:effectLst/>
                        </a:rPr>
                        <a:t>6</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Home Directory</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/home/ubuntu</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User’s personal directory</a:t>
                      </a:r>
                      <a:endParaRPr lang="en-US" sz="20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635550667"/>
                  </a:ext>
                </a:extLst>
              </a:tr>
              <a:tr h="370840">
                <a:tc>
                  <a:txBody>
                    <a:bodyPr/>
                    <a:lstStyle/>
                    <a:p>
                      <a:pPr algn="l" fontAlgn="ctr">
                        <a:buNone/>
                      </a:pPr>
                      <a:r>
                        <a:rPr lang="en-US" sz="2000" b="0" u="none" strike="noStrike">
                          <a:solidFill>
                            <a:srgbClr val="000000"/>
                          </a:solidFill>
                          <a:effectLst/>
                        </a:rPr>
                        <a:t>7</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a:solidFill>
                            <a:srgbClr val="000000"/>
                          </a:solidFill>
                          <a:effectLst/>
                        </a:rPr>
                        <a:t>Login Shell</a:t>
                      </a:r>
                      <a:endParaRPr lang="en-US" sz="2000" b="0" i="0" u="none" strike="noStrike">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dirty="0">
                          <a:solidFill>
                            <a:srgbClr val="000000"/>
                          </a:solidFill>
                          <a:effectLst/>
                        </a:rPr>
                        <a:t>/bin/bash</a:t>
                      </a:r>
                      <a:endParaRPr lang="en-US" sz="20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l" fontAlgn="ctr">
                        <a:buNone/>
                      </a:pPr>
                      <a:r>
                        <a:rPr lang="en-US" sz="2000" b="0" u="none" strike="noStrike" dirty="0">
                          <a:solidFill>
                            <a:srgbClr val="000000"/>
                          </a:solidFill>
                          <a:effectLst/>
                        </a:rPr>
                        <a:t>Default shell started when user logs in</a:t>
                      </a:r>
                      <a:endParaRPr lang="en-US" sz="20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29298297"/>
                  </a:ext>
                </a:extLst>
              </a:tr>
            </a:tbl>
          </a:graphicData>
        </a:graphic>
      </p:graphicFrame>
    </p:spTree>
    <p:extLst>
      <p:ext uri="{BB962C8B-B14F-4D97-AF65-F5344CB8AC3E}">
        <p14:creationId xmlns:p14="http://schemas.microsoft.com/office/powerpoint/2010/main" val="4060857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D5E30-425D-DCB2-2188-4B02A2B57C28}"/>
              </a:ext>
            </a:extLst>
          </p:cNvPr>
          <p:cNvSpPr>
            <a:spLocks noGrp="1"/>
          </p:cNvSpPr>
          <p:nvPr>
            <p:ph type="title"/>
          </p:nvPr>
        </p:nvSpPr>
        <p:spPr/>
        <p:txBody>
          <a:bodyPr>
            <a:normAutofit/>
          </a:bodyPr>
          <a:lstStyle/>
          <a:p>
            <a:pPr algn="ctr"/>
            <a:r>
              <a:rPr lang="en-US" sz="3200" b="1" dirty="0"/>
              <a:t>Group file</a:t>
            </a:r>
            <a:endParaRPr lang="en-US" sz="3200" dirty="0"/>
          </a:p>
        </p:txBody>
      </p:sp>
      <p:pic>
        <p:nvPicPr>
          <p:cNvPr id="4" name="Content Placeholder 3">
            <a:extLst>
              <a:ext uri="{FF2B5EF4-FFF2-40B4-BE49-F238E27FC236}">
                <a16:creationId xmlns:a16="http://schemas.microsoft.com/office/drawing/2014/main" id="{55C6509D-C279-51B7-3DFA-672407E631BE}"/>
              </a:ext>
            </a:extLst>
          </p:cNvPr>
          <p:cNvPicPr>
            <a:picLocks noGrp="1" noChangeAspect="1"/>
          </p:cNvPicPr>
          <p:nvPr>
            <p:ph idx="1"/>
          </p:nvPr>
        </p:nvPicPr>
        <p:blipFill>
          <a:blip r:embed="rId2"/>
          <a:stretch>
            <a:fillRect/>
          </a:stretch>
        </p:blipFill>
        <p:spPr>
          <a:xfrm>
            <a:off x="2889250" y="1589965"/>
            <a:ext cx="6413500" cy="2705100"/>
          </a:xfrm>
          <a:prstGeom prst="rect">
            <a:avLst/>
          </a:prstGeom>
        </p:spPr>
      </p:pic>
      <p:sp>
        <p:nvSpPr>
          <p:cNvPr id="6" name="TextBox 5">
            <a:extLst>
              <a:ext uri="{FF2B5EF4-FFF2-40B4-BE49-F238E27FC236}">
                <a16:creationId xmlns:a16="http://schemas.microsoft.com/office/drawing/2014/main" id="{306D665C-769B-39C9-AF7E-E1785A433DAF}"/>
              </a:ext>
            </a:extLst>
          </p:cNvPr>
          <p:cNvSpPr txBox="1"/>
          <p:nvPr/>
        </p:nvSpPr>
        <p:spPr>
          <a:xfrm>
            <a:off x="3045995" y="4634956"/>
            <a:ext cx="6100010" cy="400110"/>
          </a:xfrm>
          <a:prstGeom prst="rect">
            <a:avLst/>
          </a:prstGeom>
          <a:noFill/>
        </p:spPr>
        <p:txBody>
          <a:bodyPr wrap="square">
            <a:spAutoFit/>
          </a:bodyPr>
          <a:lstStyle/>
          <a:p>
            <a:pPr algn="ctr">
              <a:buNone/>
            </a:pPr>
            <a:r>
              <a:rPr lang="en-US" sz="2000" b="1" dirty="0">
                <a:solidFill>
                  <a:srgbClr val="181C1F"/>
                </a:solidFill>
                <a:effectLst/>
              </a:rPr>
              <a:t>Group name, group password, GID, group members</a:t>
            </a:r>
            <a:endParaRPr lang="en-US" sz="2000" dirty="0">
              <a:solidFill>
                <a:srgbClr val="181C1F"/>
              </a:solidFill>
              <a:effectLst/>
            </a:endParaRPr>
          </a:p>
        </p:txBody>
      </p:sp>
    </p:spTree>
    <p:extLst>
      <p:ext uri="{BB962C8B-B14F-4D97-AF65-F5344CB8AC3E}">
        <p14:creationId xmlns:p14="http://schemas.microsoft.com/office/powerpoint/2010/main" val="3208442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E4E10-B8EE-8C84-0B00-E812C60092F3}"/>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3200" b="1" kern="1200" dirty="0">
                <a:solidFill>
                  <a:schemeClr val="tx1"/>
                </a:solidFill>
                <a:latin typeface="+mj-lt"/>
                <a:ea typeface="+mj-ea"/>
                <a:cs typeface="+mj-cs"/>
              </a:rPr>
              <a:t>ADD USER, SET PASSWORD &amp; SWITCH TO USER</a:t>
            </a:r>
            <a:endParaRPr lang="en-US" sz="3200" kern="1200" dirty="0">
              <a:solidFill>
                <a:schemeClr val="tx1"/>
              </a:solidFill>
              <a:latin typeface="+mj-lt"/>
              <a:ea typeface="+mj-ea"/>
              <a:cs typeface="+mj-cs"/>
            </a:endParaRPr>
          </a:p>
        </p:txBody>
      </p:sp>
      <p:pic>
        <p:nvPicPr>
          <p:cNvPr id="11" name="Content Placeholder 10">
            <a:extLst>
              <a:ext uri="{FF2B5EF4-FFF2-40B4-BE49-F238E27FC236}">
                <a16:creationId xmlns:a16="http://schemas.microsoft.com/office/drawing/2014/main" id="{E18B25DC-EE33-8387-788F-B2A614E19FA4}"/>
              </a:ext>
            </a:extLst>
          </p:cNvPr>
          <p:cNvPicPr>
            <a:picLocks noGrp="1" noChangeAspect="1"/>
          </p:cNvPicPr>
          <p:nvPr>
            <p:ph idx="1"/>
          </p:nvPr>
        </p:nvPicPr>
        <p:blipFill>
          <a:blip r:embed="rId4"/>
          <a:stretch>
            <a:fillRect/>
          </a:stretch>
        </p:blipFill>
        <p:spPr>
          <a:xfrm>
            <a:off x="2909752" y="1825625"/>
            <a:ext cx="6372496" cy="4351338"/>
          </a:xfrm>
          <a:prstGeom prst="rect">
            <a:avLst/>
          </a:prstGeom>
        </p:spPr>
      </p:pic>
    </p:spTree>
    <p:extLst>
      <p:ext uri="{BB962C8B-B14F-4D97-AF65-F5344CB8AC3E}">
        <p14:creationId xmlns:p14="http://schemas.microsoft.com/office/powerpoint/2010/main" val="377599562"/>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96B3A-6AAB-A2A4-6B2E-6D20CAA8787D}"/>
              </a:ext>
            </a:extLst>
          </p:cNvPr>
          <p:cNvSpPr>
            <a:spLocks noGrp="1"/>
          </p:cNvSpPr>
          <p:nvPr>
            <p:ph type="title"/>
          </p:nvPr>
        </p:nvSpPr>
        <p:spPr>
          <a:xfrm>
            <a:off x="838200" y="365125"/>
            <a:ext cx="10515600" cy="1325563"/>
          </a:xfrm>
        </p:spPr>
        <p:txBody>
          <a:bodyPr anchor="ctr">
            <a:normAutofit/>
          </a:bodyPr>
          <a:lstStyle/>
          <a:p>
            <a:r>
              <a:rPr lang="en-US" b="1"/>
              <a:t>ADD USER, GROUP &amp; USER INTO GROUP</a:t>
            </a:r>
            <a:endParaRPr lang="en-US"/>
          </a:p>
        </p:txBody>
      </p:sp>
      <p:pic>
        <p:nvPicPr>
          <p:cNvPr id="9" name="Content Placeholder 8">
            <a:extLst>
              <a:ext uri="{FF2B5EF4-FFF2-40B4-BE49-F238E27FC236}">
                <a16:creationId xmlns:a16="http://schemas.microsoft.com/office/drawing/2014/main" id="{FD6A3631-3587-D91F-1EBF-1D180D830B31}"/>
              </a:ext>
            </a:extLst>
          </p:cNvPr>
          <p:cNvPicPr>
            <a:picLocks noGrp="1" noChangeAspect="1"/>
          </p:cNvPicPr>
          <p:nvPr>
            <p:ph idx="1"/>
          </p:nvPr>
        </p:nvPicPr>
        <p:blipFill>
          <a:blip r:embed="rId3"/>
          <a:stretch>
            <a:fillRect/>
          </a:stretch>
        </p:blipFill>
        <p:spPr>
          <a:xfrm>
            <a:off x="838200" y="2867927"/>
            <a:ext cx="10515600" cy="2266733"/>
          </a:xfrm>
          <a:prstGeom prst="rect">
            <a:avLst/>
          </a:prstGeom>
          <a:noFill/>
        </p:spPr>
      </p:pic>
    </p:spTree>
    <p:extLst>
      <p:ext uri="{BB962C8B-B14F-4D97-AF65-F5344CB8AC3E}">
        <p14:creationId xmlns:p14="http://schemas.microsoft.com/office/powerpoint/2010/main" val="2603109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3512B5C1-6DF4-A0B7-D429-4AB22AC88FA3}"/>
              </a:ext>
            </a:extLst>
          </p:cNvPr>
          <p:cNvGraphicFramePr>
            <a:graphicFrameLocks noGrp="1"/>
          </p:cNvGraphicFramePr>
          <p:nvPr>
            <p:ph idx="1"/>
            <p:extLst>
              <p:ext uri="{D42A27DB-BD31-4B8C-83A1-F6EECF244321}">
                <p14:modId xmlns:p14="http://schemas.microsoft.com/office/powerpoint/2010/main" val="464975447"/>
              </p:ext>
            </p:extLst>
          </p:nvPr>
        </p:nvGraphicFramePr>
        <p:xfrm>
          <a:off x="838200" y="1189520"/>
          <a:ext cx="10515600" cy="4820920"/>
        </p:xfrm>
        <a:graphic>
          <a:graphicData uri="http://schemas.openxmlformats.org/drawingml/2006/table">
            <a:tbl>
              <a:tblPr firstRow="1" bandRow="1">
                <a:tableStyleId>{21E4AEA4-8DFA-4A89-87EB-49C32662AFE0}</a:tableStyleId>
              </a:tblPr>
              <a:tblGrid>
                <a:gridCol w="5257800">
                  <a:extLst>
                    <a:ext uri="{9D8B030D-6E8A-4147-A177-3AD203B41FA5}">
                      <a16:colId xmlns:a16="http://schemas.microsoft.com/office/drawing/2014/main" val="3445882323"/>
                    </a:ext>
                  </a:extLst>
                </a:gridCol>
                <a:gridCol w="5257800">
                  <a:extLst>
                    <a:ext uri="{9D8B030D-6E8A-4147-A177-3AD203B41FA5}">
                      <a16:colId xmlns:a16="http://schemas.microsoft.com/office/drawing/2014/main" val="2934088602"/>
                    </a:ext>
                  </a:extLst>
                </a:gridCol>
              </a:tblGrid>
              <a:tr h="370840">
                <a:tc>
                  <a:txBody>
                    <a:bodyPr/>
                    <a:lstStyle/>
                    <a:p>
                      <a:r>
                        <a:rPr lang="en-US" dirty="0"/>
                        <a:t>Commands </a:t>
                      </a:r>
                    </a:p>
                  </a:txBody>
                  <a:tcPr/>
                </a:tc>
                <a:tc>
                  <a:txBody>
                    <a:bodyPr/>
                    <a:lstStyle/>
                    <a:p>
                      <a:r>
                        <a:rPr lang="en-US" dirty="0"/>
                        <a:t>Description</a:t>
                      </a:r>
                    </a:p>
                  </a:txBody>
                  <a:tcPr/>
                </a:tc>
                <a:extLst>
                  <a:ext uri="{0D108BD9-81ED-4DB2-BD59-A6C34878D82A}">
                    <a16:rowId xmlns:a16="http://schemas.microsoft.com/office/drawing/2014/main" val="2286791716"/>
                  </a:ext>
                </a:extLst>
              </a:tr>
              <a:tr h="370840">
                <a:tc>
                  <a:txBody>
                    <a:bodyPr/>
                    <a:lstStyle/>
                    <a:p>
                      <a:r>
                        <a:rPr lang="en-US" dirty="0" err="1"/>
                        <a:t>useradd</a:t>
                      </a:r>
                      <a:endParaRPr lang="en-US" dirty="0"/>
                    </a:p>
                  </a:txBody>
                  <a:tcPr/>
                </a:tc>
                <a:tc>
                  <a:txBody>
                    <a:bodyPr/>
                    <a:lstStyle/>
                    <a:p>
                      <a:r>
                        <a:rPr lang="en-US" dirty="0"/>
                        <a:t>Creates user in RedHat</a:t>
                      </a:r>
                    </a:p>
                  </a:txBody>
                  <a:tcPr/>
                </a:tc>
                <a:extLst>
                  <a:ext uri="{0D108BD9-81ED-4DB2-BD59-A6C34878D82A}">
                    <a16:rowId xmlns:a16="http://schemas.microsoft.com/office/drawing/2014/main" val="1105701026"/>
                  </a:ext>
                </a:extLst>
              </a:tr>
              <a:tr h="370840">
                <a:tc>
                  <a:txBody>
                    <a:bodyPr/>
                    <a:lstStyle/>
                    <a:p>
                      <a:r>
                        <a:rPr lang="en-US" dirty="0" err="1"/>
                        <a:t>adduser</a:t>
                      </a:r>
                      <a:endParaRPr lang="en-US" dirty="0"/>
                    </a:p>
                  </a:txBody>
                  <a:tcPr/>
                </a:tc>
                <a:tc>
                  <a:txBody>
                    <a:bodyPr/>
                    <a:lstStyle/>
                    <a:p>
                      <a:r>
                        <a:rPr lang="en-US" dirty="0"/>
                        <a:t>Creates user in ubuntu</a:t>
                      </a:r>
                    </a:p>
                  </a:txBody>
                  <a:tcPr/>
                </a:tc>
                <a:extLst>
                  <a:ext uri="{0D108BD9-81ED-4DB2-BD59-A6C34878D82A}">
                    <a16:rowId xmlns:a16="http://schemas.microsoft.com/office/drawing/2014/main" val="1144274057"/>
                  </a:ext>
                </a:extLst>
              </a:tr>
              <a:tr h="370840">
                <a:tc>
                  <a:txBody>
                    <a:bodyPr/>
                    <a:lstStyle/>
                    <a:p>
                      <a:r>
                        <a:rPr lang="en-US" dirty="0"/>
                        <a:t>id</a:t>
                      </a:r>
                    </a:p>
                  </a:txBody>
                  <a:tcPr/>
                </a:tc>
                <a:tc>
                  <a:txBody>
                    <a:bodyPr/>
                    <a:lstStyle/>
                    <a:p>
                      <a:r>
                        <a:rPr lang="en-US" dirty="0"/>
                        <a:t>shows user info</a:t>
                      </a:r>
                    </a:p>
                  </a:txBody>
                  <a:tcPr/>
                </a:tc>
                <a:extLst>
                  <a:ext uri="{0D108BD9-81ED-4DB2-BD59-A6C34878D82A}">
                    <a16:rowId xmlns:a16="http://schemas.microsoft.com/office/drawing/2014/main" val="1505017573"/>
                  </a:ext>
                </a:extLst>
              </a:tr>
              <a:tr h="370840">
                <a:tc>
                  <a:txBody>
                    <a:bodyPr/>
                    <a:lstStyle/>
                    <a:p>
                      <a:r>
                        <a:rPr lang="en-US" dirty="0" err="1"/>
                        <a:t>groupadd</a:t>
                      </a:r>
                      <a:endParaRPr lang="en-US" dirty="0"/>
                    </a:p>
                  </a:txBody>
                  <a:tcPr/>
                </a:tc>
                <a:tc>
                  <a:txBody>
                    <a:bodyPr/>
                    <a:lstStyle/>
                    <a:p>
                      <a:r>
                        <a:rPr lang="en-US" dirty="0"/>
                        <a:t>Creates group</a:t>
                      </a:r>
                    </a:p>
                  </a:txBody>
                  <a:tcPr/>
                </a:tc>
                <a:extLst>
                  <a:ext uri="{0D108BD9-81ED-4DB2-BD59-A6C34878D82A}">
                    <a16:rowId xmlns:a16="http://schemas.microsoft.com/office/drawing/2014/main" val="1596423200"/>
                  </a:ext>
                </a:extLst>
              </a:tr>
              <a:tr h="370840">
                <a:tc>
                  <a:txBody>
                    <a:bodyPr/>
                    <a:lstStyle/>
                    <a:p>
                      <a:r>
                        <a:rPr lang="en-US" dirty="0" err="1"/>
                        <a:t>usermod</a:t>
                      </a:r>
                      <a:r>
                        <a:rPr lang="en-US" dirty="0"/>
                        <a:t> –G </a:t>
                      </a:r>
                      <a:r>
                        <a:rPr lang="en-US" dirty="0" err="1"/>
                        <a:t>grpname</a:t>
                      </a:r>
                      <a:r>
                        <a:rPr lang="en-US" dirty="0"/>
                        <a:t> username</a:t>
                      </a:r>
                    </a:p>
                  </a:txBody>
                  <a:tcPr/>
                </a:tc>
                <a:tc>
                  <a:txBody>
                    <a:bodyPr/>
                    <a:lstStyle/>
                    <a:p>
                      <a:r>
                        <a:rPr lang="en-US" dirty="0"/>
                        <a:t>Adds user to a group</a:t>
                      </a:r>
                    </a:p>
                  </a:txBody>
                  <a:tcPr/>
                </a:tc>
                <a:extLst>
                  <a:ext uri="{0D108BD9-81ED-4DB2-BD59-A6C34878D82A}">
                    <a16:rowId xmlns:a16="http://schemas.microsoft.com/office/drawing/2014/main" val="726693416"/>
                  </a:ext>
                </a:extLst>
              </a:tr>
              <a:tr h="370840">
                <a:tc>
                  <a:txBody>
                    <a:bodyPr/>
                    <a:lstStyle/>
                    <a:p>
                      <a:r>
                        <a:rPr lang="en-US" dirty="0"/>
                        <a:t>passwd</a:t>
                      </a:r>
                    </a:p>
                  </a:txBody>
                  <a:tcPr/>
                </a:tc>
                <a:tc>
                  <a:txBody>
                    <a:bodyPr/>
                    <a:lstStyle/>
                    <a:p>
                      <a:r>
                        <a:rPr lang="en-US" dirty="0"/>
                        <a:t>set/reset password</a:t>
                      </a:r>
                    </a:p>
                  </a:txBody>
                  <a:tcPr/>
                </a:tc>
                <a:extLst>
                  <a:ext uri="{0D108BD9-81ED-4DB2-BD59-A6C34878D82A}">
                    <a16:rowId xmlns:a16="http://schemas.microsoft.com/office/drawing/2014/main" val="2313479791"/>
                  </a:ext>
                </a:extLst>
              </a:tr>
              <a:tr h="370840">
                <a:tc>
                  <a:txBody>
                    <a:bodyPr/>
                    <a:lstStyle/>
                    <a:p>
                      <a:r>
                        <a:rPr lang="en-US" dirty="0" err="1"/>
                        <a:t>userdel</a:t>
                      </a:r>
                      <a:r>
                        <a:rPr lang="en-US" dirty="0"/>
                        <a:t> –r </a:t>
                      </a:r>
                    </a:p>
                  </a:txBody>
                  <a:tcPr/>
                </a:tc>
                <a:tc>
                  <a:txBody>
                    <a:bodyPr/>
                    <a:lstStyle/>
                    <a:p>
                      <a:r>
                        <a:rPr lang="en-US" dirty="0"/>
                        <a:t>removes user with home-directory</a:t>
                      </a:r>
                    </a:p>
                  </a:txBody>
                  <a:tcPr/>
                </a:tc>
                <a:extLst>
                  <a:ext uri="{0D108BD9-81ED-4DB2-BD59-A6C34878D82A}">
                    <a16:rowId xmlns:a16="http://schemas.microsoft.com/office/drawing/2014/main" val="2780416941"/>
                  </a:ext>
                </a:extLst>
              </a:tr>
              <a:tr h="370840">
                <a:tc>
                  <a:txBody>
                    <a:bodyPr/>
                    <a:lstStyle/>
                    <a:p>
                      <a:r>
                        <a:rPr lang="en-US" dirty="0" err="1"/>
                        <a:t>groupdel</a:t>
                      </a:r>
                      <a:endParaRPr lang="en-US" dirty="0"/>
                    </a:p>
                  </a:txBody>
                  <a:tcPr/>
                </a:tc>
                <a:tc>
                  <a:txBody>
                    <a:bodyPr/>
                    <a:lstStyle/>
                    <a:p>
                      <a:r>
                        <a:rPr lang="en-US" dirty="0"/>
                        <a:t>removes group</a:t>
                      </a:r>
                    </a:p>
                  </a:txBody>
                  <a:tcPr/>
                </a:tc>
                <a:extLst>
                  <a:ext uri="{0D108BD9-81ED-4DB2-BD59-A6C34878D82A}">
                    <a16:rowId xmlns:a16="http://schemas.microsoft.com/office/drawing/2014/main" val="3105120625"/>
                  </a:ext>
                </a:extLst>
              </a:tr>
              <a:tr h="370840">
                <a:tc>
                  <a:txBody>
                    <a:bodyPr/>
                    <a:lstStyle/>
                    <a:p>
                      <a:r>
                        <a:rPr lang="en-US" dirty="0"/>
                        <a:t>last</a:t>
                      </a:r>
                    </a:p>
                  </a:txBody>
                  <a:tcPr/>
                </a:tc>
                <a:tc>
                  <a:txBody>
                    <a:bodyPr/>
                    <a:lstStyle/>
                    <a:p>
                      <a:r>
                        <a:rPr lang="en-US" dirty="0"/>
                        <a:t>shows last login in system</a:t>
                      </a:r>
                    </a:p>
                  </a:txBody>
                  <a:tcPr/>
                </a:tc>
                <a:extLst>
                  <a:ext uri="{0D108BD9-81ED-4DB2-BD59-A6C34878D82A}">
                    <a16:rowId xmlns:a16="http://schemas.microsoft.com/office/drawing/2014/main" val="2075213960"/>
                  </a:ext>
                </a:extLst>
              </a:tr>
              <a:tr h="370840">
                <a:tc>
                  <a:txBody>
                    <a:bodyPr/>
                    <a:lstStyle/>
                    <a:p>
                      <a:r>
                        <a:rPr lang="en-US" dirty="0"/>
                        <a:t>who</a:t>
                      </a:r>
                    </a:p>
                  </a:txBody>
                  <a:tcPr/>
                </a:tc>
                <a:tc>
                  <a:txBody>
                    <a:bodyPr/>
                    <a:lstStyle/>
                    <a:p>
                      <a:r>
                        <a:rPr lang="en-US" dirty="0"/>
                        <a:t>who is logged in to a system</a:t>
                      </a:r>
                    </a:p>
                  </a:txBody>
                  <a:tcPr/>
                </a:tc>
                <a:extLst>
                  <a:ext uri="{0D108BD9-81ED-4DB2-BD59-A6C34878D82A}">
                    <a16:rowId xmlns:a16="http://schemas.microsoft.com/office/drawing/2014/main" val="3533950949"/>
                  </a:ext>
                </a:extLst>
              </a:tr>
              <a:tr h="370840">
                <a:tc>
                  <a:txBody>
                    <a:bodyPr/>
                    <a:lstStyle/>
                    <a:p>
                      <a:r>
                        <a:rPr lang="en-US" dirty="0" err="1"/>
                        <a:t>whoami</a:t>
                      </a:r>
                      <a:endParaRPr lang="en-US" dirty="0"/>
                    </a:p>
                  </a:txBody>
                  <a:tcPr/>
                </a:tc>
                <a:tc>
                  <a:txBody>
                    <a:bodyPr/>
                    <a:lstStyle/>
                    <a:p>
                      <a:r>
                        <a:rPr lang="en-US" dirty="0"/>
                        <a:t>username</a:t>
                      </a:r>
                    </a:p>
                  </a:txBody>
                  <a:tcPr/>
                </a:tc>
                <a:extLst>
                  <a:ext uri="{0D108BD9-81ED-4DB2-BD59-A6C34878D82A}">
                    <a16:rowId xmlns:a16="http://schemas.microsoft.com/office/drawing/2014/main" val="565771067"/>
                  </a:ext>
                </a:extLst>
              </a:tr>
              <a:tr h="370840">
                <a:tc>
                  <a:txBody>
                    <a:bodyPr/>
                    <a:lstStyle/>
                    <a:p>
                      <a:r>
                        <a:rPr lang="en-US" dirty="0" err="1"/>
                        <a:t>lsof</a:t>
                      </a:r>
                      <a:r>
                        <a:rPr lang="en-US" dirty="0"/>
                        <a:t> –u user</a:t>
                      </a:r>
                    </a:p>
                  </a:txBody>
                  <a:tcPr/>
                </a:tc>
                <a:tc>
                  <a:txBody>
                    <a:bodyPr/>
                    <a:lstStyle/>
                    <a:p>
                      <a:r>
                        <a:rPr lang="en-US" dirty="0"/>
                        <a:t>list files opened by user</a:t>
                      </a:r>
                    </a:p>
                  </a:txBody>
                  <a:tcPr/>
                </a:tc>
                <a:extLst>
                  <a:ext uri="{0D108BD9-81ED-4DB2-BD59-A6C34878D82A}">
                    <a16:rowId xmlns:a16="http://schemas.microsoft.com/office/drawing/2014/main" val="3868146570"/>
                  </a:ext>
                </a:extLst>
              </a:tr>
            </a:tbl>
          </a:graphicData>
        </a:graphic>
      </p:graphicFrame>
    </p:spTree>
    <p:extLst>
      <p:ext uri="{BB962C8B-B14F-4D97-AF65-F5344CB8AC3E}">
        <p14:creationId xmlns:p14="http://schemas.microsoft.com/office/powerpoint/2010/main" val="12053631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466FD-7945-0E04-875D-78F5F3071D83}"/>
              </a:ext>
            </a:extLst>
          </p:cNvPr>
          <p:cNvSpPr>
            <a:spLocks noGrp="1"/>
          </p:cNvSpPr>
          <p:nvPr>
            <p:ph type="title"/>
          </p:nvPr>
        </p:nvSpPr>
        <p:spPr/>
        <p:txBody>
          <a:bodyPr>
            <a:normAutofit/>
          </a:bodyPr>
          <a:lstStyle/>
          <a:p>
            <a:pPr algn="ctr"/>
            <a:r>
              <a:rPr lang="en-US" sz="3200" b="1" dirty="0"/>
              <a:t>Sudo</a:t>
            </a:r>
          </a:p>
        </p:txBody>
      </p:sp>
      <p:sp>
        <p:nvSpPr>
          <p:cNvPr id="3" name="Content Placeholder 2">
            <a:extLst>
              <a:ext uri="{FF2B5EF4-FFF2-40B4-BE49-F238E27FC236}">
                <a16:creationId xmlns:a16="http://schemas.microsoft.com/office/drawing/2014/main" id="{B47EEB01-E82D-5001-A699-27146A0CD709}"/>
              </a:ext>
            </a:extLst>
          </p:cNvPr>
          <p:cNvSpPr>
            <a:spLocks noGrp="1"/>
          </p:cNvSpPr>
          <p:nvPr>
            <p:ph idx="1"/>
          </p:nvPr>
        </p:nvSpPr>
        <p:spPr/>
        <p:txBody>
          <a:bodyPr>
            <a:normAutofit/>
          </a:bodyPr>
          <a:lstStyle/>
          <a:p>
            <a:r>
              <a:rPr lang="en-US" sz="2000" dirty="0" err="1"/>
              <a:t>sudo</a:t>
            </a:r>
            <a:r>
              <a:rPr lang="en-US" sz="2000" dirty="0"/>
              <a:t> gives power to a normal user to execute commands which is owned by root user.</a:t>
            </a:r>
          </a:p>
          <a:p>
            <a:r>
              <a:rPr lang="en-US" sz="2000" dirty="0"/>
              <a:t>/</a:t>
            </a:r>
            <a:r>
              <a:rPr lang="en-US" sz="2000" dirty="0" err="1"/>
              <a:t>etc</a:t>
            </a:r>
            <a:r>
              <a:rPr lang="en-US" sz="2000" dirty="0"/>
              <a:t>/</a:t>
            </a:r>
            <a:r>
              <a:rPr lang="en-US" sz="2000" dirty="0" err="1"/>
              <a:t>sudoers</a:t>
            </a:r>
            <a:r>
              <a:rPr lang="en-US" sz="2000" dirty="0"/>
              <a:t> </a:t>
            </a:r>
          </a:p>
          <a:p>
            <a:r>
              <a:rPr lang="en-US" sz="2000" dirty="0"/>
              <a:t>Elevated privileges – same as root/superuser</a:t>
            </a:r>
          </a:p>
          <a:p>
            <a:r>
              <a:rPr lang="en-US" sz="2000" dirty="0"/>
              <a:t>User must be part of /</a:t>
            </a:r>
            <a:r>
              <a:rPr lang="en-US" sz="2000" dirty="0" err="1"/>
              <a:t>etc</a:t>
            </a:r>
            <a:r>
              <a:rPr lang="en-US" sz="2000" dirty="0"/>
              <a:t>/</a:t>
            </a:r>
            <a:r>
              <a:rPr lang="en-US" sz="2000" dirty="0" err="1"/>
              <a:t>sudoers</a:t>
            </a:r>
            <a:r>
              <a:rPr lang="en-US" sz="2000" dirty="0"/>
              <a:t> list </a:t>
            </a:r>
          </a:p>
        </p:txBody>
      </p:sp>
      <p:pic>
        <p:nvPicPr>
          <p:cNvPr id="4" name="Picture 3">
            <a:extLst>
              <a:ext uri="{FF2B5EF4-FFF2-40B4-BE49-F238E27FC236}">
                <a16:creationId xmlns:a16="http://schemas.microsoft.com/office/drawing/2014/main" id="{6150729E-F227-3AB3-BF4E-1B6DDED6F08B}"/>
              </a:ext>
            </a:extLst>
          </p:cNvPr>
          <p:cNvPicPr>
            <a:picLocks noChangeAspect="1"/>
          </p:cNvPicPr>
          <p:nvPr/>
        </p:nvPicPr>
        <p:blipFill>
          <a:blip r:embed="rId2"/>
          <a:stretch>
            <a:fillRect/>
          </a:stretch>
        </p:blipFill>
        <p:spPr>
          <a:xfrm>
            <a:off x="2380061" y="4711847"/>
            <a:ext cx="7759700" cy="1193800"/>
          </a:xfrm>
          <a:prstGeom prst="rect">
            <a:avLst/>
          </a:prstGeom>
        </p:spPr>
      </p:pic>
    </p:spTree>
    <p:extLst>
      <p:ext uri="{BB962C8B-B14F-4D97-AF65-F5344CB8AC3E}">
        <p14:creationId xmlns:p14="http://schemas.microsoft.com/office/powerpoint/2010/main" val="684969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C31C3-3797-3658-0EAF-B284CFA48189}"/>
              </a:ext>
            </a:extLst>
          </p:cNvPr>
          <p:cNvSpPr>
            <a:spLocks noGrp="1"/>
          </p:cNvSpPr>
          <p:nvPr>
            <p:ph type="title"/>
          </p:nvPr>
        </p:nvSpPr>
        <p:spPr/>
        <p:txBody>
          <a:bodyPr>
            <a:normAutofit/>
          </a:bodyPr>
          <a:lstStyle/>
          <a:p>
            <a:pPr algn="ctr"/>
            <a:r>
              <a:rPr lang="en-US" sz="3200" b="1" dirty="0"/>
              <a:t>Download Files</a:t>
            </a:r>
          </a:p>
        </p:txBody>
      </p:sp>
      <p:sp>
        <p:nvSpPr>
          <p:cNvPr id="3" name="Content Placeholder 2">
            <a:extLst>
              <a:ext uri="{FF2B5EF4-FFF2-40B4-BE49-F238E27FC236}">
                <a16:creationId xmlns:a16="http://schemas.microsoft.com/office/drawing/2014/main" id="{05159AE8-88A1-23F9-5687-BE38444899E4}"/>
              </a:ext>
            </a:extLst>
          </p:cNvPr>
          <p:cNvSpPr>
            <a:spLocks noGrp="1"/>
          </p:cNvSpPr>
          <p:nvPr>
            <p:ph idx="1"/>
          </p:nvPr>
        </p:nvSpPr>
        <p:spPr/>
        <p:txBody>
          <a:bodyPr>
            <a:normAutofit/>
          </a:bodyPr>
          <a:lstStyle/>
          <a:p>
            <a:r>
              <a:rPr lang="en-US" sz="2000" dirty="0"/>
              <a:t>curl </a:t>
            </a:r>
            <a:r>
              <a:rPr lang="en-US" sz="2000" dirty="0">
                <a:hlinkClick r:id="rId2"/>
              </a:rPr>
              <a:t>https://www.some-site.com/some-file.txt</a:t>
            </a:r>
            <a:r>
              <a:rPr lang="en-US" sz="2000" dirty="0"/>
              <a:t> -o </a:t>
            </a:r>
          </a:p>
          <a:p>
            <a:r>
              <a:rPr lang="en-US" sz="2000" dirty="0" err="1"/>
              <a:t>wget</a:t>
            </a:r>
            <a:r>
              <a:rPr lang="en-US" sz="2000" dirty="0"/>
              <a:t> </a:t>
            </a:r>
            <a:r>
              <a:rPr lang="en-US" sz="2000" dirty="0">
                <a:hlinkClick r:id="rId3"/>
              </a:rPr>
              <a:t>https://www.some-site.com/some-file.txt -o some-file.txt</a:t>
            </a:r>
            <a:r>
              <a:rPr lang="en-US" sz="2000" dirty="0"/>
              <a:t> </a:t>
            </a:r>
          </a:p>
          <a:p>
            <a:pPr lvl="1"/>
            <a:r>
              <a:rPr lang="en-US" sz="2000" dirty="0"/>
              <a:t>-o to save the file otherwise file will be printed on the screen. </a:t>
            </a:r>
          </a:p>
        </p:txBody>
      </p:sp>
    </p:spTree>
    <p:extLst>
      <p:ext uri="{BB962C8B-B14F-4D97-AF65-F5344CB8AC3E}">
        <p14:creationId xmlns:p14="http://schemas.microsoft.com/office/powerpoint/2010/main" val="11582370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1AB14-1D3F-27D0-C694-7B44D8597A01}"/>
              </a:ext>
            </a:extLst>
          </p:cNvPr>
          <p:cNvSpPr>
            <a:spLocks noGrp="1"/>
          </p:cNvSpPr>
          <p:nvPr>
            <p:ph type="title"/>
          </p:nvPr>
        </p:nvSpPr>
        <p:spPr/>
        <p:txBody>
          <a:bodyPr>
            <a:normAutofit/>
          </a:bodyPr>
          <a:lstStyle/>
          <a:p>
            <a:pPr algn="ctr"/>
            <a:r>
              <a:rPr lang="en-US" sz="3200" b="1" dirty="0"/>
              <a:t>Check OS version</a:t>
            </a:r>
          </a:p>
        </p:txBody>
      </p:sp>
      <p:sp>
        <p:nvSpPr>
          <p:cNvPr id="3" name="Content Placeholder 2">
            <a:extLst>
              <a:ext uri="{FF2B5EF4-FFF2-40B4-BE49-F238E27FC236}">
                <a16:creationId xmlns:a16="http://schemas.microsoft.com/office/drawing/2014/main" id="{DF45D4B4-A8BF-21A4-98DC-33803701B608}"/>
              </a:ext>
            </a:extLst>
          </p:cNvPr>
          <p:cNvSpPr>
            <a:spLocks noGrp="1"/>
          </p:cNvSpPr>
          <p:nvPr>
            <p:ph idx="1"/>
          </p:nvPr>
        </p:nvSpPr>
        <p:spPr/>
        <p:txBody>
          <a:bodyPr/>
          <a:lstStyle/>
          <a:p>
            <a:r>
              <a:rPr lang="en-US" sz="2000" dirty="0"/>
              <a:t>ls /</a:t>
            </a:r>
            <a:r>
              <a:rPr lang="en-US" sz="2000" dirty="0" err="1"/>
              <a:t>etc</a:t>
            </a:r>
            <a:r>
              <a:rPr lang="en-US" sz="2000" dirty="0"/>
              <a:t>/*release* </a:t>
            </a:r>
          </a:p>
          <a:p>
            <a:pPr marL="0" indent="0">
              <a:buNone/>
            </a:pPr>
            <a:r>
              <a:rPr lang="en-US" dirty="0"/>
              <a:t>	</a:t>
            </a:r>
          </a:p>
          <a:p>
            <a:r>
              <a:rPr lang="en-US" sz="2000" dirty="0"/>
              <a:t>cat /</a:t>
            </a:r>
            <a:r>
              <a:rPr lang="en-US" sz="2000" dirty="0" err="1"/>
              <a:t>etc</a:t>
            </a:r>
            <a:r>
              <a:rPr lang="en-US" sz="2000" dirty="0"/>
              <a:t>/*release*</a:t>
            </a:r>
          </a:p>
          <a:p>
            <a:pPr marL="0" indent="0">
              <a:buNone/>
            </a:pPr>
            <a:endParaRPr lang="en-US" dirty="0"/>
          </a:p>
          <a:p>
            <a:pPr marL="0" indent="0">
              <a:buNone/>
            </a:pPr>
            <a:r>
              <a:rPr lang="en-US" dirty="0"/>
              <a:t>		</a:t>
            </a:r>
          </a:p>
        </p:txBody>
      </p:sp>
      <p:pic>
        <p:nvPicPr>
          <p:cNvPr id="4" name="Picture 3">
            <a:extLst>
              <a:ext uri="{FF2B5EF4-FFF2-40B4-BE49-F238E27FC236}">
                <a16:creationId xmlns:a16="http://schemas.microsoft.com/office/drawing/2014/main" id="{7BDBE2BB-0253-03F0-1F30-6AF5937D25A3}"/>
              </a:ext>
            </a:extLst>
          </p:cNvPr>
          <p:cNvPicPr>
            <a:picLocks noChangeAspect="1"/>
          </p:cNvPicPr>
          <p:nvPr/>
        </p:nvPicPr>
        <p:blipFill>
          <a:blip r:embed="rId2"/>
          <a:stretch>
            <a:fillRect/>
          </a:stretch>
        </p:blipFill>
        <p:spPr>
          <a:xfrm>
            <a:off x="2946400" y="2178948"/>
            <a:ext cx="6299200" cy="558800"/>
          </a:xfrm>
          <a:prstGeom prst="rect">
            <a:avLst/>
          </a:prstGeom>
        </p:spPr>
      </p:pic>
      <p:pic>
        <p:nvPicPr>
          <p:cNvPr id="5" name="Picture 4">
            <a:extLst>
              <a:ext uri="{FF2B5EF4-FFF2-40B4-BE49-F238E27FC236}">
                <a16:creationId xmlns:a16="http://schemas.microsoft.com/office/drawing/2014/main" id="{650AB11E-CDF8-2688-0CD6-4E3E8DB0C720}"/>
              </a:ext>
            </a:extLst>
          </p:cNvPr>
          <p:cNvPicPr>
            <a:picLocks noChangeAspect="1"/>
          </p:cNvPicPr>
          <p:nvPr/>
        </p:nvPicPr>
        <p:blipFill>
          <a:blip r:embed="rId3"/>
          <a:stretch>
            <a:fillRect/>
          </a:stretch>
        </p:blipFill>
        <p:spPr>
          <a:xfrm>
            <a:off x="2209800" y="3429000"/>
            <a:ext cx="7772400" cy="3157791"/>
          </a:xfrm>
          <a:prstGeom prst="rect">
            <a:avLst/>
          </a:prstGeom>
        </p:spPr>
      </p:pic>
    </p:spTree>
    <p:extLst>
      <p:ext uri="{BB962C8B-B14F-4D97-AF65-F5344CB8AC3E}">
        <p14:creationId xmlns:p14="http://schemas.microsoft.com/office/powerpoint/2010/main" val="40765576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BDC0B-4EFF-61D8-6833-B7ED89C59BC9}"/>
              </a:ext>
            </a:extLst>
          </p:cNvPr>
          <p:cNvSpPr>
            <a:spLocks noGrp="1"/>
          </p:cNvSpPr>
          <p:nvPr>
            <p:ph type="title"/>
          </p:nvPr>
        </p:nvSpPr>
        <p:spPr>
          <a:xfrm>
            <a:off x="518474" y="603504"/>
            <a:ext cx="10966229" cy="659688"/>
          </a:xfrm>
        </p:spPr>
        <p:txBody>
          <a:bodyPr vert="horz" lIns="91440" tIns="45720" rIns="91440" bIns="45720" rtlCol="0" anchor="b">
            <a:normAutofit/>
          </a:bodyPr>
          <a:lstStyle/>
          <a:p>
            <a:pPr algn="ctr"/>
            <a:r>
              <a:rPr lang="en-US" sz="3200" b="1" kern="1200" dirty="0">
                <a:solidFill>
                  <a:schemeClr val="tx1"/>
                </a:solidFill>
                <a:latin typeface="+mj-lt"/>
                <a:ea typeface="+mj-ea"/>
                <a:cs typeface="+mj-cs"/>
              </a:rPr>
              <a:t>The Role of Package Managers</a:t>
            </a:r>
          </a:p>
        </p:txBody>
      </p:sp>
      <p:sp>
        <p:nvSpPr>
          <p:cNvPr id="4" name="Content Placeholder 3">
            <a:extLst>
              <a:ext uri="{FF2B5EF4-FFF2-40B4-BE49-F238E27FC236}">
                <a16:creationId xmlns:a16="http://schemas.microsoft.com/office/drawing/2014/main" id="{9E0ED6F7-EA82-15B6-0761-14D9730D684E}"/>
              </a:ext>
            </a:extLst>
          </p:cNvPr>
          <p:cNvSpPr>
            <a:spLocks noGrp="1"/>
          </p:cNvSpPr>
          <p:nvPr>
            <p:ph sz="half"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315" y="2214282"/>
            <a:ext cx="10881387" cy="4095078"/>
          </a:xfrm>
        </p:spPr>
        <p:txBody>
          <a:bodyPr>
            <a:normAutofit/>
          </a:bodyPr>
          <a:lstStyle/>
          <a:p>
            <a:pPr algn="l" rtl="0" eaLnBrk="1" latinLnBrk="0" hangingPunct="1">
              <a:lnSpc>
                <a:spcPct val="90000"/>
              </a:lnSpc>
              <a:spcBef>
                <a:spcPts val="500"/>
              </a:spcBef>
              <a:buFont typeface="Wingdings" pitchFamily="2" charset="2"/>
              <a:buChar char="Ø"/>
            </a:pPr>
            <a:r>
              <a:rPr lang="en-US" sz="2000" b="1" dirty="0">
                <a:solidFill>
                  <a:srgbClr val="000000"/>
                </a:solidFill>
                <a:effectLst/>
                <a:latin typeface="Aptos" panose="020B0004020202020204" pitchFamily="34" charset="0"/>
              </a:rPr>
              <a:t>Easy Software Management</a:t>
            </a:r>
            <a:endParaRPr lang="en-US" sz="2000" dirty="0">
              <a:solidFill>
                <a:srgbClr val="000000"/>
              </a:solidFill>
              <a:effectLst/>
              <a:latin typeface="Aptos" panose="020B0004020202020204" pitchFamily="34" charset="0"/>
            </a:endParaRPr>
          </a:p>
          <a:p>
            <a:pPr marL="0" indent="0" algn="l" rtl="0" eaLnBrk="1" latinLnBrk="0" hangingPunct="1">
              <a:lnSpc>
                <a:spcPct val="90000"/>
              </a:lnSpc>
              <a:spcBef>
                <a:spcPts val="500"/>
              </a:spcBef>
              <a:buNone/>
            </a:pPr>
            <a:r>
              <a:rPr lang="en-US" sz="2000" dirty="0">
                <a:solidFill>
                  <a:srgbClr val="000000"/>
                </a:solidFill>
                <a:effectLst/>
                <a:latin typeface="Aptos" panose="020B0004020202020204" pitchFamily="34" charset="0"/>
              </a:rPr>
              <a:t>Package managers help you install, update, and remove software on Linux easily, making things faster and simpler.</a:t>
            </a:r>
          </a:p>
          <a:p>
            <a:pPr marL="0" indent="0" algn="l" rtl="0" eaLnBrk="1" latinLnBrk="0" hangingPunct="1">
              <a:lnSpc>
                <a:spcPct val="90000"/>
              </a:lnSpc>
              <a:spcBef>
                <a:spcPts val="500"/>
              </a:spcBef>
              <a:buNone/>
            </a:pPr>
            <a:endParaRPr lang="en-US" sz="2000" dirty="0">
              <a:solidFill>
                <a:srgbClr val="000000"/>
              </a:solidFill>
              <a:latin typeface="Aptos" panose="020B0004020202020204" pitchFamily="34" charset="0"/>
            </a:endParaRPr>
          </a:p>
          <a:p>
            <a:pPr marL="0" indent="0" algn="l" rtl="0" eaLnBrk="1" latinLnBrk="0" hangingPunct="1">
              <a:lnSpc>
                <a:spcPct val="90000"/>
              </a:lnSpc>
              <a:spcBef>
                <a:spcPts val="500"/>
              </a:spcBef>
              <a:buNone/>
            </a:pPr>
            <a:endParaRPr lang="en-US" sz="2000" dirty="0">
              <a:solidFill>
                <a:srgbClr val="000000"/>
              </a:solidFill>
              <a:effectLst/>
              <a:latin typeface="Aptos" panose="020B0004020202020204" pitchFamily="34" charset="0"/>
            </a:endParaRPr>
          </a:p>
          <a:p>
            <a:pPr algn="l" rtl="0" eaLnBrk="1" latinLnBrk="0" hangingPunct="1">
              <a:lnSpc>
                <a:spcPct val="90000"/>
              </a:lnSpc>
              <a:spcBef>
                <a:spcPts val="500"/>
              </a:spcBef>
              <a:buFont typeface="Wingdings" pitchFamily="2" charset="2"/>
              <a:buChar char="Ø"/>
            </a:pPr>
            <a:r>
              <a:rPr lang="en-US" sz="2000" b="1" dirty="0">
                <a:solidFill>
                  <a:srgbClr val="000000"/>
                </a:solidFill>
                <a:effectLst/>
                <a:latin typeface="Aptos" panose="020B0004020202020204" pitchFamily="34" charset="0"/>
              </a:rPr>
              <a:t>Handles Software Needs Automatically</a:t>
            </a:r>
            <a:endParaRPr lang="en-US" sz="2000" dirty="0">
              <a:solidFill>
                <a:srgbClr val="000000"/>
              </a:solidFill>
              <a:effectLst/>
              <a:latin typeface="Aptos" panose="020B0004020202020204" pitchFamily="34" charset="0"/>
            </a:endParaRPr>
          </a:p>
          <a:p>
            <a:pPr marL="0" indent="0" algn="l" rtl="0" eaLnBrk="1" latinLnBrk="0" hangingPunct="1">
              <a:lnSpc>
                <a:spcPct val="90000"/>
              </a:lnSpc>
              <a:spcBef>
                <a:spcPts val="500"/>
              </a:spcBef>
              <a:buNone/>
            </a:pPr>
            <a:r>
              <a:rPr lang="en-US" sz="2000" dirty="0">
                <a:solidFill>
                  <a:srgbClr val="000000"/>
                </a:solidFill>
                <a:effectLst/>
                <a:latin typeface="Aptos" panose="020B0004020202020204" pitchFamily="34" charset="0"/>
              </a:rPr>
              <a:t>They take care of all the extra software your programs need, so nothing breaks or goes missing.</a:t>
            </a:r>
          </a:p>
          <a:p>
            <a:pPr marL="0" indent="0" algn="l" rtl="0" eaLnBrk="1" latinLnBrk="0" hangingPunct="1">
              <a:lnSpc>
                <a:spcPct val="90000"/>
              </a:lnSpc>
              <a:spcBef>
                <a:spcPts val="500"/>
              </a:spcBef>
              <a:buNone/>
            </a:pPr>
            <a:endParaRPr lang="en-US" sz="2000" dirty="0">
              <a:solidFill>
                <a:srgbClr val="000000"/>
              </a:solidFill>
              <a:latin typeface="Aptos" panose="020B0004020202020204" pitchFamily="34" charset="0"/>
            </a:endParaRPr>
          </a:p>
          <a:p>
            <a:pPr marL="0" indent="0" algn="l" rtl="0" eaLnBrk="1" latinLnBrk="0" hangingPunct="1">
              <a:lnSpc>
                <a:spcPct val="90000"/>
              </a:lnSpc>
              <a:spcBef>
                <a:spcPts val="500"/>
              </a:spcBef>
              <a:buNone/>
            </a:pPr>
            <a:endParaRPr lang="en-US" sz="2000" dirty="0">
              <a:solidFill>
                <a:srgbClr val="000000"/>
              </a:solidFill>
              <a:effectLst/>
              <a:latin typeface="Aptos" panose="020B0004020202020204" pitchFamily="34" charset="0"/>
            </a:endParaRPr>
          </a:p>
          <a:p>
            <a:pPr algn="l" rtl="0" eaLnBrk="1" latinLnBrk="0" hangingPunct="1">
              <a:lnSpc>
                <a:spcPct val="90000"/>
              </a:lnSpc>
              <a:spcBef>
                <a:spcPts val="500"/>
              </a:spcBef>
              <a:buFont typeface="Wingdings" pitchFamily="2" charset="2"/>
              <a:buChar char="Ø"/>
            </a:pPr>
            <a:r>
              <a:rPr lang="en-US" sz="2000" b="1" dirty="0">
                <a:solidFill>
                  <a:srgbClr val="000000"/>
                </a:solidFill>
                <a:effectLst/>
                <a:latin typeface="Aptos" panose="020B0004020202020204" pitchFamily="34" charset="0"/>
              </a:rPr>
              <a:t>Keeps Your System Safe and Easy to Manage</a:t>
            </a:r>
            <a:endParaRPr lang="en-US" sz="2000" dirty="0">
              <a:solidFill>
                <a:srgbClr val="000000"/>
              </a:solidFill>
              <a:effectLst/>
              <a:latin typeface="Aptos" panose="020B0004020202020204" pitchFamily="34" charset="0"/>
            </a:endParaRPr>
          </a:p>
          <a:p>
            <a:pPr marL="0" indent="0" algn="l" rtl="0" eaLnBrk="1" latinLnBrk="0" hangingPunct="1">
              <a:lnSpc>
                <a:spcPct val="90000"/>
              </a:lnSpc>
              <a:spcBef>
                <a:spcPts val="500"/>
              </a:spcBef>
              <a:buNone/>
            </a:pPr>
            <a:r>
              <a:rPr lang="en-US" sz="2000" dirty="0">
                <a:solidFill>
                  <a:srgbClr val="000000"/>
                </a:solidFill>
                <a:effectLst/>
                <a:latin typeface="Aptos" panose="020B0004020202020204" pitchFamily="34" charset="0"/>
              </a:rPr>
              <a:t>Using one tool to manage everything makes your system safer and saves you time compared to doing it all by hand.</a:t>
            </a:r>
            <a:endParaRPr lang="en-US" sz="2000" dirty="0"/>
          </a:p>
        </p:txBody>
      </p:sp>
    </p:spTree>
    <p:extLst>
      <p:ext uri="{BB962C8B-B14F-4D97-AF65-F5344CB8AC3E}">
        <p14:creationId xmlns:p14="http://schemas.microsoft.com/office/powerpoint/2010/main" val="416525665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89155-3FF3-73E8-38BE-89C7BEB793DB}"/>
              </a:ext>
            </a:extLst>
          </p:cNvPr>
          <p:cNvSpPr>
            <a:spLocks noGrp="1"/>
          </p:cNvSpPr>
          <p:nvPr>
            <p:ph type="title"/>
          </p:nvPr>
        </p:nvSpPr>
        <p:spPr/>
        <p:txBody>
          <a:bodyPr>
            <a:normAutofit/>
          </a:bodyPr>
          <a:lstStyle/>
          <a:p>
            <a:pPr algn="ctr"/>
            <a:r>
              <a:rPr lang="en-US" sz="3200" b="1" dirty="0"/>
              <a:t>RPM (RedHat Package Manager) </a:t>
            </a:r>
          </a:p>
        </p:txBody>
      </p:sp>
      <p:sp>
        <p:nvSpPr>
          <p:cNvPr id="3" name="Content Placeholder 2">
            <a:extLst>
              <a:ext uri="{FF2B5EF4-FFF2-40B4-BE49-F238E27FC236}">
                <a16:creationId xmlns:a16="http://schemas.microsoft.com/office/drawing/2014/main" id="{0057FEF7-9158-4C4E-6A72-F3EDCB0948C5}"/>
              </a:ext>
            </a:extLst>
          </p:cNvPr>
          <p:cNvSpPr>
            <a:spLocks noGrp="1"/>
          </p:cNvSpPr>
          <p:nvPr>
            <p:ph idx="1"/>
          </p:nvPr>
        </p:nvSpPr>
        <p:spPr>
          <a:xfrm>
            <a:off x="838200" y="1769971"/>
            <a:ext cx="10515600" cy="1477816"/>
          </a:xfrm>
        </p:spPr>
        <p:txBody>
          <a:bodyPr>
            <a:normAutofit/>
          </a:bodyPr>
          <a:lstStyle/>
          <a:p>
            <a:pPr lvl="1"/>
            <a:r>
              <a:rPr lang="en-US" sz="2000" i="1" dirty="0"/>
              <a:t>rpm -</a:t>
            </a:r>
            <a:r>
              <a:rPr lang="en-US" sz="2000" i="1" dirty="0" err="1"/>
              <a:t>i</a:t>
            </a:r>
            <a:r>
              <a:rPr lang="en-US" sz="2000" i="1" dirty="0"/>
              <a:t> some-</a:t>
            </a:r>
            <a:r>
              <a:rPr lang="en-US" sz="2000" i="1" dirty="0" err="1"/>
              <a:t>package.rpm</a:t>
            </a:r>
            <a:endParaRPr lang="en-US" sz="2000" i="1" dirty="0">
              <a:sym typeface="Wingdings" pitchFamily="2" charset="2"/>
            </a:endParaRPr>
          </a:p>
          <a:p>
            <a:pPr lvl="1"/>
            <a:r>
              <a:rPr lang="en-US" sz="2000" i="1" dirty="0"/>
              <a:t>rpm –e some-</a:t>
            </a:r>
            <a:r>
              <a:rPr lang="en-US" sz="2000" i="1" dirty="0" err="1"/>
              <a:t>package.rpm</a:t>
            </a:r>
            <a:endParaRPr lang="en-US" sz="2000" i="1" dirty="0"/>
          </a:p>
          <a:p>
            <a:pPr lvl="1"/>
            <a:r>
              <a:rPr lang="en-US" sz="2000" i="1" dirty="0"/>
              <a:t>rpm –q some-</a:t>
            </a:r>
            <a:r>
              <a:rPr lang="en-US" sz="2000" i="1" dirty="0" err="1"/>
              <a:t>package.rpm</a:t>
            </a:r>
            <a:endParaRPr lang="en-US" sz="2000" i="1" dirty="0">
              <a:sym typeface="Wingdings" pitchFamily="2" charset="2"/>
            </a:endParaRPr>
          </a:p>
        </p:txBody>
      </p:sp>
      <p:sp>
        <p:nvSpPr>
          <p:cNvPr id="4" name="Rounded Rectangle 3">
            <a:extLst>
              <a:ext uri="{FF2B5EF4-FFF2-40B4-BE49-F238E27FC236}">
                <a16:creationId xmlns:a16="http://schemas.microsoft.com/office/drawing/2014/main" id="{B0218AB6-DACC-8894-1358-29FF35C4DE8C}"/>
              </a:ext>
            </a:extLst>
          </p:cNvPr>
          <p:cNvSpPr/>
          <p:nvPr/>
        </p:nvSpPr>
        <p:spPr>
          <a:xfrm>
            <a:off x="8611387" y="1839055"/>
            <a:ext cx="2394408" cy="282804"/>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ym typeface="Wingdings" pitchFamily="2" charset="2"/>
              </a:rPr>
              <a:t>Install a package</a:t>
            </a:r>
            <a:endParaRPr lang="en-US" dirty="0"/>
          </a:p>
        </p:txBody>
      </p:sp>
      <p:sp>
        <p:nvSpPr>
          <p:cNvPr id="5" name="Rounded Rectangle 4">
            <a:extLst>
              <a:ext uri="{FF2B5EF4-FFF2-40B4-BE49-F238E27FC236}">
                <a16:creationId xmlns:a16="http://schemas.microsoft.com/office/drawing/2014/main" id="{69A636CB-3CAE-9C76-078A-5732B37D6BFF}"/>
              </a:ext>
            </a:extLst>
          </p:cNvPr>
          <p:cNvSpPr/>
          <p:nvPr/>
        </p:nvSpPr>
        <p:spPr>
          <a:xfrm>
            <a:off x="8611387" y="2274927"/>
            <a:ext cx="2394408" cy="282804"/>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ym typeface="Wingdings" pitchFamily="2" charset="2"/>
              </a:rPr>
              <a:t>Uninstall package</a:t>
            </a:r>
            <a:endParaRPr lang="en-US" dirty="0"/>
          </a:p>
        </p:txBody>
      </p:sp>
      <p:sp>
        <p:nvSpPr>
          <p:cNvPr id="6" name="Rounded Rectangle 5">
            <a:extLst>
              <a:ext uri="{FF2B5EF4-FFF2-40B4-BE49-F238E27FC236}">
                <a16:creationId xmlns:a16="http://schemas.microsoft.com/office/drawing/2014/main" id="{A4B7A3FF-B1FF-E645-4B96-0FEB3DB4696C}"/>
              </a:ext>
            </a:extLst>
          </p:cNvPr>
          <p:cNvSpPr/>
          <p:nvPr/>
        </p:nvSpPr>
        <p:spPr>
          <a:xfrm>
            <a:off x="8611387" y="2694161"/>
            <a:ext cx="2394408" cy="282804"/>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ym typeface="Wingdings" pitchFamily="2" charset="2"/>
              </a:rPr>
              <a:t>query package</a:t>
            </a:r>
            <a:endParaRPr lang="en-US" dirty="0"/>
          </a:p>
        </p:txBody>
      </p:sp>
      <p:sp>
        <p:nvSpPr>
          <p:cNvPr id="7" name="Oval 6">
            <a:extLst>
              <a:ext uri="{FF2B5EF4-FFF2-40B4-BE49-F238E27FC236}">
                <a16:creationId xmlns:a16="http://schemas.microsoft.com/office/drawing/2014/main" id="{8E712CFF-8009-D4A9-796C-BBA01CE7BD92}"/>
              </a:ext>
            </a:extLst>
          </p:cNvPr>
          <p:cNvSpPr/>
          <p:nvPr/>
        </p:nvSpPr>
        <p:spPr>
          <a:xfrm>
            <a:off x="3228681" y="3321824"/>
            <a:ext cx="1734532" cy="147781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8" name="Rounded Rectangle 7">
            <a:extLst>
              <a:ext uri="{FF2B5EF4-FFF2-40B4-BE49-F238E27FC236}">
                <a16:creationId xmlns:a16="http://schemas.microsoft.com/office/drawing/2014/main" id="{5B0D0EEC-FC49-2335-8D24-FA8FE5754DC6}"/>
              </a:ext>
            </a:extLst>
          </p:cNvPr>
          <p:cNvSpPr/>
          <p:nvPr/>
        </p:nvSpPr>
        <p:spPr>
          <a:xfrm>
            <a:off x="7291633" y="3683659"/>
            <a:ext cx="1319754" cy="754145"/>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RPM</a:t>
            </a:r>
          </a:p>
        </p:txBody>
      </p:sp>
      <p:sp>
        <p:nvSpPr>
          <p:cNvPr id="9" name="Cube 8">
            <a:extLst>
              <a:ext uri="{FF2B5EF4-FFF2-40B4-BE49-F238E27FC236}">
                <a16:creationId xmlns:a16="http://schemas.microsoft.com/office/drawing/2014/main" id="{93EAE803-E94A-710E-1203-66A141E81BAD}"/>
              </a:ext>
            </a:extLst>
          </p:cNvPr>
          <p:cNvSpPr/>
          <p:nvPr/>
        </p:nvSpPr>
        <p:spPr>
          <a:xfrm>
            <a:off x="3695307" y="3585773"/>
            <a:ext cx="735291" cy="622170"/>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0F00A6D-B9C9-BE07-4685-CCAFE5CC0545}"/>
              </a:ext>
            </a:extLst>
          </p:cNvPr>
          <p:cNvSpPr txBox="1"/>
          <p:nvPr/>
        </p:nvSpPr>
        <p:spPr>
          <a:xfrm>
            <a:off x="3440784" y="4287226"/>
            <a:ext cx="1310326" cy="369332"/>
          </a:xfrm>
          <a:prstGeom prst="rect">
            <a:avLst/>
          </a:prstGeom>
          <a:noFill/>
        </p:spPr>
        <p:txBody>
          <a:bodyPr wrap="square" rtlCol="0">
            <a:spAutoFit/>
          </a:bodyPr>
          <a:lstStyle/>
          <a:p>
            <a:r>
              <a:rPr lang="en-US" dirty="0" err="1"/>
              <a:t>telnet.rpm</a:t>
            </a:r>
            <a:endParaRPr lang="en-US" dirty="0"/>
          </a:p>
        </p:txBody>
      </p:sp>
      <p:cxnSp>
        <p:nvCxnSpPr>
          <p:cNvPr id="12" name="Straight Arrow Connector 11">
            <a:extLst>
              <a:ext uri="{FF2B5EF4-FFF2-40B4-BE49-F238E27FC236}">
                <a16:creationId xmlns:a16="http://schemas.microsoft.com/office/drawing/2014/main" id="{B20B3E24-7B70-C88D-D7A5-4F4CB65A72D6}"/>
              </a:ext>
            </a:extLst>
          </p:cNvPr>
          <p:cNvCxnSpPr>
            <a:stCxn id="8" idx="1"/>
            <a:endCxn id="7" idx="6"/>
          </p:cNvCxnSpPr>
          <p:nvPr/>
        </p:nvCxnSpPr>
        <p:spPr>
          <a:xfrm flipH="1">
            <a:off x="4963213" y="4060732"/>
            <a:ext cx="232842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130DE894-7660-258B-28FA-647993452E41}"/>
              </a:ext>
            </a:extLst>
          </p:cNvPr>
          <p:cNvSpPr/>
          <p:nvPr/>
        </p:nvSpPr>
        <p:spPr>
          <a:xfrm>
            <a:off x="3228681" y="5169092"/>
            <a:ext cx="1734532" cy="147781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6" name="Rounded Rectangle 15">
            <a:extLst>
              <a:ext uri="{FF2B5EF4-FFF2-40B4-BE49-F238E27FC236}">
                <a16:creationId xmlns:a16="http://schemas.microsoft.com/office/drawing/2014/main" id="{2347A5CF-B134-FA81-89A8-27D58DAF1F5F}"/>
              </a:ext>
            </a:extLst>
          </p:cNvPr>
          <p:cNvSpPr/>
          <p:nvPr/>
        </p:nvSpPr>
        <p:spPr>
          <a:xfrm>
            <a:off x="7291633" y="5530927"/>
            <a:ext cx="1319754" cy="754145"/>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RPM</a:t>
            </a:r>
          </a:p>
        </p:txBody>
      </p:sp>
      <p:sp>
        <p:nvSpPr>
          <p:cNvPr id="17" name="Cube 16">
            <a:extLst>
              <a:ext uri="{FF2B5EF4-FFF2-40B4-BE49-F238E27FC236}">
                <a16:creationId xmlns:a16="http://schemas.microsoft.com/office/drawing/2014/main" id="{66692409-AC94-3EBE-6F1B-7A8FEF0182A1}"/>
              </a:ext>
            </a:extLst>
          </p:cNvPr>
          <p:cNvSpPr/>
          <p:nvPr/>
        </p:nvSpPr>
        <p:spPr>
          <a:xfrm>
            <a:off x="3695307" y="5433041"/>
            <a:ext cx="735291" cy="622170"/>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DB1835A-D919-4D32-D8BD-59260F388D32}"/>
              </a:ext>
            </a:extLst>
          </p:cNvPr>
          <p:cNvSpPr txBox="1"/>
          <p:nvPr/>
        </p:nvSpPr>
        <p:spPr>
          <a:xfrm>
            <a:off x="3440784" y="6134494"/>
            <a:ext cx="1310326" cy="369332"/>
          </a:xfrm>
          <a:prstGeom prst="rect">
            <a:avLst/>
          </a:prstGeom>
          <a:noFill/>
        </p:spPr>
        <p:txBody>
          <a:bodyPr wrap="square" rtlCol="0">
            <a:spAutoFit/>
          </a:bodyPr>
          <a:lstStyle/>
          <a:p>
            <a:pPr algn="ctr"/>
            <a:r>
              <a:rPr lang="en-US" dirty="0"/>
              <a:t>ansible</a:t>
            </a:r>
          </a:p>
        </p:txBody>
      </p:sp>
      <p:cxnSp>
        <p:nvCxnSpPr>
          <p:cNvPr id="19" name="Straight Arrow Connector 18">
            <a:extLst>
              <a:ext uri="{FF2B5EF4-FFF2-40B4-BE49-F238E27FC236}">
                <a16:creationId xmlns:a16="http://schemas.microsoft.com/office/drawing/2014/main" id="{CBABB878-BEA0-E7FA-AB69-0B5CB5D888AF}"/>
              </a:ext>
            </a:extLst>
          </p:cNvPr>
          <p:cNvCxnSpPr>
            <a:stCxn id="16" idx="1"/>
            <a:endCxn id="15" idx="6"/>
          </p:cNvCxnSpPr>
          <p:nvPr/>
        </p:nvCxnSpPr>
        <p:spPr>
          <a:xfrm flipH="1">
            <a:off x="4963213" y="5908000"/>
            <a:ext cx="232842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875C3FFF-F788-0BD7-2A8A-538896A2AFE2}"/>
              </a:ext>
            </a:extLst>
          </p:cNvPr>
          <p:cNvCxnSpPr>
            <a:cxnSpLocks/>
            <a:stCxn id="15" idx="2"/>
            <a:endCxn id="32" idx="0"/>
          </p:cNvCxnSpPr>
          <p:nvPr/>
        </p:nvCxnSpPr>
        <p:spPr>
          <a:xfrm flipH="1">
            <a:off x="2684282" y="5908000"/>
            <a:ext cx="5443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Snip Diagonal Corner Rectangle 31">
            <a:extLst>
              <a:ext uri="{FF2B5EF4-FFF2-40B4-BE49-F238E27FC236}">
                <a16:creationId xmlns:a16="http://schemas.microsoft.com/office/drawing/2014/main" id="{415EE084-0C52-D254-0E9F-2749E2FB7DD8}"/>
              </a:ext>
            </a:extLst>
          </p:cNvPr>
          <p:cNvSpPr/>
          <p:nvPr/>
        </p:nvSpPr>
        <p:spPr>
          <a:xfrm>
            <a:off x="838200" y="4958000"/>
            <a:ext cx="1846082" cy="1900000"/>
          </a:xfrm>
          <a:prstGeom prst="snip2Diag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Dependencies </a:t>
            </a:r>
          </a:p>
          <a:p>
            <a:r>
              <a:rPr lang="en-US" dirty="0"/>
              <a:t>?</a:t>
            </a:r>
          </a:p>
          <a:p>
            <a:r>
              <a:rPr lang="en-US" dirty="0"/>
              <a:t>?</a:t>
            </a:r>
          </a:p>
          <a:p>
            <a:r>
              <a:rPr lang="en-US" dirty="0"/>
              <a:t>?</a:t>
            </a:r>
          </a:p>
          <a:p>
            <a:r>
              <a:rPr lang="en-US" dirty="0"/>
              <a:t>?</a:t>
            </a:r>
          </a:p>
          <a:p>
            <a:pPr algn="ctr"/>
            <a:endParaRPr lang="en-US" dirty="0"/>
          </a:p>
        </p:txBody>
      </p:sp>
    </p:spTree>
    <p:extLst>
      <p:ext uri="{BB962C8B-B14F-4D97-AF65-F5344CB8AC3E}">
        <p14:creationId xmlns:p14="http://schemas.microsoft.com/office/powerpoint/2010/main" val="29012458"/>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82BD3-CC0F-E32C-6673-DEB52C7E2062}"/>
              </a:ext>
            </a:extLst>
          </p:cNvPr>
          <p:cNvSpPr>
            <a:spLocks noGrp="1"/>
          </p:cNvSpPr>
          <p:nvPr>
            <p:ph type="title"/>
          </p:nvPr>
        </p:nvSpPr>
        <p:spPr/>
        <p:txBody>
          <a:bodyPr>
            <a:normAutofit/>
          </a:bodyPr>
          <a:lstStyle/>
          <a:p>
            <a:pPr algn="ctr"/>
            <a:r>
              <a:rPr lang="en-US" sz="3200" b="1" dirty="0"/>
              <a:t>YUM (Yellowdog Updater, Modified) </a:t>
            </a:r>
          </a:p>
        </p:txBody>
      </p:sp>
      <p:sp>
        <p:nvSpPr>
          <p:cNvPr id="3" name="Content Placeholder 2">
            <a:extLst>
              <a:ext uri="{FF2B5EF4-FFF2-40B4-BE49-F238E27FC236}">
                <a16:creationId xmlns:a16="http://schemas.microsoft.com/office/drawing/2014/main" id="{F620CE3E-7461-43A5-A3AF-9FFBA19AC2E1}"/>
              </a:ext>
            </a:extLst>
          </p:cNvPr>
          <p:cNvSpPr>
            <a:spLocks noGrp="1"/>
          </p:cNvSpPr>
          <p:nvPr>
            <p:ph idx="1"/>
          </p:nvPr>
        </p:nvSpPr>
        <p:spPr/>
        <p:txBody>
          <a:bodyPr>
            <a:normAutofit/>
          </a:bodyPr>
          <a:lstStyle/>
          <a:p>
            <a:r>
              <a:rPr lang="en-US" sz="2400" dirty="0"/>
              <a:t>YUM is a package manager used in RHEL-based Linux distributions (CentOS, Red Hat, Oracle Linux, Amazon Linux).</a:t>
            </a:r>
          </a:p>
          <a:p>
            <a:r>
              <a:rPr lang="en-US" sz="2400" dirty="0"/>
              <a:t>High-level package manager and uses RPM underneath </a:t>
            </a:r>
          </a:p>
          <a:p>
            <a:r>
              <a:rPr lang="en-US" sz="2400" dirty="0"/>
              <a:t>Key Functions</a:t>
            </a:r>
          </a:p>
          <a:p>
            <a:pPr lvl="1"/>
            <a:r>
              <a:rPr lang="en-US" sz="2000" dirty="0"/>
              <a:t>Install packages with automatic dependency resolution</a:t>
            </a:r>
          </a:p>
          <a:p>
            <a:pPr lvl="1"/>
            <a:r>
              <a:rPr lang="en-US" sz="2000" dirty="0"/>
              <a:t>Update system packages to latest versions</a:t>
            </a:r>
          </a:p>
          <a:p>
            <a:pPr lvl="1"/>
            <a:r>
              <a:rPr lang="en-US" sz="2000" dirty="0"/>
              <a:t>Remove unwanted packages cleanly</a:t>
            </a:r>
          </a:p>
          <a:p>
            <a:pPr lvl="1"/>
            <a:r>
              <a:rPr lang="en-US" sz="2000" dirty="0"/>
              <a:t>Search for available software</a:t>
            </a:r>
          </a:p>
          <a:p>
            <a:pPr lvl="1"/>
            <a:r>
              <a:rPr lang="en-US" sz="2000" dirty="0"/>
              <a:t>Manage repositories (enable/disable/add repos)</a:t>
            </a:r>
          </a:p>
          <a:p>
            <a:pPr lvl="1"/>
            <a:r>
              <a:rPr lang="en-US" sz="2000" dirty="0"/>
              <a:t>Handle dependencies without manual intervention. </a:t>
            </a:r>
          </a:p>
        </p:txBody>
      </p:sp>
    </p:spTree>
    <p:extLst>
      <p:ext uri="{BB962C8B-B14F-4D97-AF65-F5344CB8AC3E}">
        <p14:creationId xmlns:p14="http://schemas.microsoft.com/office/powerpoint/2010/main" val="40467105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1C8A5-FF79-8235-4DA4-0A47019523D0}"/>
              </a:ext>
            </a:extLst>
          </p:cNvPr>
          <p:cNvSpPr>
            <a:spLocks noGrp="1"/>
          </p:cNvSpPr>
          <p:nvPr>
            <p:ph type="title"/>
          </p:nvPr>
        </p:nvSpPr>
        <p:spPr/>
        <p:txBody>
          <a:bodyPr vert="horz" lIns="91440" tIns="45720" rIns="91440" bIns="45720" rtlCol="0" anchor="ctr">
            <a:normAutofit/>
          </a:bodyPr>
          <a:lstStyle/>
          <a:p>
            <a:pPr algn="ctr"/>
            <a:r>
              <a:rPr lang="en-US" sz="3200" b="1" kern="1200" dirty="0"/>
              <a:t>Common YUM commands</a:t>
            </a:r>
          </a:p>
        </p:txBody>
      </p:sp>
      <p:graphicFrame>
        <p:nvGraphicFramePr>
          <p:cNvPr id="6" name="Content Placeholder 5">
            <a:extLst>
              <a:ext uri="{FF2B5EF4-FFF2-40B4-BE49-F238E27FC236}">
                <a16:creationId xmlns:a16="http://schemas.microsoft.com/office/drawing/2014/main" id="{5830ADEB-958E-2929-3310-05EB0940D74B}"/>
              </a:ext>
            </a:extLst>
          </p:cNvPr>
          <p:cNvGraphicFramePr>
            <a:graphicFrameLocks noGrp="1"/>
          </p:cNvGraphicFramePr>
          <p:nvPr>
            <p:ph idx="1"/>
            <p:extLst>
              <p:ext uri="{D42A27DB-BD31-4B8C-83A1-F6EECF244321}">
                <p14:modId xmlns:p14="http://schemas.microsoft.com/office/powerpoint/2010/main" val="622941676"/>
              </p:ext>
            </p:extLst>
          </p:nvPr>
        </p:nvGraphicFramePr>
        <p:xfrm>
          <a:off x="838200" y="2541242"/>
          <a:ext cx="10515600" cy="2773680"/>
        </p:xfrm>
        <a:graphic>
          <a:graphicData uri="http://schemas.openxmlformats.org/drawingml/2006/table">
            <a:tbl>
              <a:tblPr firstRow="1" bandRow="1">
                <a:tableStyleId>{21E4AEA4-8DFA-4A89-87EB-49C32662AFE0}</a:tableStyleId>
              </a:tblPr>
              <a:tblGrid>
                <a:gridCol w="5257800">
                  <a:extLst>
                    <a:ext uri="{9D8B030D-6E8A-4147-A177-3AD203B41FA5}">
                      <a16:colId xmlns:a16="http://schemas.microsoft.com/office/drawing/2014/main" val="534045212"/>
                    </a:ext>
                  </a:extLst>
                </a:gridCol>
                <a:gridCol w="5257800">
                  <a:extLst>
                    <a:ext uri="{9D8B030D-6E8A-4147-A177-3AD203B41FA5}">
                      <a16:colId xmlns:a16="http://schemas.microsoft.com/office/drawing/2014/main" val="2591190961"/>
                    </a:ext>
                  </a:extLst>
                </a:gridCol>
              </a:tblGrid>
              <a:tr h="370840">
                <a:tc>
                  <a:txBody>
                    <a:bodyPr/>
                    <a:lstStyle/>
                    <a:p>
                      <a:pPr algn="l"/>
                      <a:r>
                        <a:rPr lang="en-US" sz="2000" dirty="0"/>
                        <a:t>Task</a:t>
                      </a:r>
                    </a:p>
                  </a:txBody>
                  <a:tcPr/>
                </a:tc>
                <a:tc>
                  <a:txBody>
                    <a:bodyPr/>
                    <a:lstStyle/>
                    <a:p>
                      <a:pPr algn="l"/>
                      <a:r>
                        <a:rPr lang="en-US" sz="2000" dirty="0"/>
                        <a:t>Command</a:t>
                      </a:r>
                    </a:p>
                  </a:txBody>
                  <a:tcPr/>
                </a:tc>
                <a:extLst>
                  <a:ext uri="{0D108BD9-81ED-4DB2-BD59-A6C34878D82A}">
                    <a16:rowId xmlns:a16="http://schemas.microsoft.com/office/drawing/2014/main" val="1507754756"/>
                  </a:ext>
                </a:extLst>
              </a:tr>
              <a:tr h="370840">
                <a:tc>
                  <a:txBody>
                    <a:bodyPr/>
                    <a:lstStyle/>
                    <a:p>
                      <a:pPr algn="l"/>
                      <a:r>
                        <a:rPr lang="en-US" sz="2000" dirty="0"/>
                        <a:t>Install a Package</a:t>
                      </a:r>
                    </a:p>
                  </a:txBody>
                  <a:tcPr/>
                </a:tc>
                <a:tc>
                  <a:txBody>
                    <a:bodyPr/>
                    <a:lstStyle/>
                    <a:p>
                      <a:pPr algn="l"/>
                      <a:r>
                        <a:rPr lang="en-US" sz="2000" dirty="0"/>
                        <a:t>yum install httpd</a:t>
                      </a:r>
                    </a:p>
                  </a:txBody>
                  <a:tcPr/>
                </a:tc>
                <a:extLst>
                  <a:ext uri="{0D108BD9-81ED-4DB2-BD59-A6C34878D82A}">
                    <a16:rowId xmlns:a16="http://schemas.microsoft.com/office/drawing/2014/main" val="1869097713"/>
                  </a:ext>
                </a:extLst>
              </a:tr>
              <a:tr h="370840">
                <a:tc>
                  <a:txBody>
                    <a:bodyPr/>
                    <a:lstStyle/>
                    <a:p>
                      <a:pPr algn="l"/>
                      <a:r>
                        <a:rPr lang="en-US" sz="2000" dirty="0"/>
                        <a:t>Update System</a:t>
                      </a:r>
                    </a:p>
                  </a:txBody>
                  <a:tcPr/>
                </a:tc>
                <a:tc>
                  <a:txBody>
                    <a:bodyPr/>
                    <a:lstStyle/>
                    <a:p>
                      <a:pPr algn="l"/>
                      <a:r>
                        <a:rPr lang="en-US" sz="2000" dirty="0"/>
                        <a:t>yum update</a:t>
                      </a:r>
                    </a:p>
                  </a:txBody>
                  <a:tcPr/>
                </a:tc>
                <a:extLst>
                  <a:ext uri="{0D108BD9-81ED-4DB2-BD59-A6C34878D82A}">
                    <a16:rowId xmlns:a16="http://schemas.microsoft.com/office/drawing/2014/main" val="193590318"/>
                  </a:ext>
                </a:extLst>
              </a:tr>
              <a:tr h="370840">
                <a:tc>
                  <a:txBody>
                    <a:bodyPr/>
                    <a:lstStyle/>
                    <a:p>
                      <a:pPr algn="l"/>
                      <a:r>
                        <a:rPr lang="en-US" sz="2000" dirty="0"/>
                        <a:t>Remove Package</a:t>
                      </a:r>
                    </a:p>
                  </a:txBody>
                  <a:tcPr/>
                </a:tc>
                <a:tc>
                  <a:txBody>
                    <a:bodyPr/>
                    <a:lstStyle/>
                    <a:p>
                      <a:pPr algn="l"/>
                      <a:r>
                        <a:rPr lang="en-US" sz="2000" dirty="0"/>
                        <a:t>yum remove httpd</a:t>
                      </a:r>
                    </a:p>
                  </a:txBody>
                  <a:tcPr/>
                </a:tc>
                <a:extLst>
                  <a:ext uri="{0D108BD9-81ED-4DB2-BD59-A6C34878D82A}">
                    <a16:rowId xmlns:a16="http://schemas.microsoft.com/office/drawing/2014/main" val="1839999377"/>
                  </a:ext>
                </a:extLst>
              </a:tr>
              <a:tr h="370840">
                <a:tc>
                  <a:txBody>
                    <a:bodyPr/>
                    <a:lstStyle/>
                    <a:p>
                      <a:pPr algn="l"/>
                      <a:r>
                        <a:rPr lang="en-US" sz="2000" dirty="0"/>
                        <a:t>Search Package</a:t>
                      </a:r>
                    </a:p>
                  </a:txBody>
                  <a:tcPr/>
                </a:tc>
                <a:tc>
                  <a:txBody>
                    <a:bodyPr/>
                    <a:lstStyle/>
                    <a:p>
                      <a:pPr algn="l"/>
                      <a:r>
                        <a:rPr lang="en-US" sz="2000" dirty="0"/>
                        <a:t>yum search nginx</a:t>
                      </a:r>
                    </a:p>
                  </a:txBody>
                  <a:tcPr/>
                </a:tc>
                <a:extLst>
                  <a:ext uri="{0D108BD9-81ED-4DB2-BD59-A6C34878D82A}">
                    <a16:rowId xmlns:a16="http://schemas.microsoft.com/office/drawing/2014/main" val="198142734"/>
                  </a:ext>
                </a:extLst>
              </a:tr>
              <a:tr h="370840">
                <a:tc>
                  <a:txBody>
                    <a:bodyPr/>
                    <a:lstStyle/>
                    <a:p>
                      <a:pPr algn="l"/>
                      <a:r>
                        <a:rPr lang="en-US" sz="2000" dirty="0"/>
                        <a:t>List installed Packages</a:t>
                      </a:r>
                    </a:p>
                  </a:txBody>
                  <a:tcPr/>
                </a:tc>
                <a:tc>
                  <a:txBody>
                    <a:bodyPr/>
                    <a:lstStyle/>
                    <a:p>
                      <a:pPr algn="l"/>
                      <a:r>
                        <a:rPr lang="en-US" sz="2000" dirty="0"/>
                        <a:t>yum list installed</a:t>
                      </a:r>
                    </a:p>
                  </a:txBody>
                  <a:tcPr/>
                </a:tc>
                <a:extLst>
                  <a:ext uri="{0D108BD9-81ED-4DB2-BD59-A6C34878D82A}">
                    <a16:rowId xmlns:a16="http://schemas.microsoft.com/office/drawing/2014/main" val="1146674511"/>
                  </a:ext>
                </a:extLst>
              </a:tr>
              <a:tr h="370840">
                <a:tc>
                  <a:txBody>
                    <a:bodyPr/>
                    <a:lstStyle/>
                    <a:p>
                      <a:pPr algn="l"/>
                      <a:r>
                        <a:rPr lang="en-US" sz="2000" dirty="0"/>
                        <a:t>Clean Cache</a:t>
                      </a:r>
                    </a:p>
                  </a:txBody>
                  <a:tcPr/>
                </a:tc>
                <a:tc>
                  <a:txBody>
                    <a:bodyPr/>
                    <a:lstStyle/>
                    <a:p>
                      <a:pPr algn="l"/>
                      <a:r>
                        <a:rPr lang="en-US" sz="2000" dirty="0"/>
                        <a:t>yum clean all</a:t>
                      </a:r>
                    </a:p>
                  </a:txBody>
                  <a:tcPr/>
                </a:tc>
                <a:extLst>
                  <a:ext uri="{0D108BD9-81ED-4DB2-BD59-A6C34878D82A}">
                    <a16:rowId xmlns:a16="http://schemas.microsoft.com/office/drawing/2014/main" val="1386358748"/>
                  </a:ext>
                </a:extLst>
              </a:tr>
            </a:tbl>
          </a:graphicData>
        </a:graphic>
      </p:graphicFrame>
    </p:spTree>
    <p:extLst>
      <p:ext uri="{BB962C8B-B14F-4D97-AF65-F5344CB8AC3E}">
        <p14:creationId xmlns:p14="http://schemas.microsoft.com/office/powerpoint/2010/main" val="3599954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E9E8F-A4D9-B8A8-22F3-C256C5E121A2}"/>
              </a:ext>
            </a:extLst>
          </p:cNvPr>
          <p:cNvSpPr>
            <a:spLocks noGrp="1"/>
          </p:cNvSpPr>
          <p:nvPr>
            <p:ph type="title"/>
          </p:nvPr>
        </p:nvSpPr>
        <p:spPr/>
        <p:txBody>
          <a:bodyPr>
            <a:normAutofit/>
          </a:bodyPr>
          <a:lstStyle/>
          <a:p>
            <a:pPr algn="ctr"/>
            <a:r>
              <a:rPr lang="en-US" sz="3200" b="1" dirty="0"/>
              <a:t>APT (Advanced Package Tool)</a:t>
            </a:r>
          </a:p>
        </p:txBody>
      </p:sp>
      <p:sp>
        <p:nvSpPr>
          <p:cNvPr id="3" name="Content Placeholder 2">
            <a:extLst>
              <a:ext uri="{FF2B5EF4-FFF2-40B4-BE49-F238E27FC236}">
                <a16:creationId xmlns:a16="http://schemas.microsoft.com/office/drawing/2014/main" id="{10012443-AFE5-AB11-4761-B077AB5E22D7}"/>
              </a:ext>
            </a:extLst>
          </p:cNvPr>
          <p:cNvSpPr>
            <a:spLocks noGrp="1"/>
          </p:cNvSpPr>
          <p:nvPr>
            <p:ph idx="1"/>
          </p:nvPr>
        </p:nvSpPr>
        <p:spPr/>
        <p:txBody>
          <a:bodyPr/>
          <a:lstStyle/>
          <a:p>
            <a:r>
              <a:rPr lang="en-US" sz="2400" dirty="0"/>
              <a:t>APT is the primary package management system used in Debian and its derivatives (Ubuntu, Mint, Kali, etc.).</a:t>
            </a:r>
          </a:p>
          <a:p>
            <a:r>
              <a:rPr lang="en-US" sz="2400" dirty="0"/>
              <a:t>APT (Command-line frontend)</a:t>
            </a:r>
          </a:p>
          <a:p>
            <a:pPr lvl="1"/>
            <a:r>
              <a:rPr lang="en-US" sz="2000" dirty="0"/>
              <a:t>High-level tool used for:</a:t>
            </a:r>
          </a:p>
          <a:p>
            <a:pPr lvl="1"/>
            <a:r>
              <a:rPr lang="en-US" sz="2000" dirty="0"/>
              <a:t>Installing packages</a:t>
            </a:r>
          </a:p>
          <a:p>
            <a:pPr lvl="1"/>
            <a:r>
              <a:rPr lang="en-US" sz="2000" dirty="0"/>
              <a:t>Updating repositories</a:t>
            </a:r>
          </a:p>
          <a:p>
            <a:pPr lvl="1"/>
            <a:r>
              <a:rPr lang="en-US" sz="2000" dirty="0"/>
              <a:t>Upgrading the system</a:t>
            </a:r>
          </a:p>
          <a:p>
            <a:pPr lvl="1"/>
            <a:r>
              <a:rPr lang="en-US" sz="2000" dirty="0"/>
              <a:t>Removing packages</a:t>
            </a:r>
          </a:p>
          <a:p>
            <a:pPr lvl="2"/>
            <a:r>
              <a:rPr lang="en-US" sz="1800" dirty="0"/>
              <a:t>apt update</a:t>
            </a:r>
          </a:p>
          <a:p>
            <a:pPr lvl="2"/>
            <a:r>
              <a:rPr lang="en-US" sz="1800" dirty="0"/>
              <a:t>apt install nginx</a:t>
            </a:r>
          </a:p>
          <a:p>
            <a:pPr lvl="2"/>
            <a:r>
              <a:rPr lang="en-US" sz="1800" dirty="0"/>
              <a:t>apt upgrade</a:t>
            </a:r>
          </a:p>
          <a:p>
            <a:pPr lvl="2"/>
            <a:endParaRPr lang="en-US" dirty="0"/>
          </a:p>
          <a:p>
            <a:endParaRPr lang="en-US" dirty="0"/>
          </a:p>
        </p:txBody>
      </p:sp>
    </p:spTree>
    <p:extLst>
      <p:ext uri="{BB962C8B-B14F-4D97-AF65-F5344CB8AC3E}">
        <p14:creationId xmlns:p14="http://schemas.microsoft.com/office/powerpoint/2010/main" val="14555460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B920B-9341-1662-C9D4-80089F68EB4D}"/>
              </a:ext>
            </a:extLst>
          </p:cNvPr>
          <p:cNvSpPr>
            <a:spLocks noGrp="1"/>
          </p:cNvSpPr>
          <p:nvPr>
            <p:ph type="title"/>
          </p:nvPr>
        </p:nvSpPr>
        <p:spPr/>
        <p:txBody>
          <a:bodyPr>
            <a:normAutofit/>
          </a:bodyPr>
          <a:lstStyle/>
          <a:p>
            <a:pPr algn="ctr"/>
            <a:r>
              <a:rPr lang="en-US" sz="3200" b="1" dirty="0"/>
              <a:t>Continued…</a:t>
            </a:r>
          </a:p>
        </p:txBody>
      </p:sp>
      <p:sp>
        <p:nvSpPr>
          <p:cNvPr id="3" name="Content Placeholder 2">
            <a:extLst>
              <a:ext uri="{FF2B5EF4-FFF2-40B4-BE49-F238E27FC236}">
                <a16:creationId xmlns:a16="http://schemas.microsoft.com/office/drawing/2014/main" id="{474D187B-38BF-08E3-4BDC-C702CA1E2583}"/>
              </a:ext>
            </a:extLst>
          </p:cNvPr>
          <p:cNvSpPr>
            <a:spLocks noGrp="1"/>
          </p:cNvSpPr>
          <p:nvPr>
            <p:ph idx="1"/>
          </p:nvPr>
        </p:nvSpPr>
        <p:spPr/>
        <p:txBody>
          <a:bodyPr/>
          <a:lstStyle/>
          <a:p>
            <a:r>
              <a:rPr lang="en-US" dirty="0" err="1"/>
              <a:t>dpkg</a:t>
            </a:r>
            <a:r>
              <a:rPr lang="en-US" dirty="0"/>
              <a:t> (Low-level package manager)</a:t>
            </a:r>
          </a:p>
          <a:p>
            <a:pPr lvl="1"/>
            <a:r>
              <a:rPr lang="en-US" sz="2000" dirty="0"/>
              <a:t>Installs or removes .deb files directly</a:t>
            </a:r>
          </a:p>
          <a:p>
            <a:pPr lvl="1"/>
            <a:r>
              <a:rPr lang="en-US" sz="2000" dirty="0"/>
              <a:t>Does NOT handle dependencies automatically</a:t>
            </a:r>
          </a:p>
          <a:p>
            <a:pPr lvl="1"/>
            <a:r>
              <a:rPr lang="en-US" sz="2000" i="1" dirty="0"/>
              <a:t>Example: </a:t>
            </a:r>
            <a:r>
              <a:rPr lang="en-US" sz="2000" i="1" dirty="0" err="1"/>
              <a:t>dpkg</a:t>
            </a:r>
            <a:r>
              <a:rPr lang="en-US" sz="2000" i="1" dirty="0"/>
              <a:t> -</a:t>
            </a:r>
            <a:r>
              <a:rPr lang="en-US" sz="2000" i="1" dirty="0" err="1"/>
              <a:t>i</a:t>
            </a:r>
            <a:r>
              <a:rPr lang="en-US" sz="2000" i="1" dirty="0"/>
              <a:t> </a:t>
            </a:r>
            <a:r>
              <a:rPr lang="en-US" sz="2000" i="1" dirty="0" err="1"/>
              <a:t>package.deb</a:t>
            </a:r>
            <a:endParaRPr lang="en-US" sz="2000" i="1" dirty="0"/>
          </a:p>
          <a:p>
            <a:r>
              <a:rPr lang="en-US" dirty="0"/>
              <a:t>APT-GET (Older CLI tool)</a:t>
            </a:r>
          </a:p>
          <a:p>
            <a:pPr lvl="1"/>
            <a:r>
              <a:rPr lang="en-US" sz="2000" dirty="0"/>
              <a:t>Predecessor to apt</a:t>
            </a:r>
          </a:p>
          <a:p>
            <a:pPr lvl="1"/>
            <a:r>
              <a:rPr lang="en-US" sz="2000" dirty="0"/>
              <a:t>Still widely used in scripts</a:t>
            </a:r>
          </a:p>
          <a:p>
            <a:pPr lvl="1"/>
            <a:r>
              <a:rPr lang="en-US" sz="2000" i="1" dirty="0"/>
              <a:t>Example: apt-get install apache2</a:t>
            </a:r>
          </a:p>
          <a:p>
            <a:pPr lvl="1"/>
            <a:endParaRPr lang="en-US" i="1" dirty="0"/>
          </a:p>
          <a:p>
            <a:pPr lvl="1"/>
            <a:endParaRPr lang="en-US" i="1" dirty="0"/>
          </a:p>
          <a:p>
            <a:pPr lvl="1"/>
            <a:endParaRPr lang="en-US" dirty="0"/>
          </a:p>
          <a:p>
            <a:endParaRPr lang="en-US" dirty="0"/>
          </a:p>
        </p:txBody>
      </p:sp>
    </p:spTree>
    <p:extLst>
      <p:ext uri="{BB962C8B-B14F-4D97-AF65-F5344CB8AC3E}">
        <p14:creationId xmlns:p14="http://schemas.microsoft.com/office/powerpoint/2010/main" val="2030580191"/>
      </p:ext>
    </p:extLst>
  </p:cSld>
  <p:clrMapOvr>
    <a:masterClrMapping/>
  </p:clrMapOvr>
  <p:extLst>
    <p:ext uri="{6950BFC3-D8DA-4A85-94F7-54DA5524770B}">
      <p188:commentRel xmlns:p188="http://schemas.microsoft.com/office/powerpoint/2018/8/main" r:id="rId2"/>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EADFF-A68C-5B7B-8DD5-DD47E022FEE6}"/>
              </a:ext>
            </a:extLst>
          </p:cNvPr>
          <p:cNvSpPr>
            <a:spLocks noGrp="1"/>
          </p:cNvSpPr>
          <p:nvPr>
            <p:ph type="title"/>
          </p:nvPr>
        </p:nvSpPr>
        <p:spPr>
          <a:xfrm>
            <a:off x="1113810" y="2960716"/>
            <a:ext cx="4036334" cy="2387600"/>
          </a:xfrm>
        </p:spPr>
        <p:txBody>
          <a:bodyPr vert="horz" lIns="91440" tIns="45720" rIns="91440" bIns="45720" rtlCol="0" anchor="t">
            <a:normAutofit/>
          </a:bodyPr>
          <a:lstStyle/>
          <a:p>
            <a:pPr algn="ctr"/>
            <a:r>
              <a:rPr lang="en-US" sz="3200" b="1" kern="1200" dirty="0">
                <a:solidFill>
                  <a:schemeClr val="tx1"/>
                </a:solidFill>
                <a:latin typeface="+mj-lt"/>
                <a:ea typeface="+mj-ea"/>
                <a:cs typeface="+mj-cs"/>
              </a:rPr>
              <a:t>Ubuntu Commands</a:t>
            </a:r>
          </a:p>
        </p:txBody>
      </p:sp>
      <p:pic>
        <p:nvPicPr>
          <p:cNvPr id="14" name="Content Placeholder 13" descr="A screenshot of a computer program&#10;&#10;AI-generated content may be incorrect.">
            <a:extLst>
              <a:ext uri="{FF2B5EF4-FFF2-40B4-BE49-F238E27FC236}">
                <a16:creationId xmlns:a16="http://schemas.microsoft.com/office/drawing/2014/main" id="{7A6F8F15-7F6A-7A4E-F90C-791F2998EE83}"/>
              </a:ext>
            </a:extLst>
          </p:cNvPr>
          <p:cNvPicPr>
            <a:picLocks noGrp="1" noChangeAspect="1"/>
          </p:cNvPicPr>
          <p:nvPr>
            <p:ph idx="1"/>
          </p:nvPr>
        </p:nvPicPr>
        <p:blipFill>
          <a:blip r:embed="rId4"/>
          <a:stretch>
            <a:fillRect/>
          </a:stretch>
        </p:blipFill>
        <p:spPr>
          <a:xfrm>
            <a:off x="6299210" y="666728"/>
            <a:ext cx="4782565" cy="5465791"/>
          </a:xfrm>
          <a:prstGeom prst="rect">
            <a:avLst/>
          </a:prstGeom>
        </p:spPr>
      </p:pic>
      <p:graphicFrame>
        <p:nvGraphicFramePr>
          <p:cNvPr id="3" name="Object 2">
            <a:extLst>
              <a:ext uri="{FF2B5EF4-FFF2-40B4-BE49-F238E27FC236}">
                <a16:creationId xmlns:a16="http://schemas.microsoft.com/office/drawing/2014/main" id="{E1232099-0180-24B3-02C4-CC9DC0E2A33B}"/>
              </a:ext>
            </a:extLst>
          </p:cNvPr>
          <p:cNvGraphicFramePr>
            <a:graphicFrameLocks noChangeAspect="1"/>
          </p:cNvGraphicFramePr>
          <p:nvPr>
            <p:extLst>
              <p:ext uri="{D42A27DB-BD31-4B8C-83A1-F6EECF244321}">
                <p14:modId xmlns:p14="http://schemas.microsoft.com/office/powerpoint/2010/main" val="4144170023"/>
              </p:ext>
            </p:extLst>
          </p:nvPr>
        </p:nvGraphicFramePr>
        <p:xfrm>
          <a:off x="1512047" y="5038233"/>
          <a:ext cx="2185894" cy="1380565"/>
        </p:xfrm>
        <a:graphic>
          <a:graphicData uri="http://schemas.openxmlformats.org/presentationml/2006/ole">
            <mc:AlternateContent xmlns:mc="http://schemas.openxmlformats.org/markup-compatibility/2006">
              <mc:Choice xmlns:v="urn:schemas-microsoft-com:vml" Requires="v">
                <p:oleObj name="Worksheet" showAsIcon="1" r:id="rId5" imgW="965200" imgH="609600" progId="Excel.Sheet.12">
                  <p:embed/>
                </p:oleObj>
              </mc:Choice>
              <mc:Fallback>
                <p:oleObj name="Worksheet" showAsIcon="1" r:id="rId5" imgW="965200" imgH="609600" progId="Excel.Sheet.12">
                  <p:embed/>
                  <p:pic>
                    <p:nvPicPr>
                      <p:cNvPr id="3" name="Object 2">
                        <a:extLst>
                          <a:ext uri="{FF2B5EF4-FFF2-40B4-BE49-F238E27FC236}">
                            <a16:creationId xmlns:a16="http://schemas.microsoft.com/office/drawing/2014/main" id="{E1232099-0180-24B3-02C4-CC9DC0E2A33B}"/>
                          </a:ext>
                        </a:extLst>
                      </p:cNvPr>
                      <p:cNvPicPr/>
                      <p:nvPr/>
                    </p:nvPicPr>
                    <p:blipFill>
                      <a:blip r:embed="rId6"/>
                      <a:stretch>
                        <a:fillRect/>
                      </a:stretch>
                    </p:blipFill>
                    <p:spPr>
                      <a:xfrm>
                        <a:off x="1512047" y="5038233"/>
                        <a:ext cx="2185894" cy="1380565"/>
                      </a:xfrm>
                      <a:prstGeom prst="rect">
                        <a:avLst/>
                      </a:prstGeom>
                    </p:spPr>
                  </p:pic>
                </p:oleObj>
              </mc:Fallback>
            </mc:AlternateContent>
          </a:graphicData>
        </a:graphic>
      </p:graphicFrame>
    </p:spTree>
    <p:extLst>
      <p:ext uri="{BB962C8B-B14F-4D97-AF65-F5344CB8AC3E}">
        <p14:creationId xmlns:p14="http://schemas.microsoft.com/office/powerpoint/2010/main" val="2660520490"/>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7FBE0-8A8E-2416-15FA-7972580DAF68}"/>
              </a:ext>
            </a:extLst>
          </p:cNvPr>
          <p:cNvSpPr>
            <a:spLocks noGrp="1"/>
          </p:cNvSpPr>
          <p:nvPr>
            <p:ph type="title"/>
          </p:nvPr>
        </p:nvSpPr>
        <p:spPr/>
        <p:txBody>
          <a:bodyPr>
            <a:normAutofit/>
          </a:bodyPr>
          <a:lstStyle/>
          <a:p>
            <a:pPr algn="ctr"/>
            <a:r>
              <a:rPr lang="en-US" sz="3200" b="1" dirty="0"/>
              <a:t>Service</a:t>
            </a:r>
          </a:p>
        </p:txBody>
      </p:sp>
      <p:sp>
        <p:nvSpPr>
          <p:cNvPr id="3" name="Content Placeholder 2">
            <a:extLst>
              <a:ext uri="{FF2B5EF4-FFF2-40B4-BE49-F238E27FC236}">
                <a16:creationId xmlns:a16="http://schemas.microsoft.com/office/drawing/2014/main" id="{BEEEC714-9F5F-AF67-6E02-AF38050F5F83}"/>
              </a:ext>
            </a:extLst>
          </p:cNvPr>
          <p:cNvSpPr>
            <a:spLocks noGrp="1"/>
          </p:cNvSpPr>
          <p:nvPr>
            <p:ph idx="1"/>
          </p:nvPr>
        </p:nvSpPr>
        <p:spPr/>
        <p:txBody>
          <a:bodyPr>
            <a:normAutofit/>
          </a:bodyPr>
          <a:lstStyle/>
          <a:p>
            <a:pPr marL="228600" indent="-228600" algn="l" rtl="0" eaLnBrk="1" latinLnBrk="0" hangingPunct="1">
              <a:lnSpc>
                <a:spcPct val="90000"/>
              </a:lnSpc>
              <a:spcBef>
                <a:spcPts val="1000"/>
              </a:spcBef>
              <a:buFont typeface="Arial" panose="020B0604020202020204" pitchFamily="34" charset="0"/>
              <a:buChar char="•"/>
            </a:pPr>
            <a:r>
              <a:rPr lang="en-US" sz="2000" dirty="0">
                <a:solidFill>
                  <a:srgbClr val="000000"/>
                </a:solidFill>
                <a:effectLst/>
              </a:rPr>
              <a:t>In Linux, services help manage software to run continuously in the background, ensuring they start automatically during server reboots and follow the proper startup sequence.</a:t>
            </a:r>
          </a:p>
          <a:p>
            <a:pPr marL="228600" indent="-228600" algn="l" rtl="0" eaLnBrk="1" latinLnBrk="0" hangingPunct="1">
              <a:lnSpc>
                <a:spcPct val="90000"/>
              </a:lnSpc>
              <a:spcBef>
                <a:spcPts val="1000"/>
              </a:spcBef>
              <a:buFont typeface="Arial" panose="020B0604020202020204" pitchFamily="34" charset="0"/>
              <a:buChar char="•"/>
            </a:pPr>
            <a:r>
              <a:rPr lang="en-US" sz="2000" dirty="0">
                <a:solidFill>
                  <a:srgbClr val="000000"/>
                </a:solidFill>
                <a:effectLst/>
              </a:rPr>
              <a:t>When software like web servers, database servers, or DevOps tools such as Docker are installed, they are typically set up as services on the system by default.</a:t>
            </a:r>
          </a:p>
          <a:p>
            <a:pPr marL="228600" indent="-228600" algn="l" rtl="0" eaLnBrk="1" latinLnBrk="0" hangingPunct="1">
              <a:lnSpc>
                <a:spcPct val="90000"/>
              </a:lnSpc>
              <a:spcBef>
                <a:spcPts val="1000"/>
              </a:spcBef>
              <a:buFont typeface="Arial" panose="020B0604020202020204" pitchFamily="34" charset="0"/>
              <a:buChar char="•"/>
            </a:pPr>
            <a:r>
              <a:rPr lang="en-US" sz="2000" dirty="0">
                <a:solidFill>
                  <a:srgbClr val="000000"/>
                </a:solidFill>
                <a:effectLst/>
              </a:rPr>
              <a:t>The modern way to start a service is by using the system kernel command, specifically the </a:t>
            </a:r>
            <a:r>
              <a:rPr lang="en-US" sz="2000" dirty="0" err="1">
                <a:solidFill>
                  <a:srgbClr val="000000"/>
                </a:solidFill>
                <a:effectLst/>
              </a:rPr>
              <a:t>systemctl</a:t>
            </a:r>
            <a:r>
              <a:rPr lang="en-US" sz="2000" dirty="0">
                <a:solidFill>
                  <a:srgbClr val="000000"/>
                </a:solidFill>
                <a:effectLst/>
              </a:rPr>
              <a:t> command, followed by the service name.</a:t>
            </a:r>
          </a:p>
          <a:p>
            <a:pPr marL="228600" indent="-228600" algn="l" rtl="0" eaLnBrk="1" latinLnBrk="0" hangingPunct="1">
              <a:lnSpc>
                <a:spcPct val="90000"/>
              </a:lnSpc>
              <a:spcBef>
                <a:spcPts val="1000"/>
              </a:spcBef>
              <a:buFont typeface="Arial" panose="020B0604020202020204" pitchFamily="34" charset="0"/>
              <a:buChar char="•"/>
            </a:pPr>
            <a:r>
              <a:rPr lang="en-US" sz="2000" dirty="0">
                <a:solidFill>
                  <a:srgbClr val="000000"/>
                </a:solidFill>
                <a:effectLst/>
              </a:rPr>
              <a:t>On current systems, the SERVICE command functions as a wrapper around </a:t>
            </a:r>
            <a:r>
              <a:rPr lang="en-US" sz="2000" dirty="0" err="1">
                <a:solidFill>
                  <a:srgbClr val="000000"/>
                </a:solidFill>
                <a:effectLst/>
              </a:rPr>
              <a:t>systemctl</a:t>
            </a:r>
            <a:r>
              <a:rPr lang="en-US" sz="2000" dirty="0">
                <a:solidFill>
                  <a:srgbClr val="000000"/>
                </a:solidFill>
                <a:effectLst/>
              </a:rPr>
              <a:t>.</a:t>
            </a:r>
            <a:endParaRPr lang="en-US" sz="2000" dirty="0"/>
          </a:p>
        </p:txBody>
      </p:sp>
    </p:spTree>
    <p:extLst>
      <p:ext uri="{BB962C8B-B14F-4D97-AF65-F5344CB8AC3E}">
        <p14:creationId xmlns:p14="http://schemas.microsoft.com/office/powerpoint/2010/main" val="3812534071"/>
      </p:ext>
    </p:extLst>
  </p:cSld>
  <p:clrMapOvr>
    <a:masterClrMapping/>
  </p:clrMapOvr>
  <p:extLst>
    <p:ext uri="{6950BFC3-D8DA-4A85-94F7-54DA5524770B}">
      <p188:commentRel xmlns:p188="http://schemas.microsoft.com/office/powerpoint/2018/8/main" r:id="rId2"/>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Title 1">
            <a:extLst>
              <a:ext uri="{FF2B5EF4-FFF2-40B4-BE49-F238E27FC236}">
                <a16:creationId xmlns:a16="http://schemas.microsoft.com/office/drawing/2014/main" id="{7025645A-0057-4F01-DC94-816F3667BD45}"/>
              </a:ext>
            </a:extLst>
          </p:cNvPr>
          <p:cNvSpPr>
            <a:spLocks noGrp="1"/>
          </p:cNvSpPr>
          <p:nvPr>
            <p:ph type="title"/>
          </p:nvPr>
        </p:nvSpPr>
        <p:spPr>
          <a:xfrm>
            <a:off x="838200" y="365125"/>
            <a:ext cx="10515600" cy="982275"/>
          </a:xfrm>
        </p:spPr>
        <p:txBody>
          <a:bodyPr>
            <a:normAutofit/>
          </a:bodyPr>
          <a:lstStyle/>
          <a:p>
            <a:pPr algn="ctr"/>
            <a:r>
              <a:rPr lang="en-US" sz="3200" b="1" dirty="0"/>
              <a:t>Services</a:t>
            </a:r>
          </a:p>
        </p:txBody>
      </p:sp>
      <p:sp>
        <p:nvSpPr>
          <p:cNvPr id="7" name="Rounded Rectangle 6">
            <a:extLst>
              <a:ext uri="{FF2B5EF4-FFF2-40B4-BE49-F238E27FC236}">
                <a16:creationId xmlns:a16="http://schemas.microsoft.com/office/drawing/2014/main" id="{B6CFDF07-A791-1BB4-4BA6-7A9440F635D2}"/>
              </a:ext>
            </a:extLst>
          </p:cNvPr>
          <p:cNvSpPr/>
          <p:nvPr/>
        </p:nvSpPr>
        <p:spPr>
          <a:xfrm>
            <a:off x="7928811" y="1558539"/>
            <a:ext cx="4006516" cy="54610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Ink Free" panose="03080402000500000000" pitchFamily="66" charset="0"/>
              </a:rPr>
              <a:t>Start httpd service (old)</a:t>
            </a:r>
          </a:p>
        </p:txBody>
      </p:sp>
      <p:sp>
        <p:nvSpPr>
          <p:cNvPr id="8" name="Rounded Rectangle 7">
            <a:extLst>
              <a:ext uri="{FF2B5EF4-FFF2-40B4-BE49-F238E27FC236}">
                <a16:creationId xmlns:a16="http://schemas.microsoft.com/office/drawing/2014/main" id="{7D99C571-F7B9-E88F-25D8-F90C0F6EEC79}"/>
              </a:ext>
            </a:extLst>
          </p:cNvPr>
          <p:cNvSpPr/>
          <p:nvPr/>
        </p:nvSpPr>
        <p:spPr>
          <a:xfrm>
            <a:off x="7928811" y="2322785"/>
            <a:ext cx="4006516" cy="54610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Ink Free" panose="03080402000500000000" pitchFamily="66" charset="0"/>
              </a:rPr>
              <a:t>Start httpd service (new)</a:t>
            </a:r>
          </a:p>
        </p:txBody>
      </p:sp>
      <p:sp>
        <p:nvSpPr>
          <p:cNvPr id="11" name="Rounded Rectangle 10">
            <a:extLst>
              <a:ext uri="{FF2B5EF4-FFF2-40B4-BE49-F238E27FC236}">
                <a16:creationId xmlns:a16="http://schemas.microsoft.com/office/drawing/2014/main" id="{C1DDA205-81B6-274C-2788-B658731CB2E4}"/>
              </a:ext>
            </a:extLst>
          </p:cNvPr>
          <p:cNvSpPr/>
          <p:nvPr/>
        </p:nvSpPr>
        <p:spPr>
          <a:xfrm>
            <a:off x="838200" y="1558539"/>
            <a:ext cx="3469105" cy="554428"/>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Javanese Text" panose="02000000000000000000" pitchFamily="2" charset="0"/>
                <a:cs typeface="JasmineUPC" panose="02020603050405020304" pitchFamily="18" charset="-34"/>
              </a:rPr>
              <a:t>sudo</a:t>
            </a:r>
            <a:r>
              <a:rPr lang="en-US" dirty="0">
                <a:latin typeface="Javanese Text" panose="02000000000000000000" pitchFamily="2" charset="0"/>
                <a:cs typeface="JasmineUPC" panose="02020603050405020304" pitchFamily="18" charset="-34"/>
              </a:rPr>
              <a:t> service httpd start </a:t>
            </a:r>
          </a:p>
        </p:txBody>
      </p:sp>
      <p:sp>
        <p:nvSpPr>
          <p:cNvPr id="12" name="Rounded Rectangle 11">
            <a:extLst>
              <a:ext uri="{FF2B5EF4-FFF2-40B4-BE49-F238E27FC236}">
                <a16:creationId xmlns:a16="http://schemas.microsoft.com/office/drawing/2014/main" id="{693050A5-4995-E9AB-2FFD-75BBFA052113}"/>
              </a:ext>
            </a:extLst>
          </p:cNvPr>
          <p:cNvSpPr/>
          <p:nvPr/>
        </p:nvSpPr>
        <p:spPr>
          <a:xfrm>
            <a:off x="838200" y="2322785"/>
            <a:ext cx="3469106" cy="554429"/>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Javanese Text" panose="02000000000000000000" pitchFamily="2" charset="0"/>
              </a:rPr>
              <a:t>sudo</a:t>
            </a:r>
            <a:r>
              <a:rPr lang="en-US" dirty="0">
                <a:latin typeface="Javanese Text" panose="02000000000000000000" pitchFamily="2" charset="0"/>
              </a:rPr>
              <a:t> </a:t>
            </a:r>
            <a:r>
              <a:rPr lang="en-US" dirty="0" err="1">
                <a:latin typeface="Javanese Text" panose="02000000000000000000" pitchFamily="2" charset="0"/>
              </a:rPr>
              <a:t>systemctl</a:t>
            </a:r>
            <a:r>
              <a:rPr lang="en-US" dirty="0">
                <a:latin typeface="Javanese Text" panose="02000000000000000000" pitchFamily="2" charset="0"/>
              </a:rPr>
              <a:t> start httpd</a:t>
            </a:r>
          </a:p>
        </p:txBody>
      </p:sp>
      <p:sp>
        <p:nvSpPr>
          <p:cNvPr id="13" name="Rounded Rectangle 12">
            <a:extLst>
              <a:ext uri="{FF2B5EF4-FFF2-40B4-BE49-F238E27FC236}">
                <a16:creationId xmlns:a16="http://schemas.microsoft.com/office/drawing/2014/main" id="{7D6C366B-C574-94ED-9455-D8A2B04C1324}"/>
              </a:ext>
            </a:extLst>
          </p:cNvPr>
          <p:cNvSpPr/>
          <p:nvPr/>
        </p:nvSpPr>
        <p:spPr>
          <a:xfrm>
            <a:off x="838200" y="3122526"/>
            <a:ext cx="3469106" cy="560113"/>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Javanese Text" panose="02000000000000000000" pitchFamily="2" charset="0"/>
                <a:cs typeface="JasmineUPC" panose="02020603050405020304" pitchFamily="18" charset="-34"/>
              </a:rPr>
              <a:t>sudo</a:t>
            </a:r>
            <a:r>
              <a:rPr lang="en-US" dirty="0">
                <a:latin typeface="Javanese Text" panose="02000000000000000000" pitchFamily="2" charset="0"/>
                <a:cs typeface="JasmineUPC" panose="02020603050405020304" pitchFamily="18" charset="-34"/>
              </a:rPr>
              <a:t> </a:t>
            </a:r>
            <a:r>
              <a:rPr lang="en-US" dirty="0" err="1">
                <a:latin typeface="Javanese Text" panose="02000000000000000000" pitchFamily="2" charset="0"/>
                <a:cs typeface="JasmineUPC" panose="02020603050405020304" pitchFamily="18" charset="-34"/>
              </a:rPr>
              <a:t>systemctl</a:t>
            </a:r>
            <a:r>
              <a:rPr lang="en-US" dirty="0">
                <a:latin typeface="Javanese Text" panose="02000000000000000000" pitchFamily="2" charset="0"/>
                <a:cs typeface="JasmineUPC" panose="02020603050405020304" pitchFamily="18" charset="-34"/>
              </a:rPr>
              <a:t> stop httpd</a:t>
            </a:r>
          </a:p>
        </p:txBody>
      </p:sp>
      <p:sp>
        <p:nvSpPr>
          <p:cNvPr id="14" name="Rounded Rectangle 13">
            <a:extLst>
              <a:ext uri="{FF2B5EF4-FFF2-40B4-BE49-F238E27FC236}">
                <a16:creationId xmlns:a16="http://schemas.microsoft.com/office/drawing/2014/main" id="{A3C526C1-CDAB-ACF2-52E0-1E6BB76EF349}"/>
              </a:ext>
            </a:extLst>
          </p:cNvPr>
          <p:cNvSpPr/>
          <p:nvPr/>
        </p:nvSpPr>
        <p:spPr>
          <a:xfrm>
            <a:off x="838198" y="3892457"/>
            <a:ext cx="3469107" cy="573838"/>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Javanese Text" panose="02000000000000000000" pitchFamily="2" charset="0"/>
              </a:rPr>
              <a:t>sudo</a:t>
            </a:r>
            <a:r>
              <a:rPr lang="en-US" dirty="0">
                <a:latin typeface="Javanese Text" panose="02000000000000000000" pitchFamily="2" charset="0"/>
              </a:rPr>
              <a:t> </a:t>
            </a:r>
            <a:r>
              <a:rPr lang="en-US" dirty="0" err="1">
                <a:latin typeface="Javanese Text" panose="02000000000000000000" pitchFamily="2" charset="0"/>
              </a:rPr>
              <a:t>systemctl</a:t>
            </a:r>
            <a:r>
              <a:rPr lang="en-US" dirty="0">
                <a:latin typeface="Javanese Text" panose="02000000000000000000" pitchFamily="2" charset="0"/>
              </a:rPr>
              <a:t> status httpd</a:t>
            </a:r>
          </a:p>
        </p:txBody>
      </p:sp>
      <p:sp>
        <p:nvSpPr>
          <p:cNvPr id="15" name="Rounded Rectangle 14">
            <a:extLst>
              <a:ext uri="{FF2B5EF4-FFF2-40B4-BE49-F238E27FC236}">
                <a16:creationId xmlns:a16="http://schemas.microsoft.com/office/drawing/2014/main" id="{51A77DEE-6353-EC70-AB5D-466AD2EDEB79}"/>
              </a:ext>
            </a:extLst>
          </p:cNvPr>
          <p:cNvSpPr/>
          <p:nvPr/>
        </p:nvSpPr>
        <p:spPr>
          <a:xfrm>
            <a:off x="838198" y="4634936"/>
            <a:ext cx="3469107" cy="554429"/>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Javanese Text" panose="02000000000000000000" pitchFamily="2" charset="0"/>
              </a:rPr>
              <a:t>sudo</a:t>
            </a:r>
            <a:r>
              <a:rPr lang="en-US" dirty="0">
                <a:latin typeface="Javanese Text" panose="02000000000000000000" pitchFamily="2" charset="0"/>
              </a:rPr>
              <a:t> </a:t>
            </a:r>
            <a:r>
              <a:rPr lang="en-US" dirty="0" err="1">
                <a:latin typeface="Javanese Text" panose="02000000000000000000" pitchFamily="2" charset="0"/>
              </a:rPr>
              <a:t>systemctl</a:t>
            </a:r>
            <a:r>
              <a:rPr lang="en-US" dirty="0">
                <a:latin typeface="Javanese Text" panose="02000000000000000000" pitchFamily="2" charset="0"/>
              </a:rPr>
              <a:t> enable httpd</a:t>
            </a:r>
          </a:p>
        </p:txBody>
      </p:sp>
      <p:sp>
        <p:nvSpPr>
          <p:cNvPr id="16" name="Rounded Rectangle 15">
            <a:extLst>
              <a:ext uri="{FF2B5EF4-FFF2-40B4-BE49-F238E27FC236}">
                <a16:creationId xmlns:a16="http://schemas.microsoft.com/office/drawing/2014/main" id="{460C8335-A8CF-7EAA-C238-535640994197}"/>
              </a:ext>
            </a:extLst>
          </p:cNvPr>
          <p:cNvSpPr/>
          <p:nvPr/>
        </p:nvSpPr>
        <p:spPr>
          <a:xfrm>
            <a:off x="7928811" y="3122526"/>
            <a:ext cx="4006516" cy="54610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Ink Free" panose="03080402000500000000" pitchFamily="66" charset="0"/>
              </a:rPr>
              <a:t>stop httpd service </a:t>
            </a:r>
          </a:p>
        </p:txBody>
      </p:sp>
      <p:sp>
        <p:nvSpPr>
          <p:cNvPr id="17" name="Rounded Rectangle 16">
            <a:extLst>
              <a:ext uri="{FF2B5EF4-FFF2-40B4-BE49-F238E27FC236}">
                <a16:creationId xmlns:a16="http://schemas.microsoft.com/office/drawing/2014/main" id="{E1D94507-E8B7-5539-A10C-9F1808677032}"/>
              </a:ext>
            </a:extLst>
          </p:cNvPr>
          <p:cNvSpPr/>
          <p:nvPr/>
        </p:nvSpPr>
        <p:spPr>
          <a:xfrm>
            <a:off x="7928811" y="3886772"/>
            <a:ext cx="4006516" cy="54610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Ink Free" panose="03080402000500000000" pitchFamily="66" charset="0"/>
              </a:rPr>
              <a:t>check httpd service status</a:t>
            </a:r>
          </a:p>
        </p:txBody>
      </p:sp>
      <p:sp>
        <p:nvSpPr>
          <p:cNvPr id="18" name="Rounded Rectangle 17">
            <a:extLst>
              <a:ext uri="{FF2B5EF4-FFF2-40B4-BE49-F238E27FC236}">
                <a16:creationId xmlns:a16="http://schemas.microsoft.com/office/drawing/2014/main" id="{D20321BF-32EF-39C2-DF0B-D3E939BDDBD4}"/>
              </a:ext>
            </a:extLst>
          </p:cNvPr>
          <p:cNvSpPr/>
          <p:nvPr/>
        </p:nvSpPr>
        <p:spPr>
          <a:xfrm>
            <a:off x="7928811" y="4634936"/>
            <a:ext cx="4006516" cy="54610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Ink Free" panose="03080402000500000000" pitchFamily="66" charset="0"/>
              </a:rPr>
              <a:t>Configure httpd to start at startup</a:t>
            </a:r>
          </a:p>
        </p:txBody>
      </p:sp>
      <p:cxnSp>
        <p:nvCxnSpPr>
          <p:cNvPr id="23" name="Straight Connector 22">
            <a:extLst>
              <a:ext uri="{FF2B5EF4-FFF2-40B4-BE49-F238E27FC236}">
                <a16:creationId xmlns:a16="http://schemas.microsoft.com/office/drawing/2014/main" id="{B54332F2-FD25-A4CC-1505-9310491591F3}"/>
              </a:ext>
            </a:extLst>
          </p:cNvPr>
          <p:cNvCxnSpPr>
            <a:cxnSpLocks/>
            <a:stCxn id="11" idx="3"/>
            <a:endCxn id="7" idx="1"/>
          </p:cNvCxnSpPr>
          <p:nvPr/>
        </p:nvCxnSpPr>
        <p:spPr>
          <a:xfrm flipV="1">
            <a:off x="4307305" y="1831589"/>
            <a:ext cx="3621506" cy="4164"/>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Straight Connector 23">
            <a:extLst>
              <a:ext uri="{FF2B5EF4-FFF2-40B4-BE49-F238E27FC236}">
                <a16:creationId xmlns:a16="http://schemas.microsoft.com/office/drawing/2014/main" id="{326B6981-6125-4C91-6558-62CFD3891906}"/>
              </a:ext>
            </a:extLst>
          </p:cNvPr>
          <p:cNvCxnSpPr>
            <a:cxnSpLocks/>
            <a:stCxn id="12" idx="3"/>
            <a:endCxn id="8" idx="1"/>
          </p:cNvCxnSpPr>
          <p:nvPr/>
        </p:nvCxnSpPr>
        <p:spPr>
          <a:xfrm flipV="1">
            <a:off x="4307306" y="2595835"/>
            <a:ext cx="3621505" cy="4165"/>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Straight Connector 24">
            <a:extLst>
              <a:ext uri="{FF2B5EF4-FFF2-40B4-BE49-F238E27FC236}">
                <a16:creationId xmlns:a16="http://schemas.microsoft.com/office/drawing/2014/main" id="{030EE93C-F0A2-A1D1-7C6C-6BBBFDF1C5B8}"/>
              </a:ext>
            </a:extLst>
          </p:cNvPr>
          <p:cNvCxnSpPr>
            <a:cxnSpLocks/>
            <a:stCxn id="13" idx="3"/>
            <a:endCxn id="16" idx="1"/>
          </p:cNvCxnSpPr>
          <p:nvPr/>
        </p:nvCxnSpPr>
        <p:spPr>
          <a:xfrm flipV="1">
            <a:off x="4307306" y="3395576"/>
            <a:ext cx="3621505" cy="7007"/>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BCCDAAD1-575B-2318-6A43-0D72D998D1CA}"/>
              </a:ext>
            </a:extLst>
          </p:cNvPr>
          <p:cNvCxnSpPr>
            <a:cxnSpLocks/>
            <a:stCxn id="14" idx="3"/>
            <a:endCxn id="17" idx="1"/>
          </p:cNvCxnSpPr>
          <p:nvPr/>
        </p:nvCxnSpPr>
        <p:spPr>
          <a:xfrm flipV="1">
            <a:off x="4307305" y="4159822"/>
            <a:ext cx="3621506" cy="19554"/>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7" name="Straight Connector 26">
            <a:extLst>
              <a:ext uri="{FF2B5EF4-FFF2-40B4-BE49-F238E27FC236}">
                <a16:creationId xmlns:a16="http://schemas.microsoft.com/office/drawing/2014/main" id="{88705E2C-1D0A-16DB-C1B0-A7AA1AADF4EF}"/>
              </a:ext>
            </a:extLst>
          </p:cNvPr>
          <p:cNvCxnSpPr>
            <a:cxnSpLocks/>
            <a:stCxn id="15" idx="3"/>
            <a:endCxn id="18" idx="1"/>
          </p:cNvCxnSpPr>
          <p:nvPr/>
        </p:nvCxnSpPr>
        <p:spPr>
          <a:xfrm flipV="1">
            <a:off x="4307305" y="4907986"/>
            <a:ext cx="3621506" cy="4165"/>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1" name="Rounded Rectangle 40">
            <a:extLst>
              <a:ext uri="{FF2B5EF4-FFF2-40B4-BE49-F238E27FC236}">
                <a16:creationId xmlns:a16="http://schemas.microsoft.com/office/drawing/2014/main" id="{A09EF1C7-63FB-D629-4636-574E4939A76B}"/>
              </a:ext>
            </a:extLst>
          </p:cNvPr>
          <p:cNvSpPr/>
          <p:nvPr/>
        </p:nvSpPr>
        <p:spPr>
          <a:xfrm>
            <a:off x="838198" y="5387264"/>
            <a:ext cx="3469107" cy="554429"/>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Javanese Text" panose="02000000000000000000" pitchFamily="2" charset="0"/>
              </a:rPr>
              <a:t>sudo</a:t>
            </a:r>
            <a:r>
              <a:rPr lang="en-US" dirty="0">
                <a:latin typeface="Javanese Text" panose="02000000000000000000" pitchFamily="2" charset="0"/>
              </a:rPr>
              <a:t> </a:t>
            </a:r>
            <a:r>
              <a:rPr lang="en-US" dirty="0" err="1">
                <a:latin typeface="Javanese Text" panose="02000000000000000000" pitchFamily="2" charset="0"/>
              </a:rPr>
              <a:t>systemctl</a:t>
            </a:r>
            <a:r>
              <a:rPr lang="en-US" dirty="0">
                <a:latin typeface="Javanese Text" panose="02000000000000000000" pitchFamily="2" charset="0"/>
              </a:rPr>
              <a:t> disable httpd</a:t>
            </a:r>
          </a:p>
        </p:txBody>
      </p:sp>
      <p:sp>
        <p:nvSpPr>
          <p:cNvPr id="42" name="Rounded Rectangle 41">
            <a:extLst>
              <a:ext uri="{FF2B5EF4-FFF2-40B4-BE49-F238E27FC236}">
                <a16:creationId xmlns:a16="http://schemas.microsoft.com/office/drawing/2014/main" id="{B323E120-3EEC-841E-9D50-28C3FA74972F}"/>
              </a:ext>
            </a:extLst>
          </p:cNvPr>
          <p:cNvSpPr/>
          <p:nvPr/>
        </p:nvSpPr>
        <p:spPr>
          <a:xfrm>
            <a:off x="7928810" y="5454086"/>
            <a:ext cx="4006516" cy="54610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Ink Free" panose="03080402000500000000" pitchFamily="66" charset="0"/>
              </a:rPr>
              <a:t>Configure httpd to not start at startup</a:t>
            </a:r>
          </a:p>
        </p:txBody>
      </p:sp>
      <p:cxnSp>
        <p:nvCxnSpPr>
          <p:cNvPr id="43" name="Straight Connector 42">
            <a:extLst>
              <a:ext uri="{FF2B5EF4-FFF2-40B4-BE49-F238E27FC236}">
                <a16:creationId xmlns:a16="http://schemas.microsoft.com/office/drawing/2014/main" id="{EC8B8AF3-F6ED-84E1-69F6-C2EE8437DCAB}"/>
              </a:ext>
            </a:extLst>
          </p:cNvPr>
          <p:cNvCxnSpPr>
            <a:cxnSpLocks/>
            <a:stCxn id="41" idx="3"/>
            <a:endCxn id="42" idx="1"/>
          </p:cNvCxnSpPr>
          <p:nvPr/>
        </p:nvCxnSpPr>
        <p:spPr>
          <a:xfrm>
            <a:off x="4307305" y="5664479"/>
            <a:ext cx="3621505" cy="62657"/>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1" name="TextBox 50">
            <a:extLst>
              <a:ext uri="{FF2B5EF4-FFF2-40B4-BE49-F238E27FC236}">
                <a16:creationId xmlns:a16="http://schemas.microsoft.com/office/drawing/2014/main" id="{61DB6731-CB66-59A0-A8D4-40C68C4B431E}"/>
              </a:ext>
            </a:extLst>
          </p:cNvPr>
          <p:cNvSpPr txBox="1"/>
          <p:nvPr/>
        </p:nvSpPr>
        <p:spPr>
          <a:xfrm>
            <a:off x="835649" y="6308209"/>
            <a:ext cx="5637569" cy="369332"/>
          </a:xfrm>
          <a:prstGeom prst="rect">
            <a:avLst/>
          </a:prstGeom>
          <a:noFill/>
        </p:spPr>
        <p:txBody>
          <a:bodyPr wrap="none" rtlCol="0">
            <a:spAutoFit/>
          </a:bodyPr>
          <a:lstStyle/>
          <a:p>
            <a:r>
              <a:rPr lang="en-US" b="1" i="1" dirty="0"/>
              <a:t>Note: httpd in this example is an Apache web server.</a:t>
            </a:r>
          </a:p>
        </p:txBody>
      </p:sp>
    </p:spTree>
    <p:extLst>
      <p:ext uri="{BB962C8B-B14F-4D97-AF65-F5344CB8AC3E}">
        <p14:creationId xmlns:p14="http://schemas.microsoft.com/office/powerpoint/2010/main" val="20374320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1AEA0-C600-CD5A-5465-209C644B5BDE}"/>
              </a:ext>
            </a:extLst>
          </p:cNvPr>
          <p:cNvSpPr>
            <a:spLocks noGrp="1"/>
          </p:cNvSpPr>
          <p:nvPr>
            <p:ph type="title"/>
          </p:nvPr>
        </p:nvSpPr>
        <p:spPr/>
        <p:txBody>
          <a:bodyPr>
            <a:normAutofit/>
          </a:bodyPr>
          <a:lstStyle/>
          <a:p>
            <a:pPr algn="ctr"/>
            <a:r>
              <a:rPr lang="en-US" sz="3200" b="1" dirty="0"/>
              <a:t>how do you configure a program or software as a service?</a:t>
            </a:r>
          </a:p>
        </p:txBody>
      </p:sp>
      <p:sp>
        <p:nvSpPr>
          <p:cNvPr id="3" name="Content Placeholder 2">
            <a:extLst>
              <a:ext uri="{FF2B5EF4-FFF2-40B4-BE49-F238E27FC236}">
                <a16:creationId xmlns:a16="http://schemas.microsoft.com/office/drawing/2014/main" id="{88322B43-B0E5-A781-D9D8-0EFDF12EDBE0}"/>
              </a:ext>
            </a:extLst>
          </p:cNvPr>
          <p:cNvSpPr>
            <a:spLocks noGrp="1"/>
          </p:cNvSpPr>
          <p:nvPr>
            <p:ph idx="1"/>
          </p:nvPr>
        </p:nvSpPr>
        <p:spPr/>
        <p:txBody>
          <a:bodyPr>
            <a:normAutofit/>
          </a:bodyPr>
          <a:lstStyle/>
          <a:p>
            <a:pPr fontAlgn="ctr"/>
            <a:r>
              <a:rPr lang="en-US" sz="2000" dirty="0"/>
              <a:t>Creating a </a:t>
            </a:r>
            <a:r>
              <a:rPr lang="en-US" sz="2000" dirty="0" err="1"/>
              <a:t>systemd</a:t>
            </a:r>
            <a:r>
              <a:rPr lang="en-US" sz="2000" dirty="0"/>
              <a:t> unit file</a:t>
            </a:r>
          </a:p>
          <a:p>
            <a:pPr fontAlgn="ctr"/>
            <a:r>
              <a:rPr lang="en-US" sz="2000" dirty="0"/>
              <a:t>Defining how your application starts, stops, restarts</a:t>
            </a:r>
          </a:p>
          <a:p>
            <a:pPr fontAlgn="ctr"/>
            <a:r>
              <a:rPr lang="en-US" sz="2000" dirty="0"/>
              <a:t>Defining environment variables, working directory, user, logs</a:t>
            </a:r>
          </a:p>
          <a:p>
            <a:pPr fontAlgn="ctr"/>
            <a:r>
              <a:rPr lang="en-US" sz="2000" dirty="0"/>
              <a:t>Placing the service file in the correct directory</a:t>
            </a:r>
          </a:p>
          <a:p>
            <a:pPr fontAlgn="ctr"/>
            <a:r>
              <a:rPr lang="en-US" sz="2000" dirty="0"/>
              <a:t>Reloading </a:t>
            </a:r>
            <a:r>
              <a:rPr lang="en-US" sz="2000" dirty="0" err="1"/>
              <a:t>systemd</a:t>
            </a:r>
            <a:r>
              <a:rPr lang="en-US" sz="2000" dirty="0"/>
              <a:t> so it recognizes your service</a:t>
            </a:r>
          </a:p>
          <a:p>
            <a:pPr marL="0" indent="0">
              <a:buNone/>
            </a:pPr>
            <a:endParaRPr lang="en-US" sz="2000" i="1" dirty="0"/>
          </a:p>
          <a:p>
            <a:pPr marL="0" indent="0">
              <a:buNone/>
            </a:pPr>
            <a:r>
              <a:rPr lang="en-US" sz="2000" i="1" dirty="0"/>
              <a:t>#This is the core of “configuring a service.”</a:t>
            </a:r>
          </a:p>
          <a:p>
            <a:endParaRPr lang="en-US" sz="2000" dirty="0"/>
          </a:p>
        </p:txBody>
      </p:sp>
      <p:sp>
        <p:nvSpPr>
          <p:cNvPr id="4" name="Rounded Rectangle 3">
            <a:extLst>
              <a:ext uri="{FF2B5EF4-FFF2-40B4-BE49-F238E27FC236}">
                <a16:creationId xmlns:a16="http://schemas.microsoft.com/office/drawing/2014/main" id="{017C1189-61AA-0EBB-59DA-F8D7AEC1AB06}"/>
              </a:ext>
            </a:extLst>
          </p:cNvPr>
          <p:cNvSpPr/>
          <p:nvPr/>
        </p:nvSpPr>
        <p:spPr>
          <a:xfrm>
            <a:off x="7521388" y="1700494"/>
            <a:ext cx="3446585" cy="498425"/>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etc</a:t>
            </a:r>
            <a:r>
              <a:rPr lang="en-US" dirty="0"/>
              <a:t>/</a:t>
            </a:r>
            <a:r>
              <a:rPr lang="en-US" dirty="0" err="1"/>
              <a:t>systemd</a:t>
            </a:r>
            <a:r>
              <a:rPr lang="en-US" dirty="0"/>
              <a:t>/system</a:t>
            </a:r>
          </a:p>
        </p:txBody>
      </p:sp>
    </p:spTree>
    <p:extLst>
      <p:ext uri="{BB962C8B-B14F-4D97-AF65-F5344CB8AC3E}">
        <p14:creationId xmlns:p14="http://schemas.microsoft.com/office/powerpoint/2010/main" val="697166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44238-E55B-821C-B8BA-2A23CCC464F9}"/>
              </a:ext>
            </a:extLst>
          </p:cNvPr>
          <p:cNvSpPr>
            <a:spLocks noGrp="1"/>
          </p:cNvSpPr>
          <p:nvPr>
            <p:ph type="title"/>
          </p:nvPr>
        </p:nvSpPr>
        <p:spPr>
          <a:xfrm>
            <a:off x="838200" y="365125"/>
            <a:ext cx="10515600" cy="498425"/>
          </a:xfrm>
        </p:spPr>
        <p:txBody>
          <a:bodyPr>
            <a:noAutofit/>
          </a:bodyPr>
          <a:lstStyle/>
          <a:p>
            <a:pPr algn="ctr"/>
            <a:r>
              <a:rPr lang="en-US" sz="3200" b="1" dirty="0"/>
              <a:t>Continued…</a:t>
            </a:r>
          </a:p>
        </p:txBody>
      </p:sp>
      <p:sp>
        <p:nvSpPr>
          <p:cNvPr id="3" name="Content Placeholder 2">
            <a:extLst>
              <a:ext uri="{FF2B5EF4-FFF2-40B4-BE49-F238E27FC236}">
                <a16:creationId xmlns:a16="http://schemas.microsoft.com/office/drawing/2014/main" id="{1057F39A-3174-661E-273E-554A968C394F}"/>
              </a:ext>
            </a:extLst>
          </p:cNvPr>
          <p:cNvSpPr>
            <a:spLocks noGrp="1"/>
          </p:cNvSpPr>
          <p:nvPr>
            <p:ph idx="1"/>
          </p:nvPr>
        </p:nvSpPr>
        <p:spPr>
          <a:xfrm>
            <a:off x="838199" y="995082"/>
            <a:ext cx="11102009" cy="5181881"/>
          </a:xfrm>
        </p:spPr>
        <p:txBody>
          <a:bodyPr>
            <a:noAutofit/>
          </a:bodyPr>
          <a:lstStyle/>
          <a:p>
            <a:r>
              <a:rPr lang="en-US" sz="2000" dirty="0"/>
              <a:t>creating a </a:t>
            </a:r>
            <a:r>
              <a:rPr lang="en-US" sz="2000" dirty="0" err="1"/>
              <a:t>systemd</a:t>
            </a:r>
            <a:r>
              <a:rPr lang="en-US" sz="2000" dirty="0"/>
              <a:t> unit file</a:t>
            </a:r>
          </a:p>
          <a:p>
            <a:pPr lvl="1"/>
            <a:r>
              <a:rPr lang="en-US" sz="2000" dirty="0" err="1"/>
              <a:t>sudo</a:t>
            </a:r>
            <a:r>
              <a:rPr lang="en-US" sz="2000" dirty="0"/>
              <a:t> vi /</a:t>
            </a:r>
            <a:r>
              <a:rPr lang="en-US" sz="2000" dirty="0" err="1"/>
              <a:t>etc</a:t>
            </a:r>
            <a:r>
              <a:rPr lang="en-US" sz="2000" dirty="0"/>
              <a:t>/</a:t>
            </a:r>
            <a:r>
              <a:rPr lang="en-US" sz="2000" dirty="0" err="1"/>
              <a:t>systemd</a:t>
            </a:r>
            <a:r>
              <a:rPr lang="en-US" sz="2000" dirty="0"/>
              <a:t>/system/hello-</a:t>
            </a:r>
            <a:r>
              <a:rPr lang="en-US" sz="2000" dirty="0" err="1"/>
              <a:t>web.service</a:t>
            </a:r>
            <a:endParaRPr lang="en-US" sz="2000" dirty="0"/>
          </a:p>
          <a:p>
            <a:pPr lvl="1"/>
            <a:endParaRPr lang="en-US" sz="2000" dirty="0"/>
          </a:p>
          <a:p>
            <a:r>
              <a:rPr lang="en-US" sz="2000" dirty="0"/>
              <a:t>#Put this inside (adjust paths if your username or directory differs):</a:t>
            </a:r>
          </a:p>
          <a:p>
            <a:pPr marL="457200" lvl="1" indent="0">
              <a:buNone/>
            </a:pPr>
            <a:r>
              <a:rPr lang="en-US" sz="2000" dirty="0"/>
              <a:t>	[Unit]</a:t>
            </a:r>
          </a:p>
          <a:p>
            <a:pPr marL="457200" lvl="1" indent="0">
              <a:buNone/>
            </a:pPr>
            <a:r>
              <a:rPr lang="en-US" sz="2000" dirty="0"/>
              <a:t>	Description=Simple Python Hello World Web Service</a:t>
            </a:r>
          </a:p>
          <a:p>
            <a:pPr marL="457200" lvl="1" indent="0">
              <a:buNone/>
            </a:pPr>
            <a:r>
              <a:rPr lang="en-US" sz="2000" dirty="0"/>
              <a:t>	After=</a:t>
            </a:r>
            <a:r>
              <a:rPr lang="en-US" sz="2000" dirty="0" err="1"/>
              <a:t>network.target</a:t>
            </a:r>
            <a:endParaRPr lang="en-US" sz="2000" dirty="0"/>
          </a:p>
          <a:p>
            <a:pPr marL="457200" lvl="1" indent="0">
              <a:buNone/>
            </a:pPr>
            <a:r>
              <a:rPr lang="en-US" sz="2000" dirty="0"/>
              <a:t>	[Service]</a:t>
            </a:r>
          </a:p>
          <a:p>
            <a:pPr marL="457200" lvl="1" indent="0">
              <a:buNone/>
            </a:pPr>
            <a:r>
              <a:rPr lang="en-US" sz="2000" dirty="0"/>
              <a:t>	User=ec2-user</a:t>
            </a:r>
          </a:p>
          <a:p>
            <a:pPr marL="457200" lvl="1" indent="0">
              <a:buNone/>
            </a:pPr>
            <a:r>
              <a:rPr lang="en-US" sz="2000" dirty="0"/>
              <a:t>	</a:t>
            </a:r>
            <a:r>
              <a:rPr lang="en-US" sz="2000" dirty="0" err="1"/>
              <a:t>WorkingDirectory</a:t>
            </a:r>
            <a:r>
              <a:rPr lang="en-US" sz="2000" dirty="0"/>
              <a:t>=/home/ec2-user/hello-web</a:t>
            </a:r>
          </a:p>
          <a:p>
            <a:pPr marL="457200" lvl="1" indent="0">
              <a:buNone/>
            </a:pPr>
            <a:r>
              <a:rPr lang="en-US" sz="2000" dirty="0"/>
              <a:t>	</a:t>
            </a:r>
            <a:r>
              <a:rPr lang="en-US" sz="2000" dirty="0" err="1"/>
              <a:t>ExecStart</a:t>
            </a:r>
            <a:r>
              <a:rPr lang="en-US" sz="2000" dirty="0"/>
              <a:t>=/home/ec2-user/hello-web/</a:t>
            </a:r>
            <a:r>
              <a:rPr lang="en-US" sz="2000" dirty="0" err="1"/>
              <a:t>venv</a:t>
            </a:r>
            <a:r>
              <a:rPr lang="en-US" sz="2000" dirty="0"/>
              <a:t>/bin/python /home/ec2-user/hello-web/</a:t>
            </a:r>
            <a:r>
              <a:rPr lang="en-US" sz="2000" dirty="0" err="1"/>
              <a:t>app.py</a:t>
            </a:r>
            <a:endParaRPr lang="en-US" sz="2000" dirty="0"/>
          </a:p>
          <a:p>
            <a:pPr marL="457200" lvl="1" indent="0">
              <a:buNone/>
            </a:pPr>
            <a:r>
              <a:rPr lang="en-US" sz="2000" dirty="0"/>
              <a:t>	Restart=always</a:t>
            </a:r>
          </a:p>
          <a:p>
            <a:pPr marL="457200" lvl="1" indent="0">
              <a:buNone/>
            </a:pPr>
            <a:r>
              <a:rPr lang="en-US" sz="2000" dirty="0"/>
              <a:t>	Environment="PATH=/home/ec2-user/hello-web/</a:t>
            </a:r>
            <a:r>
              <a:rPr lang="en-US" sz="2000" dirty="0" err="1"/>
              <a:t>venv</a:t>
            </a:r>
            <a:r>
              <a:rPr lang="en-US" sz="2000" dirty="0"/>
              <a:t>/bin"</a:t>
            </a:r>
          </a:p>
          <a:p>
            <a:pPr marL="457200" lvl="1" indent="0">
              <a:buNone/>
            </a:pPr>
            <a:r>
              <a:rPr lang="en-US" sz="2000" dirty="0"/>
              <a:t>	Environment="PYTHONUNBUFFERED=1"</a:t>
            </a:r>
          </a:p>
          <a:p>
            <a:pPr marL="457200" lvl="1" indent="0">
              <a:buNone/>
            </a:pPr>
            <a:r>
              <a:rPr lang="en-US" sz="2000" dirty="0"/>
              <a:t>	[Install]</a:t>
            </a:r>
          </a:p>
          <a:p>
            <a:pPr marL="457200" lvl="1" indent="0">
              <a:buNone/>
            </a:pPr>
            <a:r>
              <a:rPr lang="en-US" sz="2000" dirty="0"/>
              <a:t>	</a:t>
            </a:r>
            <a:r>
              <a:rPr lang="en-US" sz="2000" dirty="0" err="1"/>
              <a:t>WantedBy</a:t>
            </a:r>
            <a:r>
              <a:rPr lang="en-US" sz="2000" dirty="0"/>
              <a:t>=multi-</a:t>
            </a:r>
            <a:r>
              <a:rPr lang="en-US" sz="2000" dirty="0" err="1"/>
              <a:t>user.target</a:t>
            </a:r>
            <a:endParaRPr lang="en-US" sz="2000" dirty="0"/>
          </a:p>
          <a:p>
            <a:endParaRPr lang="en-US" sz="2000" dirty="0"/>
          </a:p>
        </p:txBody>
      </p:sp>
      <p:sp>
        <p:nvSpPr>
          <p:cNvPr id="4" name="Rounded Rectangle 3">
            <a:extLst>
              <a:ext uri="{FF2B5EF4-FFF2-40B4-BE49-F238E27FC236}">
                <a16:creationId xmlns:a16="http://schemas.microsoft.com/office/drawing/2014/main" id="{6FB7DD80-3FA5-3393-0615-368E057969B4}"/>
              </a:ext>
            </a:extLst>
          </p:cNvPr>
          <p:cNvSpPr/>
          <p:nvPr/>
        </p:nvSpPr>
        <p:spPr>
          <a:xfrm>
            <a:off x="7732403" y="995082"/>
            <a:ext cx="3446585" cy="498425"/>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etc</a:t>
            </a:r>
            <a:r>
              <a:rPr lang="en-US" dirty="0"/>
              <a:t>/</a:t>
            </a:r>
            <a:r>
              <a:rPr lang="en-US" dirty="0" err="1"/>
              <a:t>systemd</a:t>
            </a:r>
            <a:r>
              <a:rPr lang="en-US" dirty="0"/>
              <a:t>/system</a:t>
            </a:r>
          </a:p>
        </p:txBody>
      </p:sp>
    </p:spTree>
    <p:extLst>
      <p:ext uri="{BB962C8B-B14F-4D97-AF65-F5344CB8AC3E}">
        <p14:creationId xmlns:p14="http://schemas.microsoft.com/office/powerpoint/2010/main" val="21526823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5AC4-C5E6-EF63-4642-B645307A1EA8}"/>
              </a:ext>
            </a:extLst>
          </p:cNvPr>
          <p:cNvSpPr>
            <a:spLocks noGrp="1"/>
          </p:cNvSpPr>
          <p:nvPr>
            <p:ph type="title"/>
          </p:nvPr>
        </p:nvSpPr>
        <p:spPr>
          <a:xfrm>
            <a:off x="838200" y="365125"/>
            <a:ext cx="10515600" cy="522381"/>
          </a:xfrm>
        </p:spPr>
        <p:txBody>
          <a:bodyPr>
            <a:noAutofit/>
          </a:bodyPr>
          <a:lstStyle/>
          <a:p>
            <a:pPr algn="ctr"/>
            <a:r>
              <a:rPr lang="en-US" sz="3200" b="1" dirty="0"/>
              <a:t>Continued….</a:t>
            </a:r>
          </a:p>
        </p:txBody>
      </p:sp>
      <p:sp>
        <p:nvSpPr>
          <p:cNvPr id="3" name="Content Placeholder 2">
            <a:extLst>
              <a:ext uri="{FF2B5EF4-FFF2-40B4-BE49-F238E27FC236}">
                <a16:creationId xmlns:a16="http://schemas.microsoft.com/office/drawing/2014/main" id="{365A501A-C0B1-F232-C07C-4B2E7104CCFA}"/>
              </a:ext>
            </a:extLst>
          </p:cNvPr>
          <p:cNvSpPr>
            <a:spLocks noGrp="1"/>
          </p:cNvSpPr>
          <p:nvPr>
            <p:ph idx="1"/>
          </p:nvPr>
        </p:nvSpPr>
        <p:spPr>
          <a:xfrm>
            <a:off x="838200" y="1290918"/>
            <a:ext cx="10515600" cy="4886045"/>
          </a:xfrm>
        </p:spPr>
        <p:txBody>
          <a:bodyPr>
            <a:normAutofit/>
          </a:bodyPr>
          <a:lstStyle/>
          <a:p>
            <a:r>
              <a:rPr lang="en-US" sz="2000" dirty="0"/>
              <a:t>#4. Reload </a:t>
            </a:r>
            <a:r>
              <a:rPr lang="en-US" sz="2000" dirty="0" err="1"/>
              <a:t>systemd</a:t>
            </a:r>
            <a:r>
              <a:rPr lang="en-US" sz="2000" dirty="0"/>
              <a:t> and start the service</a:t>
            </a:r>
          </a:p>
          <a:p>
            <a:pPr marL="0" indent="0">
              <a:buNone/>
            </a:pPr>
            <a:r>
              <a:rPr lang="en-US" sz="2000" dirty="0"/>
              <a:t>	</a:t>
            </a:r>
          </a:p>
          <a:p>
            <a:pPr marL="0" indent="0">
              <a:buNone/>
            </a:pPr>
            <a:r>
              <a:rPr lang="en-US" sz="2000" dirty="0"/>
              <a:t>	</a:t>
            </a:r>
            <a:r>
              <a:rPr lang="en-US" sz="2000" dirty="0" err="1"/>
              <a:t>sudo</a:t>
            </a:r>
            <a:r>
              <a:rPr lang="en-US" sz="2000" dirty="0"/>
              <a:t> </a:t>
            </a:r>
            <a:r>
              <a:rPr lang="en-US" sz="2000" dirty="0" err="1"/>
              <a:t>systemctl</a:t>
            </a:r>
            <a:r>
              <a:rPr lang="en-US" sz="2000" dirty="0"/>
              <a:t> daemon-reload</a:t>
            </a:r>
          </a:p>
          <a:p>
            <a:pPr marL="0" indent="0">
              <a:buNone/>
            </a:pPr>
            <a:r>
              <a:rPr lang="en-US" sz="2000" dirty="0"/>
              <a:t>	</a:t>
            </a:r>
            <a:r>
              <a:rPr lang="en-US" sz="2000" dirty="0" err="1"/>
              <a:t>sudo</a:t>
            </a:r>
            <a:r>
              <a:rPr lang="en-US" sz="2000" dirty="0"/>
              <a:t> </a:t>
            </a:r>
            <a:r>
              <a:rPr lang="en-US" sz="2000" dirty="0" err="1"/>
              <a:t>systemctl</a:t>
            </a:r>
            <a:r>
              <a:rPr lang="en-US" sz="2000" dirty="0"/>
              <a:t> start hello-web</a:t>
            </a:r>
          </a:p>
          <a:p>
            <a:pPr marL="0" indent="0">
              <a:buNone/>
            </a:pPr>
            <a:r>
              <a:rPr lang="en-US" sz="2000" dirty="0"/>
              <a:t>	</a:t>
            </a:r>
            <a:r>
              <a:rPr lang="en-US" sz="2000" dirty="0" err="1"/>
              <a:t>sudo</a:t>
            </a:r>
            <a:r>
              <a:rPr lang="en-US" sz="2000" dirty="0"/>
              <a:t> </a:t>
            </a:r>
            <a:r>
              <a:rPr lang="en-US" sz="2000" dirty="0" err="1"/>
              <a:t>systemctl</a:t>
            </a:r>
            <a:r>
              <a:rPr lang="en-US" sz="2000" dirty="0"/>
              <a:t> status hello-web</a:t>
            </a:r>
          </a:p>
          <a:p>
            <a:pPr marL="0" indent="0">
              <a:buNone/>
            </a:pPr>
            <a:endParaRPr lang="en-US" sz="2000" dirty="0"/>
          </a:p>
          <a:p>
            <a:r>
              <a:rPr lang="en-US" sz="2000" dirty="0"/>
              <a:t>If status shows active (running), you’re good.</a:t>
            </a:r>
            <a:br>
              <a:rPr lang="en-US" sz="2000" dirty="0"/>
            </a:br>
            <a:endParaRPr lang="en-US" sz="2000" dirty="0"/>
          </a:p>
          <a:p>
            <a:r>
              <a:rPr lang="en-US" sz="2000" dirty="0"/>
              <a:t>Enable it at boot:</a:t>
            </a:r>
          </a:p>
          <a:p>
            <a:pPr marL="0" indent="0">
              <a:buNone/>
            </a:pPr>
            <a:r>
              <a:rPr lang="en-US" sz="2000" dirty="0"/>
              <a:t>	</a:t>
            </a:r>
            <a:r>
              <a:rPr lang="en-US" sz="2000" dirty="0" err="1"/>
              <a:t>sudo</a:t>
            </a:r>
            <a:r>
              <a:rPr lang="en-US" sz="2000" dirty="0"/>
              <a:t> </a:t>
            </a:r>
            <a:r>
              <a:rPr lang="en-US" sz="2000" dirty="0" err="1"/>
              <a:t>systemctl</a:t>
            </a:r>
            <a:r>
              <a:rPr lang="en-US" sz="2000" dirty="0"/>
              <a:t> enable hello-web</a:t>
            </a:r>
          </a:p>
          <a:p>
            <a:endParaRPr lang="en-US" sz="2000" dirty="0"/>
          </a:p>
        </p:txBody>
      </p:sp>
    </p:spTree>
    <p:extLst>
      <p:ext uri="{BB962C8B-B14F-4D97-AF65-F5344CB8AC3E}">
        <p14:creationId xmlns:p14="http://schemas.microsoft.com/office/powerpoint/2010/main" val="19988974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7037</TotalTime>
  <Words>2951</Words>
  <Application>Microsoft Macintosh PowerPoint</Application>
  <PresentationFormat>Widescreen</PresentationFormat>
  <Paragraphs>465</Paragraphs>
  <Slides>36</Slides>
  <Notes>9</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7" baseType="lpstr">
      <vt:lpstr>ACADEMY ENGRAVED LET PLAIN:1.0</vt:lpstr>
      <vt:lpstr>Aptos</vt:lpstr>
      <vt:lpstr>Aptos Display</vt:lpstr>
      <vt:lpstr>Aptos Narrow</vt:lpstr>
      <vt:lpstr>Arial</vt:lpstr>
      <vt:lpstr>Helvetica</vt:lpstr>
      <vt:lpstr>Ink Free</vt:lpstr>
      <vt:lpstr>Javanese Text</vt:lpstr>
      <vt:lpstr>Wingdings</vt:lpstr>
      <vt:lpstr>Office Theme</vt:lpstr>
      <vt:lpstr>Microsoft Excel Worksheet</vt:lpstr>
      <vt:lpstr>Linux</vt:lpstr>
      <vt:lpstr>PowerPoint Presentation</vt:lpstr>
      <vt:lpstr>PowerPoint Presentation</vt:lpstr>
      <vt:lpstr>PowerPoint Presentation</vt:lpstr>
      <vt:lpstr>PowerPoint Presentation</vt:lpstr>
      <vt:lpstr>Linux Principles</vt:lpstr>
      <vt:lpstr>Popular Linux distros</vt:lpstr>
      <vt:lpstr>Most used Linux distros currently in IT industry.</vt:lpstr>
      <vt:lpstr>PowerPoint Presentation</vt:lpstr>
      <vt:lpstr>Shell Types</vt:lpstr>
      <vt:lpstr>PowerPoint Presentation</vt:lpstr>
      <vt:lpstr>PowerPoint Presentation</vt:lpstr>
      <vt:lpstr>PowerPoint Presentation</vt:lpstr>
      <vt:lpstr>PowerPoint Presentation</vt:lpstr>
      <vt:lpstr>Modes</vt:lpstr>
      <vt:lpstr>User Accounts</vt:lpstr>
      <vt:lpstr>Passwd file</vt:lpstr>
      <vt:lpstr>Group file</vt:lpstr>
      <vt:lpstr>ADD USER, SET PASSWORD &amp; SWITCH TO USER</vt:lpstr>
      <vt:lpstr>ADD USER, GROUP &amp; USER INTO GROUP</vt:lpstr>
      <vt:lpstr>PowerPoint Presentation</vt:lpstr>
      <vt:lpstr>Sudo</vt:lpstr>
      <vt:lpstr>Download Files</vt:lpstr>
      <vt:lpstr>Check OS version</vt:lpstr>
      <vt:lpstr>The Role of Package Managers</vt:lpstr>
      <vt:lpstr>RPM (RedHat Package Manager) </vt:lpstr>
      <vt:lpstr>YUM (Yellowdog Updater, Modified) </vt:lpstr>
      <vt:lpstr>Common YUM commands</vt:lpstr>
      <vt:lpstr>APT (Advanced Package Tool)</vt:lpstr>
      <vt:lpstr>Continued…</vt:lpstr>
      <vt:lpstr>Ubuntu Commands</vt:lpstr>
      <vt:lpstr>Service</vt:lpstr>
      <vt:lpstr>Services</vt:lpstr>
      <vt:lpstr>how do you configure a program or software as a service?</vt:lpstr>
      <vt:lpstr>Continued…</vt:lpstr>
      <vt:lpstr>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Atul Matkawala</dc:creator>
  <cp:lastModifiedBy>Atul Matkawala</cp:lastModifiedBy>
  <cp:revision>9</cp:revision>
  <dcterms:created xsi:type="dcterms:W3CDTF">2026-02-07T11:36:37Z</dcterms:created>
  <dcterms:modified xsi:type="dcterms:W3CDTF">2026-02-22T10:56:15Z</dcterms:modified>
</cp:coreProperties>
</file>